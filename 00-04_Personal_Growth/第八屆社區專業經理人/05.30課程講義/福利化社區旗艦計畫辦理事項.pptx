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4" r:id="rId1"/>
    <p:sldMasterId id="2147484237" r:id="rId2"/>
  </p:sldMasterIdLst>
  <p:notesMasterIdLst>
    <p:notesMasterId r:id="rId25"/>
  </p:notesMasterIdLst>
  <p:sldIdLst>
    <p:sldId id="556" r:id="rId3"/>
    <p:sldId id="603" r:id="rId4"/>
    <p:sldId id="583" r:id="rId5"/>
    <p:sldId id="584" r:id="rId6"/>
    <p:sldId id="585" r:id="rId7"/>
    <p:sldId id="586" r:id="rId8"/>
    <p:sldId id="587" r:id="rId9"/>
    <p:sldId id="589" r:id="rId10"/>
    <p:sldId id="588" r:id="rId11"/>
    <p:sldId id="590" r:id="rId12"/>
    <p:sldId id="591" r:id="rId13"/>
    <p:sldId id="592" r:id="rId14"/>
    <p:sldId id="593" r:id="rId15"/>
    <p:sldId id="594" r:id="rId16"/>
    <p:sldId id="595" r:id="rId17"/>
    <p:sldId id="596" r:id="rId18"/>
    <p:sldId id="597" r:id="rId19"/>
    <p:sldId id="598" r:id="rId20"/>
    <p:sldId id="600" r:id="rId21"/>
    <p:sldId id="601" r:id="rId22"/>
    <p:sldId id="602" r:id="rId23"/>
    <p:sldId id="599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CCFF"/>
    <a:srgbClr val="CCECFF"/>
    <a:srgbClr val="FF66CC"/>
    <a:srgbClr val="F765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34A48-18EB-474C-B0EA-23D0C7826912}" type="datetimeFigureOut">
              <a:rPr lang="zh-TW" altLang="en-US" smtClean="0"/>
              <a:t>2026/5/16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83B5D-9091-4403-A5DE-35438B4D2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27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4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84"/>
          <p:cNvSpPr>
            <a:spLocks noChangeArrowheads="1"/>
          </p:cNvSpPr>
          <p:nvPr userDrawn="1"/>
        </p:nvSpPr>
        <p:spPr bwMode="gray">
          <a:xfrm>
            <a:off x="2978150" y="0"/>
            <a:ext cx="3270250" cy="34290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b="1">
              <a:solidFill>
                <a:srgbClr val="024631"/>
              </a:solidFill>
              <a:ea typeface="新細明體" pitchFamily="18" charset="-120"/>
            </a:endParaRPr>
          </a:p>
        </p:txBody>
      </p:sp>
      <p:graphicFrame>
        <p:nvGraphicFramePr>
          <p:cNvPr id="5" name="Object 65"/>
          <p:cNvGraphicFramePr>
            <a:graphicFrameLocks noChangeAspect="1"/>
          </p:cNvGraphicFramePr>
          <p:nvPr userDrawn="1"/>
        </p:nvGraphicFramePr>
        <p:xfrm>
          <a:off x="6227763" y="0"/>
          <a:ext cx="2914650" cy="357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809524" imgH="4673016" progId="">
                  <p:embed/>
                </p:oleObj>
              </mc:Choice>
              <mc:Fallback>
                <p:oleObj name="Image" r:id="rId2" imgW="3809524" imgH="467301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6227763" y="0"/>
                        <a:ext cx="2914650" cy="357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6"/>
          <p:cNvGraphicFramePr>
            <a:graphicFrameLocks noChangeAspect="1"/>
          </p:cNvGraphicFramePr>
          <p:nvPr userDrawn="1"/>
        </p:nvGraphicFramePr>
        <p:xfrm>
          <a:off x="0" y="0"/>
          <a:ext cx="3019425" cy="357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3809524" imgH="4507937" progId="">
                  <p:embed/>
                </p:oleObj>
              </mc:Choice>
              <mc:Fallback>
                <p:oleObj name="Image" r:id="rId4" imgW="3809524" imgH="450793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0" y="0"/>
                        <a:ext cx="3019425" cy="357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8"/>
          <p:cNvGrpSpPr>
            <a:grpSpLocks/>
          </p:cNvGrpSpPr>
          <p:nvPr userDrawn="1"/>
        </p:nvGrpSpPr>
        <p:grpSpPr bwMode="auto">
          <a:xfrm>
            <a:off x="3348038" y="836613"/>
            <a:ext cx="2509837" cy="2498725"/>
            <a:chOff x="2111" y="670"/>
            <a:chExt cx="1581" cy="1574"/>
          </a:xfrm>
        </p:grpSpPr>
        <p:sp>
          <p:nvSpPr>
            <p:cNvPr id="8" name="Line 69"/>
            <p:cNvSpPr>
              <a:spLocks noChangeShapeType="1"/>
            </p:cNvSpPr>
            <p:nvPr userDrawn="1"/>
          </p:nvSpPr>
          <p:spPr bwMode="gray">
            <a:xfrm flipH="1">
              <a:off x="3092" y="1532"/>
              <a:ext cx="156" cy="9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" name="Line 70"/>
            <p:cNvSpPr>
              <a:spLocks noChangeShapeType="1"/>
            </p:cNvSpPr>
            <p:nvPr userDrawn="1"/>
          </p:nvSpPr>
          <p:spPr bwMode="gray">
            <a:xfrm flipH="1" flipV="1">
              <a:off x="3101" y="1523"/>
              <a:ext cx="206" cy="7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" name="Line 71"/>
            <p:cNvSpPr>
              <a:spLocks noChangeShapeType="1"/>
            </p:cNvSpPr>
            <p:nvPr userDrawn="1"/>
          </p:nvSpPr>
          <p:spPr bwMode="gray">
            <a:xfrm flipV="1">
              <a:off x="3081" y="1642"/>
              <a:ext cx="2" cy="23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" name="Line 72"/>
            <p:cNvSpPr>
              <a:spLocks noChangeShapeType="1"/>
            </p:cNvSpPr>
            <p:nvPr userDrawn="1"/>
          </p:nvSpPr>
          <p:spPr bwMode="gray">
            <a:xfrm flipV="1">
              <a:off x="3449" y="1518"/>
              <a:ext cx="7" cy="25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" name="Line 73"/>
            <p:cNvSpPr>
              <a:spLocks noChangeShapeType="1"/>
            </p:cNvSpPr>
            <p:nvPr userDrawn="1"/>
          </p:nvSpPr>
          <p:spPr bwMode="gray">
            <a:xfrm flipH="1">
              <a:off x="3456" y="1273"/>
              <a:ext cx="7" cy="24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" name="Line 74"/>
            <p:cNvSpPr>
              <a:spLocks noChangeShapeType="1"/>
            </p:cNvSpPr>
            <p:nvPr userDrawn="1"/>
          </p:nvSpPr>
          <p:spPr bwMode="gray">
            <a:xfrm flipV="1">
              <a:off x="2990" y="934"/>
              <a:ext cx="2" cy="23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" name="Freeform 75"/>
            <p:cNvSpPr>
              <a:spLocks/>
            </p:cNvSpPr>
            <p:nvPr userDrawn="1"/>
          </p:nvSpPr>
          <p:spPr bwMode="gray">
            <a:xfrm>
              <a:off x="3083" y="1623"/>
              <a:ext cx="9" cy="19"/>
            </a:xfrm>
            <a:custGeom>
              <a:avLst/>
              <a:gdLst>
                <a:gd name="T0" fmla="*/ 9 w 9"/>
                <a:gd name="T1" fmla="*/ 0 h 19"/>
                <a:gd name="T2" fmla="*/ 5 w 9"/>
                <a:gd name="T3" fmla="*/ 4 h 19"/>
                <a:gd name="T4" fmla="*/ 4 w 9"/>
                <a:gd name="T5" fmla="*/ 9 h 19"/>
                <a:gd name="T6" fmla="*/ 2 w 9"/>
                <a:gd name="T7" fmla="*/ 12 h 19"/>
                <a:gd name="T8" fmla="*/ 0 w 9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9">
                  <a:moveTo>
                    <a:pt x="9" y="0"/>
                  </a:moveTo>
                  <a:lnTo>
                    <a:pt x="5" y="4"/>
                  </a:lnTo>
                  <a:lnTo>
                    <a:pt x="4" y="9"/>
                  </a:lnTo>
                  <a:lnTo>
                    <a:pt x="2" y="12"/>
                  </a:lnTo>
                  <a:lnTo>
                    <a:pt x="0" y="19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" name="Line 76"/>
            <p:cNvSpPr>
              <a:spLocks noChangeShapeType="1"/>
            </p:cNvSpPr>
            <p:nvPr userDrawn="1"/>
          </p:nvSpPr>
          <p:spPr bwMode="gray">
            <a:xfrm>
              <a:off x="2983" y="1595"/>
              <a:ext cx="209" cy="7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" name="Line 77"/>
            <p:cNvSpPr>
              <a:spLocks noChangeShapeType="1"/>
            </p:cNvSpPr>
            <p:nvPr userDrawn="1"/>
          </p:nvSpPr>
          <p:spPr bwMode="gray">
            <a:xfrm>
              <a:off x="2989" y="1588"/>
              <a:ext cx="208" cy="7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" name="Line 78"/>
            <p:cNvSpPr>
              <a:spLocks noChangeShapeType="1"/>
            </p:cNvSpPr>
            <p:nvPr userDrawn="1"/>
          </p:nvSpPr>
          <p:spPr bwMode="gray">
            <a:xfrm flipH="1" flipV="1">
              <a:off x="2980" y="1606"/>
              <a:ext cx="208" cy="7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" name="Line 79"/>
            <p:cNvSpPr>
              <a:spLocks noChangeShapeType="1"/>
            </p:cNvSpPr>
            <p:nvPr userDrawn="1"/>
          </p:nvSpPr>
          <p:spPr bwMode="gray">
            <a:xfrm>
              <a:off x="2957" y="1842"/>
              <a:ext cx="186" cy="6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" name="Line 80"/>
            <p:cNvSpPr>
              <a:spLocks noChangeShapeType="1"/>
            </p:cNvSpPr>
            <p:nvPr userDrawn="1"/>
          </p:nvSpPr>
          <p:spPr bwMode="gray">
            <a:xfrm flipH="1" flipV="1">
              <a:off x="2231" y="1408"/>
              <a:ext cx="116" cy="4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0" name="Line 81"/>
            <p:cNvSpPr>
              <a:spLocks noChangeShapeType="1"/>
            </p:cNvSpPr>
            <p:nvPr userDrawn="1"/>
          </p:nvSpPr>
          <p:spPr bwMode="gray">
            <a:xfrm flipV="1">
              <a:off x="2284" y="1467"/>
              <a:ext cx="63" cy="3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1" name="Line 82"/>
            <p:cNvSpPr>
              <a:spLocks noChangeShapeType="1"/>
            </p:cNvSpPr>
            <p:nvPr userDrawn="1"/>
          </p:nvSpPr>
          <p:spPr bwMode="gray">
            <a:xfrm flipH="1" flipV="1">
              <a:off x="2665" y="1564"/>
              <a:ext cx="203" cy="7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" name="Line 83"/>
            <p:cNvSpPr>
              <a:spLocks noChangeShapeType="1"/>
            </p:cNvSpPr>
            <p:nvPr userDrawn="1"/>
          </p:nvSpPr>
          <p:spPr bwMode="gray">
            <a:xfrm flipV="1">
              <a:off x="2642" y="1539"/>
              <a:ext cx="163" cy="9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" name="Line 84"/>
            <p:cNvSpPr>
              <a:spLocks noChangeShapeType="1"/>
            </p:cNvSpPr>
            <p:nvPr userDrawn="1"/>
          </p:nvSpPr>
          <p:spPr bwMode="gray">
            <a:xfrm flipV="1">
              <a:off x="2880" y="1653"/>
              <a:ext cx="1" cy="23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" name="Line 85"/>
            <p:cNvSpPr>
              <a:spLocks noChangeShapeType="1"/>
            </p:cNvSpPr>
            <p:nvPr userDrawn="1"/>
          </p:nvSpPr>
          <p:spPr bwMode="gray">
            <a:xfrm flipV="1">
              <a:off x="2798" y="1721"/>
              <a:ext cx="161" cy="9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" name="Line 86"/>
            <p:cNvSpPr>
              <a:spLocks noChangeShapeType="1"/>
            </p:cNvSpPr>
            <p:nvPr userDrawn="1"/>
          </p:nvSpPr>
          <p:spPr bwMode="gray">
            <a:xfrm>
              <a:off x="2733" y="1506"/>
              <a:ext cx="11" cy="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6" name="Line 87"/>
            <p:cNvSpPr>
              <a:spLocks noChangeShapeType="1"/>
            </p:cNvSpPr>
            <p:nvPr userDrawn="1"/>
          </p:nvSpPr>
          <p:spPr bwMode="gray">
            <a:xfrm flipV="1">
              <a:off x="2744" y="1509"/>
              <a:ext cx="1" cy="1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7" name="Line 88"/>
            <p:cNvSpPr>
              <a:spLocks noChangeShapeType="1"/>
            </p:cNvSpPr>
            <p:nvPr userDrawn="1"/>
          </p:nvSpPr>
          <p:spPr bwMode="gray">
            <a:xfrm flipH="1" flipV="1">
              <a:off x="2452" y="1569"/>
              <a:ext cx="3" cy="25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8" name="Line 89"/>
            <p:cNvSpPr>
              <a:spLocks noChangeShapeType="1"/>
            </p:cNvSpPr>
            <p:nvPr userDrawn="1"/>
          </p:nvSpPr>
          <p:spPr bwMode="gray">
            <a:xfrm>
              <a:off x="2142" y="1583"/>
              <a:ext cx="637" cy="23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9" name="Line 90"/>
            <p:cNvSpPr>
              <a:spLocks noChangeShapeType="1"/>
            </p:cNvSpPr>
            <p:nvPr userDrawn="1"/>
          </p:nvSpPr>
          <p:spPr bwMode="gray">
            <a:xfrm flipV="1">
              <a:off x="2564" y="1609"/>
              <a:ext cx="1" cy="1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30" name="Line 91"/>
            <p:cNvSpPr>
              <a:spLocks noChangeShapeType="1"/>
            </p:cNvSpPr>
            <p:nvPr userDrawn="1"/>
          </p:nvSpPr>
          <p:spPr bwMode="gray">
            <a:xfrm flipH="1" flipV="1">
              <a:off x="2551" y="1606"/>
              <a:ext cx="13" cy="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31" name="Line 92"/>
            <p:cNvSpPr>
              <a:spLocks noChangeShapeType="1"/>
            </p:cNvSpPr>
            <p:nvPr userDrawn="1"/>
          </p:nvSpPr>
          <p:spPr bwMode="gray">
            <a:xfrm flipH="1" flipV="1">
              <a:off x="2354" y="1534"/>
              <a:ext cx="197" cy="7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32" name="Line 93"/>
            <p:cNvSpPr>
              <a:spLocks noChangeShapeType="1"/>
            </p:cNvSpPr>
            <p:nvPr userDrawn="1"/>
          </p:nvSpPr>
          <p:spPr bwMode="gray">
            <a:xfrm flipH="1" flipV="1">
              <a:off x="2343" y="1530"/>
              <a:ext cx="11" cy="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33" name="Line 94"/>
            <p:cNvSpPr>
              <a:spLocks noChangeShapeType="1"/>
            </p:cNvSpPr>
            <p:nvPr userDrawn="1"/>
          </p:nvSpPr>
          <p:spPr bwMode="gray">
            <a:xfrm flipV="1">
              <a:off x="2343" y="1530"/>
              <a:ext cx="1" cy="1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34" name="Line 95"/>
            <p:cNvSpPr>
              <a:spLocks noChangeShapeType="1"/>
            </p:cNvSpPr>
            <p:nvPr userDrawn="1"/>
          </p:nvSpPr>
          <p:spPr bwMode="gray">
            <a:xfrm>
              <a:off x="2347" y="1770"/>
              <a:ext cx="1" cy="1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35" name="Line 96"/>
            <p:cNvSpPr>
              <a:spLocks noChangeShapeType="1"/>
            </p:cNvSpPr>
            <p:nvPr userDrawn="1"/>
          </p:nvSpPr>
          <p:spPr bwMode="gray">
            <a:xfrm>
              <a:off x="2347" y="1784"/>
              <a:ext cx="12" cy="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36" name="Line 97"/>
            <p:cNvSpPr>
              <a:spLocks noChangeShapeType="1"/>
            </p:cNvSpPr>
            <p:nvPr userDrawn="1"/>
          </p:nvSpPr>
          <p:spPr bwMode="gray">
            <a:xfrm>
              <a:off x="2359" y="1788"/>
              <a:ext cx="196" cy="7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37" name="Line 98"/>
            <p:cNvSpPr>
              <a:spLocks noChangeShapeType="1"/>
            </p:cNvSpPr>
            <p:nvPr userDrawn="1"/>
          </p:nvSpPr>
          <p:spPr bwMode="gray">
            <a:xfrm>
              <a:off x="2555" y="1861"/>
              <a:ext cx="10" cy="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38" name="Line 99"/>
            <p:cNvSpPr>
              <a:spLocks noChangeShapeType="1"/>
            </p:cNvSpPr>
            <p:nvPr userDrawn="1"/>
          </p:nvSpPr>
          <p:spPr bwMode="gray">
            <a:xfrm>
              <a:off x="2565" y="1852"/>
              <a:ext cx="1" cy="1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39" name="Line 100"/>
            <p:cNvSpPr>
              <a:spLocks noChangeShapeType="1"/>
            </p:cNvSpPr>
            <p:nvPr userDrawn="1"/>
          </p:nvSpPr>
          <p:spPr bwMode="gray">
            <a:xfrm flipH="1" flipV="1">
              <a:off x="2656" y="1892"/>
              <a:ext cx="2" cy="158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40" name="Line 101"/>
            <p:cNvSpPr>
              <a:spLocks noChangeShapeType="1"/>
            </p:cNvSpPr>
            <p:nvPr userDrawn="1"/>
          </p:nvSpPr>
          <p:spPr bwMode="gray">
            <a:xfrm flipV="1">
              <a:off x="2576" y="1892"/>
              <a:ext cx="79" cy="48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41" name="Line 102"/>
            <p:cNvSpPr>
              <a:spLocks noChangeShapeType="1"/>
            </p:cNvSpPr>
            <p:nvPr userDrawn="1"/>
          </p:nvSpPr>
          <p:spPr bwMode="gray">
            <a:xfrm flipH="1" flipV="1">
              <a:off x="2653" y="1312"/>
              <a:ext cx="2" cy="23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42" name="Line 103"/>
            <p:cNvSpPr>
              <a:spLocks noChangeShapeType="1"/>
            </p:cNvSpPr>
            <p:nvPr userDrawn="1"/>
          </p:nvSpPr>
          <p:spPr bwMode="gray">
            <a:xfrm flipV="1">
              <a:off x="2572" y="1434"/>
              <a:ext cx="163" cy="89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43" name="Line 104"/>
            <p:cNvSpPr>
              <a:spLocks noChangeShapeType="1"/>
            </p:cNvSpPr>
            <p:nvPr userDrawn="1"/>
          </p:nvSpPr>
          <p:spPr bwMode="gray">
            <a:xfrm>
              <a:off x="2441" y="1228"/>
              <a:ext cx="200" cy="68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44" name="Line 105"/>
            <p:cNvSpPr>
              <a:spLocks noChangeShapeType="1"/>
            </p:cNvSpPr>
            <p:nvPr userDrawn="1"/>
          </p:nvSpPr>
          <p:spPr bwMode="gray">
            <a:xfrm flipH="1">
              <a:off x="2457" y="1219"/>
              <a:ext cx="166" cy="8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45" name="Line 106"/>
            <p:cNvSpPr>
              <a:spLocks noChangeShapeType="1"/>
            </p:cNvSpPr>
            <p:nvPr userDrawn="1"/>
          </p:nvSpPr>
          <p:spPr bwMode="gray">
            <a:xfrm>
              <a:off x="2359" y="1864"/>
              <a:ext cx="196" cy="7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46" name="Line 107"/>
            <p:cNvSpPr>
              <a:spLocks noChangeShapeType="1"/>
            </p:cNvSpPr>
            <p:nvPr userDrawn="1"/>
          </p:nvSpPr>
          <p:spPr bwMode="gray">
            <a:xfrm>
              <a:off x="2455" y="1824"/>
              <a:ext cx="4" cy="23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47" name="Line 108"/>
            <p:cNvSpPr>
              <a:spLocks noChangeShapeType="1"/>
            </p:cNvSpPr>
            <p:nvPr userDrawn="1"/>
          </p:nvSpPr>
          <p:spPr bwMode="gray">
            <a:xfrm>
              <a:off x="2352" y="1454"/>
              <a:ext cx="199" cy="7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48" name="Line 109"/>
            <p:cNvSpPr>
              <a:spLocks noChangeShapeType="1"/>
            </p:cNvSpPr>
            <p:nvPr userDrawn="1"/>
          </p:nvSpPr>
          <p:spPr bwMode="gray">
            <a:xfrm>
              <a:off x="2448" y="1322"/>
              <a:ext cx="4" cy="24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49" name="Line 110"/>
            <p:cNvSpPr>
              <a:spLocks noChangeShapeType="1"/>
            </p:cNvSpPr>
            <p:nvPr userDrawn="1"/>
          </p:nvSpPr>
          <p:spPr bwMode="gray">
            <a:xfrm flipV="1">
              <a:off x="3438" y="1167"/>
              <a:ext cx="32" cy="1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50" name="Line 111"/>
            <p:cNvSpPr>
              <a:spLocks noChangeShapeType="1"/>
            </p:cNvSpPr>
            <p:nvPr userDrawn="1"/>
          </p:nvSpPr>
          <p:spPr bwMode="gray">
            <a:xfrm flipV="1">
              <a:off x="3548" y="1268"/>
              <a:ext cx="2" cy="6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51" name="Line 112"/>
            <p:cNvSpPr>
              <a:spLocks noChangeShapeType="1"/>
            </p:cNvSpPr>
            <p:nvPr userDrawn="1"/>
          </p:nvSpPr>
          <p:spPr bwMode="gray">
            <a:xfrm flipV="1">
              <a:off x="3599" y="1336"/>
              <a:ext cx="18" cy="1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52" name="Line 113"/>
            <p:cNvSpPr>
              <a:spLocks noChangeShapeType="1"/>
            </p:cNvSpPr>
            <p:nvPr userDrawn="1"/>
          </p:nvSpPr>
          <p:spPr bwMode="gray">
            <a:xfrm>
              <a:off x="3398" y="1139"/>
              <a:ext cx="10" cy="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53" name="Line 114"/>
            <p:cNvSpPr>
              <a:spLocks noChangeShapeType="1"/>
            </p:cNvSpPr>
            <p:nvPr userDrawn="1"/>
          </p:nvSpPr>
          <p:spPr bwMode="gray">
            <a:xfrm flipV="1">
              <a:off x="3408" y="1142"/>
              <a:ext cx="1" cy="1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54" name="Line 115"/>
            <p:cNvSpPr>
              <a:spLocks noChangeShapeType="1"/>
            </p:cNvSpPr>
            <p:nvPr userDrawn="1"/>
          </p:nvSpPr>
          <p:spPr bwMode="gray">
            <a:xfrm flipV="1">
              <a:off x="3139" y="1224"/>
              <a:ext cx="4" cy="21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55" name="Line 116"/>
            <p:cNvSpPr>
              <a:spLocks noChangeShapeType="1"/>
            </p:cNvSpPr>
            <p:nvPr userDrawn="1"/>
          </p:nvSpPr>
          <p:spPr bwMode="gray">
            <a:xfrm>
              <a:off x="3034" y="1389"/>
              <a:ext cx="1" cy="1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56" name="Line 117"/>
            <p:cNvSpPr>
              <a:spLocks noChangeShapeType="1"/>
            </p:cNvSpPr>
            <p:nvPr userDrawn="1"/>
          </p:nvSpPr>
          <p:spPr bwMode="gray">
            <a:xfrm>
              <a:off x="3034" y="1401"/>
              <a:ext cx="11" cy="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57" name="Line 118"/>
            <p:cNvSpPr>
              <a:spLocks noChangeShapeType="1"/>
            </p:cNvSpPr>
            <p:nvPr userDrawn="1"/>
          </p:nvSpPr>
          <p:spPr bwMode="gray">
            <a:xfrm flipV="1">
              <a:off x="3331" y="952"/>
              <a:ext cx="4" cy="199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58" name="Line 119"/>
            <p:cNvSpPr>
              <a:spLocks noChangeShapeType="1"/>
            </p:cNvSpPr>
            <p:nvPr userDrawn="1"/>
          </p:nvSpPr>
          <p:spPr bwMode="gray">
            <a:xfrm flipV="1">
              <a:off x="3309" y="1070"/>
              <a:ext cx="94" cy="5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59" name="Line 120"/>
            <p:cNvSpPr>
              <a:spLocks noChangeShapeType="1"/>
            </p:cNvSpPr>
            <p:nvPr userDrawn="1"/>
          </p:nvSpPr>
          <p:spPr bwMode="gray">
            <a:xfrm flipH="1">
              <a:off x="3284" y="868"/>
              <a:ext cx="14" cy="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60" name="Line 121"/>
            <p:cNvSpPr>
              <a:spLocks noChangeShapeType="1"/>
            </p:cNvSpPr>
            <p:nvPr userDrawn="1"/>
          </p:nvSpPr>
          <p:spPr bwMode="gray">
            <a:xfrm>
              <a:off x="3043" y="1478"/>
              <a:ext cx="82" cy="28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61" name="Line 122"/>
            <p:cNvSpPr>
              <a:spLocks noChangeShapeType="1"/>
            </p:cNvSpPr>
            <p:nvPr userDrawn="1"/>
          </p:nvSpPr>
          <p:spPr bwMode="gray">
            <a:xfrm flipH="1" flipV="1">
              <a:off x="3045" y="1405"/>
              <a:ext cx="105" cy="3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62" name="Line 123"/>
            <p:cNvSpPr>
              <a:spLocks noChangeShapeType="1"/>
            </p:cNvSpPr>
            <p:nvPr userDrawn="1"/>
          </p:nvSpPr>
          <p:spPr bwMode="gray">
            <a:xfrm flipH="1">
              <a:off x="3534" y="1342"/>
              <a:ext cx="42" cy="2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63" name="Line 124"/>
            <p:cNvSpPr>
              <a:spLocks noChangeShapeType="1"/>
            </p:cNvSpPr>
            <p:nvPr userDrawn="1"/>
          </p:nvSpPr>
          <p:spPr bwMode="gray">
            <a:xfrm flipH="1" flipV="1">
              <a:off x="3533" y="1420"/>
              <a:ext cx="43" cy="1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64" name="Line 125"/>
            <p:cNvSpPr>
              <a:spLocks noChangeShapeType="1"/>
            </p:cNvSpPr>
            <p:nvPr userDrawn="1"/>
          </p:nvSpPr>
          <p:spPr bwMode="gray">
            <a:xfrm flipV="1">
              <a:off x="3143" y="1488"/>
              <a:ext cx="1" cy="1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65" name="Line 126"/>
            <p:cNvSpPr>
              <a:spLocks noChangeShapeType="1"/>
            </p:cNvSpPr>
            <p:nvPr userDrawn="1"/>
          </p:nvSpPr>
          <p:spPr bwMode="gray">
            <a:xfrm flipV="1">
              <a:off x="3143" y="1485"/>
              <a:ext cx="8" cy="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66" name="Line 127"/>
            <p:cNvSpPr>
              <a:spLocks noChangeShapeType="1"/>
            </p:cNvSpPr>
            <p:nvPr userDrawn="1"/>
          </p:nvSpPr>
          <p:spPr bwMode="gray">
            <a:xfrm>
              <a:off x="2980" y="1721"/>
              <a:ext cx="206" cy="7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67" name="Line 128"/>
            <p:cNvSpPr>
              <a:spLocks noChangeShapeType="1"/>
            </p:cNvSpPr>
            <p:nvPr userDrawn="1"/>
          </p:nvSpPr>
          <p:spPr bwMode="gray">
            <a:xfrm flipV="1">
              <a:off x="3207" y="1502"/>
              <a:ext cx="478" cy="29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68" name="Line 129"/>
            <p:cNvSpPr>
              <a:spLocks noChangeShapeType="1"/>
            </p:cNvSpPr>
            <p:nvPr userDrawn="1"/>
          </p:nvSpPr>
          <p:spPr bwMode="gray">
            <a:xfrm flipV="1">
              <a:off x="3538" y="1469"/>
              <a:ext cx="1" cy="1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69" name="Line 130"/>
            <p:cNvSpPr>
              <a:spLocks noChangeShapeType="1"/>
            </p:cNvSpPr>
            <p:nvPr userDrawn="1"/>
          </p:nvSpPr>
          <p:spPr bwMode="gray">
            <a:xfrm flipH="1">
              <a:off x="3529" y="1469"/>
              <a:ext cx="9" cy="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70" name="Line 131"/>
            <p:cNvSpPr>
              <a:spLocks noChangeShapeType="1"/>
            </p:cNvSpPr>
            <p:nvPr userDrawn="1"/>
          </p:nvSpPr>
          <p:spPr bwMode="gray">
            <a:xfrm flipH="1">
              <a:off x="3380" y="1474"/>
              <a:ext cx="149" cy="88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71" name="Line 132"/>
            <p:cNvSpPr>
              <a:spLocks noChangeShapeType="1"/>
            </p:cNvSpPr>
            <p:nvPr userDrawn="1"/>
          </p:nvSpPr>
          <p:spPr bwMode="gray">
            <a:xfrm flipH="1">
              <a:off x="3372" y="1562"/>
              <a:ext cx="8" cy="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72" name="Line 133"/>
            <p:cNvSpPr>
              <a:spLocks noChangeShapeType="1"/>
            </p:cNvSpPr>
            <p:nvPr userDrawn="1"/>
          </p:nvSpPr>
          <p:spPr bwMode="gray">
            <a:xfrm flipV="1">
              <a:off x="3372" y="1567"/>
              <a:ext cx="1" cy="1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73" name="Line 134"/>
            <p:cNvSpPr>
              <a:spLocks noChangeShapeType="1"/>
            </p:cNvSpPr>
            <p:nvPr userDrawn="1"/>
          </p:nvSpPr>
          <p:spPr bwMode="gray">
            <a:xfrm>
              <a:off x="3366" y="1810"/>
              <a:ext cx="1" cy="1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74" name="Line 135"/>
            <p:cNvSpPr>
              <a:spLocks noChangeShapeType="1"/>
            </p:cNvSpPr>
            <p:nvPr userDrawn="1"/>
          </p:nvSpPr>
          <p:spPr bwMode="gray">
            <a:xfrm flipV="1">
              <a:off x="3366" y="1817"/>
              <a:ext cx="7" cy="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75" name="Line 136"/>
            <p:cNvSpPr>
              <a:spLocks noChangeShapeType="1"/>
            </p:cNvSpPr>
            <p:nvPr userDrawn="1"/>
          </p:nvSpPr>
          <p:spPr bwMode="gray">
            <a:xfrm flipV="1">
              <a:off x="3373" y="1725"/>
              <a:ext cx="149" cy="9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76" name="Line 137"/>
            <p:cNvSpPr>
              <a:spLocks noChangeShapeType="1"/>
            </p:cNvSpPr>
            <p:nvPr userDrawn="1"/>
          </p:nvSpPr>
          <p:spPr bwMode="gray">
            <a:xfrm flipV="1">
              <a:off x="3522" y="1721"/>
              <a:ext cx="9" cy="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77" name="Line 138"/>
            <p:cNvSpPr>
              <a:spLocks noChangeShapeType="1"/>
            </p:cNvSpPr>
            <p:nvPr userDrawn="1"/>
          </p:nvSpPr>
          <p:spPr bwMode="gray">
            <a:xfrm>
              <a:off x="3531" y="1707"/>
              <a:ext cx="1" cy="1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78" name="Line 139"/>
            <p:cNvSpPr>
              <a:spLocks noChangeShapeType="1"/>
            </p:cNvSpPr>
            <p:nvPr userDrawn="1"/>
          </p:nvSpPr>
          <p:spPr bwMode="gray">
            <a:xfrm flipH="1" flipV="1">
              <a:off x="3279" y="1870"/>
              <a:ext cx="73" cy="2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79" name="Line 140"/>
            <p:cNvSpPr>
              <a:spLocks noChangeShapeType="1"/>
            </p:cNvSpPr>
            <p:nvPr userDrawn="1"/>
          </p:nvSpPr>
          <p:spPr bwMode="gray">
            <a:xfrm flipV="1">
              <a:off x="3256" y="1282"/>
              <a:ext cx="6" cy="23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0" name="Line 141"/>
            <p:cNvSpPr>
              <a:spLocks noChangeShapeType="1"/>
            </p:cNvSpPr>
            <p:nvPr userDrawn="1"/>
          </p:nvSpPr>
          <p:spPr bwMode="gray">
            <a:xfrm flipH="1" flipV="1">
              <a:off x="3155" y="1413"/>
              <a:ext cx="208" cy="7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1" name="Line 142"/>
            <p:cNvSpPr>
              <a:spLocks noChangeShapeType="1"/>
            </p:cNvSpPr>
            <p:nvPr userDrawn="1"/>
          </p:nvSpPr>
          <p:spPr bwMode="gray">
            <a:xfrm flipV="1">
              <a:off x="3270" y="1181"/>
              <a:ext cx="151" cy="8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2" name="Line 143"/>
            <p:cNvSpPr>
              <a:spLocks noChangeShapeType="1"/>
            </p:cNvSpPr>
            <p:nvPr userDrawn="1"/>
          </p:nvSpPr>
          <p:spPr bwMode="gray">
            <a:xfrm>
              <a:off x="3242" y="1189"/>
              <a:ext cx="208" cy="6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3" name="Line 144"/>
            <p:cNvSpPr>
              <a:spLocks noChangeShapeType="1"/>
            </p:cNvSpPr>
            <p:nvPr userDrawn="1"/>
          </p:nvSpPr>
          <p:spPr bwMode="gray">
            <a:xfrm flipV="1">
              <a:off x="3372" y="1803"/>
              <a:ext cx="148" cy="9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4" name="Line 145"/>
            <p:cNvSpPr>
              <a:spLocks noChangeShapeType="1"/>
            </p:cNvSpPr>
            <p:nvPr userDrawn="1"/>
          </p:nvSpPr>
          <p:spPr bwMode="gray">
            <a:xfrm flipH="1">
              <a:off x="3442" y="1770"/>
              <a:ext cx="7" cy="23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5" name="Line 146"/>
            <p:cNvSpPr>
              <a:spLocks noChangeShapeType="1"/>
            </p:cNvSpPr>
            <p:nvPr userDrawn="1"/>
          </p:nvSpPr>
          <p:spPr bwMode="gray">
            <a:xfrm flipV="1">
              <a:off x="3382" y="1394"/>
              <a:ext cx="151" cy="8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6" name="Line 147"/>
            <p:cNvSpPr>
              <a:spLocks noChangeShapeType="1"/>
            </p:cNvSpPr>
            <p:nvPr userDrawn="1"/>
          </p:nvSpPr>
          <p:spPr bwMode="gray">
            <a:xfrm flipH="1" flipV="1">
              <a:off x="2380" y="995"/>
              <a:ext cx="5" cy="22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" name="Line 148"/>
            <p:cNvSpPr>
              <a:spLocks noChangeShapeType="1"/>
            </p:cNvSpPr>
            <p:nvPr userDrawn="1"/>
          </p:nvSpPr>
          <p:spPr bwMode="gray">
            <a:xfrm flipH="1" flipV="1">
              <a:off x="2291" y="1123"/>
              <a:ext cx="187" cy="6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" name="Line 149"/>
            <p:cNvSpPr>
              <a:spLocks noChangeShapeType="1"/>
            </p:cNvSpPr>
            <p:nvPr userDrawn="1"/>
          </p:nvSpPr>
          <p:spPr bwMode="gray">
            <a:xfrm flipV="1">
              <a:off x="2282" y="1196"/>
              <a:ext cx="1" cy="1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" name="Line 150"/>
            <p:cNvSpPr>
              <a:spLocks noChangeShapeType="1"/>
            </p:cNvSpPr>
            <p:nvPr userDrawn="1"/>
          </p:nvSpPr>
          <p:spPr bwMode="gray">
            <a:xfrm flipH="1">
              <a:off x="2282" y="1191"/>
              <a:ext cx="9" cy="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" name="Line 151"/>
            <p:cNvSpPr>
              <a:spLocks noChangeShapeType="1"/>
            </p:cNvSpPr>
            <p:nvPr userDrawn="1"/>
          </p:nvSpPr>
          <p:spPr bwMode="gray">
            <a:xfrm flipV="1">
              <a:off x="2389" y="929"/>
              <a:ext cx="101" cy="49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" name="Line 152"/>
            <p:cNvSpPr>
              <a:spLocks noChangeShapeType="1"/>
            </p:cNvSpPr>
            <p:nvPr userDrawn="1"/>
          </p:nvSpPr>
          <p:spPr bwMode="gray">
            <a:xfrm>
              <a:off x="2375" y="910"/>
              <a:ext cx="115" cy="38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" name="Line 153"/>
            <p:cNvSpPr>
              <a:spLocks noChangeShapeType="1"/>
            </p:cNvSpPr>
            <p:nvPr userDrawn="1"/>
          </p:nvSpPr>
          <p:spPr bwMode="gray">
            <a:xfrm>
              <a:off x="2926" y="2031"/>
              <a:ext cx="196" cy="7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" name="Line 154"/>
            <p:cNvSpPr>
              <a:spLocks noChangeShapeType="1"/>
            </p:cNvSpPr>
            <p:nvPr userDrawn="1"/>
          </p:nvSpPr>
          <p:spPr bwMode="gray">
            <a:xfrm flipV="1">
              <a:off x="2982" y="1943"/>
              <a:ext cx="1" cy="21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" name="Line 155"/>
            <p:cNvSpPr>
              <a:spLocks noChangeShapeType="1"/>
            </p:cNvSpPr>
            <p:nvPr userDrawn="1"/>
          </p:nvSpPr>
          <p:spPr bwMode="gray">
            <a:xfrm>
              <a:off x="2905" y="1903"/>
              <a:ext cx="12" cy="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" name="Line 156"/>
            <p:cNvSpPr>
              <a:spLocks noChangeShapeType="1"/>
            </p:cNvSpPr>
            <p:nvPr userDrawn="1"/>
          </p:nvSpPr>
          <p:spPr bwMode="gray">
            <a:xfrm flipH="1">
              <a:off x="2917" y="1901"/>
              <a:ext cx="7" cy="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" name="Line 157"/>
            <p:cNvSpPr>
              <a:spLocks noChangeShapeType="1"/>
            </p:cNvSpPr>
            <p:nvPr userDrawn="1"/>
          </p:nvSpPr>
          <p:spPr bwMode="gray">
            <a:xfrm flipV="1">
              <a:off x="3143" y="2029"/>
              <a:ext cx="119" cy="7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" name="Line 158"/>
            <p:cNvSpPr>
              <a:spLocks noChangeShapeType="1"/>
            </p:cNvSpPr>
            <p:nvPr userDrawn="1"/>
          </p:nvSpPr>
          <p:spPr bwMode="gray">
            <a:xfrm flipH="1">
              <a:off x="3214" y="2011"/>
              <a:ext cx="2" cy="15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" name="Line 159"/>
            <p:cNvSpPr>
              <a:spLocks noChangeShapeType="1"/>
            </p:cNvSpPr>
            <p:nvPr userDrawn="1"/>
          </p:nvSpPr>
          <p:spPr bwMode="gray">
            <a:xfrm flipH="1">
              <a:off x="2915" y="2141"/>
              <a:ext cx="9" cy="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" name="Line 160"/>
            <p:cNvSpPr>
              <a:spLocks noChangeShapeType="1"/>
            </p:cNvSpPr>
            <p:nvPr userDrawn="1"/>
          </p:nvSpPr>
          <p:spPr bwMode="gray">
            <a:xfrm flipH="1" flipV="1">
              <a:off x="2905" y="2141"/>
              <a:ext cx="10" cy="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" name="Line 161"/>
            <p:cNvSpPr>
              <a:spLocks noChangeShapeType="1"/>
            </p:cNvSpPr>
            <p:nvPr userDrawn="1"/>
          </p:nvSpPr>
          <p:spPr bwMode="gray">
            <a:xfrm flipH="1">
              <a:off x="2754" y="2032"/>
              <a:ext cx="152" cy="9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" name="Line 162"/>
            <p:cNvSpPr>
              <a:spLocks noChangeShapeType="1"/>
            </p:cNvSpPr>
            <p:nvPr userDrawn="1"/>
          </p:nvSpPr>
          <p:spPr bwMode="gray">
            <a:xfrm flipV="1">
              <a:off x="2863" y="1950"/>
              <a:ext cx="1" cy="21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" name="Line 163"/>
            <p:cNvSpPr>
              <a:spLocks noChangeShapeType="1"/>
            </p:cNvSpPr>
            <p:nvPr userDrawn="1"/>
          </p:nvSpPr>
          <p:spPr bwMode="gray">
            <a:xfrm>
              <a:off x="2616" y="2081"/>
              <a:ext cx="119" cy="4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" name="Line 164"/>
            <p:cNvSpPr>
              <a:spLocks noChangeShapeType="1"/>
            </p:cNvSpPr>
            <p:nvPr userDrawn="1"/>
          </p:nvSpPr>
          <p:spPr bwMode="gray">
            <a:xfrm>
              <a:off x="2637" y="2067"/>
              <a:ext cx="2" cy="13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" name="Line 165"/>
            <p:cNvSpPr>
              <a:spLocks noChangeShapeType="1"/>
            </p:cNvSpPr>
            <p:nvPr userDrawn="1"/>
          </p:nvSpPr>
          <p:spPr bwMode="gray">
            <a:xfrm flipH="1">
              <a:off x="2753" y="1034"/>
              <a:ext cx="159" cy="8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" name="Line 166"/>
            <p:cNvSpPr>
              <a:spLocks noChangeShapeType="1"/>
            </p:cNvSpPr>
            <p:nvPr userDrawn="1"/>
          </p:nvSpPr>
          <p:spPr bwMode="gray">
            <a:xfrm flipV="1">
              <a:off x="2865" y="939"/>
              <a:ext cx="1" cy="23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6" name="Line 167"/>
            <p:cNvSpPr>
              <a:spLocks noChangeShapeType="1"/>
            </p:cNvSpPr>
            <p:nvPr userDrawn="1"/>
          </p:nvSpPr>
          <p:spPr bwMode="gray">
            <a:xfrm flipV="1">
              <a:off x="3146" y="798"/>
              <a:ext cx="1" cy="3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" name="Line 168"/>
            <p:cNvSpPr>
              <a:spLocks noChangeShapeType="1"/>
            </p:cNvSpPr>
            <p:nvPr userDrawn="1"/>
          </p:nvSpPr>
          <p:spPr bwMode="gray">
            <a:xfrm>
              <a:off x="2786" y="787"/>
              <a:ext cx="222" cy="68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" name="Line 169"/>
            <p:cNvSpPr>
              <a:spLocks noChangeShapeType="1"/>
            </p:cNvSpPr>
            <p:nvPr userDrawn="1"/>
          </p:nvSpPr>
          <p:spPr bwMode="gray">
            <a:xfrm flipH="1">
              <a:off x="2639" y="700"/>
              <a:ext cx="502" cy="248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" name="Line 170"/>
            <p:cNvSpPr>
              <a:spLocks noChangeShapeType="1"/>
            </p:cNvSpPr>
            <p:nvPr userDrawn="1"/>
          </p:nvSpPr>
          <p:spPr bwMode="gray">
            <a:xfrm>
              <a:off x="2910" y="896"/>
              <a:ext cx="10" cy="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" name="Line 171"/>
            <p:cNvSpPr>
              <a:spLocks noChangeShapeType="1"/>
            </p:cNvSpPr>
            <p:nvPr userDrawn="1"/>
          </p:nvSpPr>
          <p:spPr bwMode="gray">
            <a:xfrm flipV="1">
              <a:off x="2920" y="894"/>
              <a:ext cx="9" cy="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" name="Line 172"/>
            <p:cNvSpPr>
              <a:spLocks noChangeShapeType="1"/>
            </p:cNvSpPr>
            <p:nvPr userDrawn="1"/>
          </p:nvSpPr>
          <p:spPr bwMode="gray">
            <a:xfrm flipV="1">
              <a:off x="2929" y="815"/>
              <a:ext cx="156" cy="79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2" name="Line 173"/>
            <p:cNvSpPr>
              <a:spLocks noChangeShapeType="1"/>
            </p:cNvSpPr>
            <p:nvPr userDrawn="1"/>
          </p:nvSpPr>
          <p:spPr bwMode="gray">
            <a:xfrm flipV="1">
              <a:off x="3085" y="812"/>
              <a:ext cx="9" cy="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3" name="Line 174"/>
            <p:cNvSpPr>
              <a:spLocks noChangeShapeType="1"/>
            </p:cNvSpPr>
            <p:nvPr userDrawn="1"/>
          </p:nvSpPr>
          <p:spPr bwMode="gray">
            <a:xfrm>
              <a:off x="3081" y="808"/>
              <a:ext cx="13" cy="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4" name="Line 175"/>
            <p:cNvSpPr>
              <a:spLocks noChangeShapeType="1"/>
            </p:cNvSpPr>
            <p:nvPr userDrawn="1"/>
          </p:nvSpPr>
          <p:spPr bwMode="gray">
            <a:xfrm flipH="1" flipV="1">
              <a:off x="2873" y="745"/>
              <a:ext cx="11" cy="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5" name="Line 176"/>
            <p:cNvSpPr>
              <a:spLocks noChangeShapeType="1"/>
            </p:cNvSpPr>
            <p:nvPr userDrawn="1"/>
          </p:nvSpPr>
          <p:spPr bwMode="gray">
            <a:xfrm flipH="1">
              <a:off x="2865" y="745"/>
              <a:ext cx="8" cy="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6" name="Line 177"/>
            <p:cNvSpPr>
              <a:spLocks noChangeShapeType="1"/>
            </p:cNvSpPr>
            <p:nvPr userDrawn="1"/>
          </p:nvSpPr>
          <p:spPr bwMode="gray">
            <a:xfrm flipH="1">
              <a:off x="2707" y="749"/>
              <a:ext cx="158" cy="7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7" name="Line 178"/>
            <p:cNvSpPr>
              <a:spLocks noChangeShapeType="1"/>
            </p:cNvSpPr>
            <p:nvPr userDrawn="1"/>
          </p:nvSpPr>
          <p:spPr bwMode="gray">
            <a:xfrm flipH="1">
              <a:off x="2698" y="826"/>
              <a:ext cx="9" cy="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8" name="Line 179"/>
            <p:cNvSpPr>
              <a:spLocks noChangeShapeType="1"/>
            </p:cNvSpPr>
            <p:nvPr userDrawn="1"/>
          </p:nvSpPr>
          <p:spPr bwMode="gray">
            <a:xfrm flipH="1" flipV="1">
              <a:off x="2698" y="829"/>
              <a:ext cx="11" cy="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9" name="Line 180"/>
            <p:cNvSpPr>
              <a:spLocks noChangeShapeType="1"/>
            </p:cNvSpPr>
            <p:nvPr userDrawn="1"/>
          </p:nvSpPr>
          <p:spPr bwMode="gray">
            <a:xfrm>
              <a:off x="2532" y="1051"/>
              <a:ext cx="200" cy="6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0" name="Line 181"/>
            <p:cNvSpPr>
              <a:spLocks noChangeShapeType="1"/>
            </p:cNvSpPr>
            <p:nvPr userDrawn="1"/>
          </p:nvSpPr>
          <p:spPr bwMode="gray">
            <a:xfrm>
              <a:off x="2630" y="966"/>
              <a:ext cx="2" cy="23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1" name="Line 182"/>
            <p:cNvSpPr>
              <a:spLocks noChangeShapeType="1"/>
            </p:cNvSpPr>
            <p:nvPr userDrawn="1"/>
          </p:nvSpPr>
          <p:spPr bwMode="gray">
            <a:xfrm flipH="1">
              <a:off x="2920" y="1154"/>
              <a:ext cx="9" cy="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2" name="Line 183"/>
            <p:cNvSpPr>
              <a:spLocks noChangeShapeType="1"/>
            </p:cNvSpPr>
            <p:nvPr userDrawn="1"/>
          </p:nvSpPr>
          <p:spPr bwMode="gray">
            <a:xfrm>
              <a:off x="2908" y="1154"/>
              <a:ext cx="12" cy="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3" name="Line 184"/>
            <p:cNvSpPr>
              <a:spLocks noChangeShapeType="1"/>
            </p:cNvSpPr>
            <p:nvPr userDrawn="1"/>
          </p:nvSpPr>
          <p:spPr bwMode="gray">
            <a:xfrm>
              <a:off x="2494" y="894"/>
              <a:ext cx="50" cy="1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4" name="Line 185"/>
            <p:cNvSpPr>
              <a:spLocks noChangeShapeType="1"/>
            </p:cNvSpPr>
            <p:nvPr userDrawn="1"/>
          </p:nvSpPr>
          <p:spPr bwMode="gray">
            <a:xfrm flipH="1" flipV="1">
              <a:off x="2630" y="820"/>
              <a:ext cx="2" cy="49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5" name="Line 186"/>
            <p:cNvSpPr>
              <a:spLocks noChangeShapeType="1"/>
            </p:cNvSpPr>
            <p:nvPr userDrawn="1"/>
          </p:nvSpPr>
          <p:spPr bwMode="gray">
            <a:xfrm>
              <a:off x="2931" y="1032"/>
              <a:ext cx="205" cy="6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6" name="Line 187"/>
            <p:cNvSpPr>
              <a:spLocks noChangeShapeType="1"/>
            </p:cNvSpPr>
            <p:nvPr userDrawn="1"/>
          </p:nvSpPr>
          <p:spPr bwMode="gray">
            <a:xfrm flipV="1">
              <a:off x="3001" y="838"/>
              <a:ext cx="154" cy="79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7" name="Line 188"/>
            <p:cNvSpPr>
              <a:spLocks noChangeShapeType="1"/>
            </p:cNvSpPr>
            <p:nvPr userDrawn="1"/>
          </p:nvSpPr>
          <p:spPr bwMode="gray">
            <a:xfrm>
              <a:off x="3008" y="855"/>
              <a:ext cx="217" cy="6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8" name="Line 189"/>
            <p:cNvSpPr>
              <a:spLocks noChangeShapeType="1"/>
            </p:cNvSpPr>
            <p:nvPr userDrawn="1"/>
          </p:nvSpPr>
          <p:spPr bwMode="gray">
            <a:xfrm flipV="1">
              <a:off x="2639" y="729"/>
              <a:ext cx="157" cy="7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29" name="Line 190"/>
            <p:cNvSpPr>
              <a:spLocks noChangeShapeType="1"/>
            </p:cNvSpPr>
            <p:nvPr userDrawn="1"/>
          </p:nvSpPr>
          <p:spPr bwMode="gray">
            <a:xfrm>
              <a:off x="2581" y="724"/>
              <a:ext cx="205" cy="6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0" name="Line 191"/>
            <p:cNvSpPr>
              <a:spLocks noChangeShapeType="1"/>
            </p:cNvSpPr>
            <p:nvPr userDrawn="1"/>
          </p:nvSpPr>
          <p:spPr bwMode="gray">
            <a:xfrm flipV="1">
              <a:off x="3157" y="1015"/>
              <a:ext cx="152" cy="8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1" name="Line 192"/>
            <p:cNvSpPr>
              <a:spLocks noChangeShapeType="1"/>
            </p:cNvSpPr>
            <p:nvPr userDrawn="1"/>
          </p:nvSpPr>
          <p:spPr bwMode="gray">
            <a:xfrm flipH="1">
              <a:off x="3232" y="938"/>
              <a:ext cx="3" cy="23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2" name="Line 193"/>
            <p:cNvSpPr>
              <a:spLocks noChangeShapeType="1"/>
            </p:cNvSpPr>
            <p:nvPr userDrawn="1"/>
          </p:nvSpPr>
          <p:spPr bwMode="gray">
            <a:xfrm flipH="1">
              <a:off x="2216" y="1235"/>
              <a:ext cx="161" cy="8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3" name="Line 194"/>
            <p:cNvSpPr>
              <a:spLocks noChangeShapeType="1"/>
            </p:cNvSpPr>
            <p:nvPr userDrawn="1"/>
          </p:nvSpPr>
          <p:spPr bwMode="gray">
            <a:xfrm flipH="1" flipV="1">
              <a:off x="2237" y="1226"/>
              <a:ext cx="120" cy="4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4" name="Line 195"/>
            <p:cNvSpPr>
              <a:spLocks noChangeShapeType="1"/>
            </p:cNvSpPr>
            <p:nvPr userDrawn="1"/>
          </p:nvSpPr>
          <p:spPr bwMode="gray">
            <a:xfrm flipH="1" flipV="1">
              <a:off x="2207" y="1333"/>
              <a:ext cx="2" cy="8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5" name="Line 196"/>
            <p:cNvSpPr>
              <a:spLocks noChangeShapeType="1"/>
            </p:cNvSpPr>
            <p:nvPr userDrawn="1"/>
          </p:nvSpPr>
          <p:spPr bwMode="gray">
            <a:xfrm>
              <a:off x="2118" y="1412"/>
              <a:ext cx="59" cy="2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6" name="Line 197"/>
            <p:cNvSpPr>
              <a:spLocks noChangeShapeType="1"/>
            </p:cNvSpPr>
            <p:nvPr userDrawn="1"/>
          </p:nvSpPr>
          <p:spPr bwMode="gray">
            <a:xfrm flipV="1">
              <a:off x="2732" y="1216"/>
              <a:ext cx="85" cy="4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7" name="Freeform 198"/>
            <p:cNvSpPr>
              <a:spLocks/>
            </p:cNvSpPr>
            <p:nvPr userDrawn="1"/>
          </p:nvSpPr>
          <p:spPr bwMode="gray">
            <a:xfrm>
              <a:off x="3421" y="1179"/>
              <a:ext cx="8" cy="10"/>
            </a:xfrm>
            <a:custGeom>
              <a:avLst/>
              <a:gdLst>
                <a:gd name="T0" fmla="*/ 8 w 8"/>
                <a:gd name="T1" fmla="*/ 10 h 10"/>
                <a:gd name="T2" fmla="*/ 8 w 8"/>
                <a:gd name="T3" fmla="*/ 5 h 10"/>
                <a:gd name="T4" fmla="*/ 7 w 8"/>
                <a:gd name="T5" fmla="*/ 2 h 10"/>
                <a:gd name="T6" fmla="*/ 5 w 8"/>
                <a:gd name="T7" fmla="*/ 0 h 10"/>
                <a:gd name="T8" fmla="*/ 1 w 8"/>
                <a:gd name="T9" fmla="*/ 0 h 10"/>
                <a:gd name="T10" fmla="*/ 0 w 8"/>
                <a:gd name="T11" fmla="*/ 2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0">
                  <a:moveTo>
                    <a:pt x="8" y="10"/>
                  </a:moveTo>
                  <a:lnTo>
                    <a:pt x="8" y="5"/>
                  </a:lnTo>
                  <a:lnTo>
                    <a:pt x="7" y="2"/>
                  </a:lnTo>
                  <a:lnTo>
                    <a:pt x="5" y="0"/>
                  </a:lnTo>
                  <a:lnTo>
                    <a:pt x="1" y="0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8" name="Line 199"/>
            <p:cNvSpPr>
              <a:spLocks noChangeShapeType="1"/>
            </p:cNvSpPr>
            <p:nvPr userDrawn="1"/>
          </p:nvSpPr>
          <p:spPr bwMode="gray">
            <a:xfrm>
              <a:off x="3324" y="1147"/>
              <a:ext cx="207" cy="6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39" name="Line 200"/>
            <p:cNvSpPr>
              <a:spLocks noChangeShapeType="1"/>
            </p:cNvSpPr>
            <p:nvPr userDrawn="1"/>
          </p:nvSpPr>
          <p:spPr bwMode="gray">
            <a:xfrm>
              <a:off x="3326" y="1156"/>
              <a:ext cx="207" cy="6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0" name="Freeform 201"/>
            <p:cNvSpPr>
              <a:spLocks/>
            </p:cNvSpPr>
            <p:nvPr userDrawn="1"/>
          </p:nvSpPr>
          <p:spPr bwMode="gray">
            <a:xfrm>
              <a:off x="3526" y="1212"/>
              <a:ext cx="7" cy="9"/>
            </a:xfrm>
            <a:custGeom>
              <a:avLst/>
              <a:gdLst>
                <a:gd name="T0" fmla="*/ 7 w 7"/>
                <a:gd name="T1" fmla="*/ 9 h 9"/>
                <a:gd name="T2" fmla="*/ 7 w 7"/>
                <a:gd name="T3" fmla="*/ 7 h 9"/>
                <a:gd name="T4" fmla="*/ 7 w 7"/>
                <a:gd name="T5" fmla="*/ 4 h 9"/>
                <a:gd name="T6" fmla="*/ 7 w 7"/>
                <a:gd name="T7" fmla="*/ 2 h 9"/>
                <a:gd name="T8" fmla="*/ 5 w 7"/>
                <a:gd name="T9" fmla="*/ 0 h 9"/>
                <a:gd name="T10" fmla="*/ 3 w 7"/>
                <a:gd name="T11" fmla="*/ 0 h 9"/>
                <a:gd name="T12" fmla="*/ 0 w 7"/>
                <a:gd name="T13" fmla="*/ 2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9">
                  <a:moveTo>
                    <a:pt x="7" y="9"/>
                  </a:moveTo>
                  <a:lnTo>
                    <a:pt x="7" y="7"/>
                  </a:lnTo>
                  <a:lnTo>
                    <a:pt x="7" y="4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1" name="Line 202"/>
            <p:cNvSpPr>
              <a:spLocks noChangeShapeType="1"/>
            </p:cNvSpPr>
            <p:nvPr userDrawn="1"/>
          </p:nvSpPr>
          <p:spPr bwMode="gray">
            <a:xfrm flipH="1" flipV="1">
              <a:off x="3317" y="1147"/>
              <a:ext cx="209" cy="6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2" name="Freeform 203"/>
            <p:cNvSpPr>
              <a:spLocks/>
            </p:cNvSpPr>
            <p:nvPr userDrawn="1"/>
          </p:nvSpPr>
          <p:spPr bwMode="gray">
            <a:xfrm>
              <a:off x="3317" y="1146"/>
              <a:ext cx="9" cy="10"/>
            </a:xfrm>
            <a:custGeom>
              <a:avLst/>
              <a:gdLst>
                <a:gd name="T0" fmla="*/ 9 w 9"/>
                <a:gd name="T1" fmla="*/ 10 h 10"/>
                <a:gd name="T2" fmla="*/ 9 w 9"/>
                <a:gd name="T3" fmla="*/ 7 h 10"/>
                <a:gd name="T4" fmla="*/ 7 w 9"/>
                <a:gd name="T5" fmla="*/ 3 h 10"/>
                <a:gd name="T6" fmla="*/ 7 w 9"/>
                <a:gd name="T7" fmla="*/ 1 h 10"/>
                <a:gd name="T8" fmla="*/ 4 w 9"/>
                <a:gd name="T9" fmla="*/ 0 h 10"/>
                <a:gd name="T10" fmla="*/ 0 w 9"/>
                <a:gd name="T11" fmla="*/ 1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10">
                  <a:moveTo>
                    <a:pt x="9" y="10"/>
                  </a:moveTo>
                  <a:lnTo>
                    <a:pt x="9" y="7"/>
                  </a:lnTo>
                  <a:lnTo>
                    <a:pt x="7" y="3"/>
                  </a:lnTo>
                  <a:lnTo>
                    <a:pt x="7" y="1"/>
                  </a:lnTo>
                  <a:lnTo>
                    <a:pt x="4" y="0"/>
                  </a:lnTo>
                  <a:lnTo>
                    <a:pt x="0" y="1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3" name="Freeform 204"/>
            <p:cNvSpPr>
              <a:spLocks/>
            </p:cNvSpPr>
            <p:nvPr userDrawn="1"/>
          </p:nvSpPr>
          <p:spPr bwMode="gray">
            <a:xfrm>
              <a:off x="2144" y="1686"/>
              <a:ext cx="10" cy="16"/>
            </a:xfrm>
            <a:custGeom>
              <a:avLst/>
              <a:gdLst>
                <a:gd name="T0" fmla="*/ 10 w 10"/>
                <a:gd name="T1" fmla="*/ 16 h 16"/>
                <a:gd name="T2" fmla="*/ 7 w 10"/>
                <a:gd name="T3" fmla="*/ 14 h 16"/>
                <a:gd name="T4" fmla="*/ 3 w 10"/>
                <a:gd name="T5" fmla="*/ 9 h 16"/>
                <a:gd name="T6" fmla="*/ 2 w 10"/>
                <a:gd name="T7" fmla="*/ 5 h 16"/>
                <a:gd name="T8" fmla="*/ 0 w 10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6">
                  <a:moveTo>
                    <a:pt x="10" y="16"/>
                  </a:moveTo>
                  <a:lnTo>
                    <a:pt x="7" y="14"/>
                  </a:lnTo>
                  <a:lnTo>
                    <a:pt x="3" y="9"/>
                  </a:lnTo>
                  <a:lnTo>
                    <a:pt x="2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4" name="Freeform 205"/>
            <p:cNvSpPr>
              <a:spLocks/>
            </p:cNvSpPr>
            <p:nvPr userDrawn="1"/>
          </p:nvSpPr>
          <p:spPr bwMode="gray">
            <a:xfrm>
              <a:off x="2265" y="1740"/>
              <a:ext cx="10" cy="9"/>
            </a:xfrm>
            <a:custGeom>
              <a:avLst/>
              <a:gdLst>
                <a:gd name="T0" fmla="*/ 10 w 10"/>
                <a:gd name="T1" fmla="*/ 7 h 9"/>
                <a:gd name="T2" fmla="*/ 7 w 10"/>
                <a:gd name="T3" fmla="*/ 9 h 9"/>
                <a:gd name="T4" fmla="*/ 3 w 10"/>
                <a:gd name="T5" fmla="*/ 7 h 9"/>
                <a:gd name="T6" fmla="*/ 1 w 10"/>
                <a:gd name="T7" fmla="*/ 4 h 9"/>
                <a:gd name="T8" fmla="*/ 0 w 10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10" y="7"/>
                  </a:moveTo>
                  <a:lnTo>
                    <a:pt x="7" y="9"/>
                  </a:lnTo>
                  <a:lnTo>
                    <a:pt x="3" y="7"/>
                  </a:lnTo>
                  <a:lnTo>
                    <a:pt x="1" y="4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5" name="Line 206"/>
            <p:cNvSpPr>
              <a:spLocks noChangeShapeType="1"/>
            </p:cNvSpPr>
            <p:nvPr userDrawn="1"/>
          </p:nvSpPr>
          <p:spPr bwMode="gray">
            <a:xfrm>
              <a:off x="2149" y="1702"/>
              <a:ext cx="196" cy="7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6" name="Line 207"/>
            <p:cNvSpPr>
              <a:spLocks noChangeShapeType="1"/>
            </p:cNvSpPr>
            <p:nvPr userDrawn="1"/>
          </p:nvSpPr>
          <p:spPr bwMode="gray">
            <a:xfrm>
              <a:off x="2154" y="1702"/>
              <a:ext cx="193" cy="7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7" name="Freeform 208"/>
            <p:cNvSpPr>
              <a:spLocks/>
            </p:cNvSpPr>
            <p:nvPr userDrawn="1"/>
          </p:nvSpPr>
          <p:spPr bwMode="gray">
            <a:xfrm>
              <a:off x="2345" y="1770"/>
              <a:ext cx="2" cy="5"/>
            </a:xfrm>
            <a:custGeom>
              <a:avLst/>
              <a:gdLst>
                <a:gd name="T0" fmla="*/ 2 w 2"/>
                <a:gd name="T1" fmla="*/ 4 h 5"/>
                <a:gd name="T2" fmla="*/ 0 w 2"/>
                <a:gd name="T3" fmla="*/ 5 h 5"/>
                <a:gd name="T4" fmla="*/ 0 w 2"/>
                <a:gd name="T5" fmla="*/ 5 h 5"/>
                <a:gd name="T6" fmla="*/ 0 w 2"/>
                <a:gd name="T7" fmla="*/ 5 h 5"/>
                <a:gd name="T8" fmla="*/ 0 w 2"/>
                <a:gd name="T9" fmla="*/ 5 h 5"/>
                <a:gd name="T10" fmla="*/ 0 w 2"/>
                <a:gd name="T11" fmla="*/ 5 h 5"/>
                <a:gd name="T12" fmla="*/ 2 w 2"/>
                <a:gd name="T13" fmla="*/ 2 h 5"/>
                <a:gd name="T14" fmla="*/ 2 w 2"/>
                <a:gd name="T15" fmla="*/ 0 h 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" h="5">
                  <a:moveTo>
                    <a:pt x="2" y="4"/>
                  </a:moveTo>
                  <a:lnTo>
                    <a:pt x="0" y="5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8" name="Line 209"/>
            <p:cNvSpPr>
              <a:spLocks noChangeShapeType="1"/>
            </p:cNvSpPr>
            <p:nvPr userDrawn="1"/>
          </p:nvSpPr>
          <p:spPr bwMode="gray">
            <a:xfrm flipH="1" flipV="1">
              <a:off x="2146" y="1695"/>
              <a:ext cx="201" cy="7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49" name="Freeform 210"/>
            <p:cNvSpPr>
              <a:spLocks/>
            </p:cNvSpPr>
            <p:nvPr userDrawn="1"/>
          </p:nvSpPr>
          <p:spPr bwMode="gray">
            <a:xfrm>
              <a:off x="2146" y="1695"/>
              <a:ext cx="8" cy="9"/>
            </a:xfrm>
            <a:custGeom>
              <a:avLst/>
              <a:gdLst>
                <a:gd name="T0" fmla="*/ 0 w 8"/>
                <a:gd name="T1" fmla="*/ 0 h 9"/>
                <a:gd name="T2" fmla="*/ 0 w 8"/>
                <a:gd name="T3" fmla="*/ 3 h 9"/>
                <a:gd name="T4" fmla="*/ 1 w 8"/>
                <a:gd name="T5" fmla="*/ 7 h 9"/>
                <a:gd name="T6" fmla="*/ 3 w 8"/>
                <a:gd name="T7" fmla="*/ 9 h 9"/>
                <a:gd name="T8" fmla="*/ 5 w 8"/>
                <a:gd name="T9" fmla="*/ 9 h 9"/>
                <a:gd name="T10" fmla="*/ 8 w 8"/>
                <a:gd name="T11" fmla="*/ 7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lnTo>
                    <a:pt x="0" y="3"/>
                  </a:lnTo>
                  <a:lnTo>
                    <a:pt x="1" y="7"/>
                  </a:lnTo>
                  <a:lnTo>
                    <a:pt x="3" y="9"/>
                  </a:lnTo>
                  <a:lnTo>
                    <a:pt x="5" y="9"/>
                  </a:lnTo>
                  <a:lnTo>
                    <a:pt x="8" y="7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0" name="Freeform 211"/>
            <p:cNvSpPr>
              <a:spLocks/>
            </p:cNvSpPr>
            <p:nvPr userDrawn="1"/>
          </p:nvSpPr>
          <p:spPr bwMode="gray">
            <a:xfrm>
              <a:off x="2574" y="1863"/>
              <a:ext cx="12" cy="10"/>
            </a:xfrm>
            <a:custGeom>
              <a:avLst/>
              <a:gdLst>
                <a:gd name="T0" fmla="*/ 12 w 12"/>
                <a:gd name="T1" fmla="*/ 1 h 10"/>
                <a:gd name="T2" fmla="*/ 7 w 12"/>
                <a:gd name="T3" fmla="*/ 0 h 10"/>
                <a:gd name="T4" fmla="*/ 5 w 12"/>
                <a:gd name="T5" fmla="*/ 1 h 10"/>
                <a:gd name="T6" fmla="*/ 2 w 12"/>
                <a:gd name="T7" fmla="*/ 3 h 10"/>
                <a:gd name="T8" fmla="*/ 2 w 12"/>
                <a:gd name="T9" fmla="*/ 5 h 10"/>
                <a:gd name="T10" fmla="*/ 0 w 12"/>
                <a:gd name="T11" fmla="*/ 1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0">
                  <a:moveTo>
                    <a:pt x="12" y="1"/>
                  </a:moveTo>
                  <a:lnTo>
                    <a:pt x="7" y="0"/>
                  </a:lnTo>
                  <a:lnTo>
                    <a:pt x="5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0" y="1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1" name="Line 212"/>
            <p:cNvSpPr>
              <a:spLocks noChangeShapeType="1"/>
            </p:cNvSpPr>
            <p:nvPr userDrawn="1"/>
          </p:nvSpPr>
          <p:spPr bwMode="gray">
            <a:xfrm flipV="1">
              <a:off x="2574" y="1866"/>
              <a:ext cx="12" cy="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2" name="Freeform 213"/>
            <p:cNvSpPr>
              <a:spLocks/>
            </p:cNvSpPr>
            <p:nvPr userDrawn="1"/>
          </p:nvSpPr>
          <p:spPr bwMode="gray">
            <a:xfrm>
              <a:off x="2651" y="1885"/>
              <a:ext cx="9" cy="7"/>
            </a:xfrm>
            <a:custGeom>
              <a:avLst/>
              <a:gdLst>
                <a:gd name="T0" fmla="*/ 9 w 9"/>
                <a:gd name="T1" fmla="*/ 7 h 7"/>
                <a:gd name="T2" fmla="*/ 7 w 9"/>
                <a:gd name="T3" fmla="*/ 7 h 7"/>
                <a:gd name="T4" fmla="*/ 5 w 9"/>
                <a:gd name="T5" fmla="*/ 7 h 7"/>
                <a:gd name="T6" fmla="*/ 2 w 9"/>
                <a:gd name="T7" fmla="*/ 7 h 7"/>
                <a:gd name="T8" fmla="*/ 0 w 9"/>
                <a:gd name="T9" fmla="*/ 4 h 7"/>
                <a:gd name="T10" fmla="*/ 0 w 9"/>
                <a:gd name="T11" fmla="*/ 0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7">
                  <a:moveTo>
                    <a:pt x="9" y="7"/>
                  </a:moveTo>
                  <a:lnTo>
                    <a:pt x="7" y="7"/>
                  </a:lnTo>
                  <a:lnTo>
                    <a:pt x="5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3" name="Line 214"/>
            <p:cNvSpPr>
              <a:spLocks noChangeShapeType="1"/>
            </p:cNvSpPr>
            <p:nvPr userDrawn="1"/>
          </p:nvSpPr>
          <p:spPr bwMode="gray">
            <a:xfrm>
              <a:off x="2574" y="1863"/>
              <a:ext cx="207" cy="7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4" name="Line 215"/>
            <p:cNvSpPr>
              <a:spLocks noChangeShapeType="1"/>
            </p:cNvSpPr>
            <p:nvPr userDrawn="1"/>
          </p:nvSpPr>
          <p:spPr bwMode="gray">
            <a:xfrm>
              <a:off x="2586" y="1864"/>
              <a:ext cx="202" cy="7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5" name="Freeform 216"/>
            <p:cNvSpPr>
              <a:spLocks/>
            </p:cNvSpPr>
            <p:nvPr userDrawn="1"/>
          </p:nvSpPr>
          <p:spPr bwMode="gray">
            <a:xfrm>
              <a:off x="2779" y="1933"/>
              <a:ext cx="9" cy="8"/>
            </a:xfrm>
            <a:custGeom>
              <a:avLst/>
              <a:gdLst>
                <a:gd name="T0" fmla="*/ 9 w 9"/>
                <a:gd name="T1" fmla="*/ 7 h 8"/>
                <a:gd name="T2" fmla="*/ 5 w 9"/>
                <a:gd name="T3" fmla="*/ 8 h 8"/>
                <a:gd name="T4" fmla="*/ 3 w 9"/>
                <a:gd name="T5" fmla="*/ 8 h 8"/>
                <a:gd name="T6" fmla="*/ 2 w 9"/>
                <a:gd name="T7" fmla="*/ 7 h 8"/>
                <a:gd name="T8" fmla="*/ 0 w 9"/>
                <a:gd name="T9" fmla="*/ 3 h 8"/>
                <a:gd name="T10" fmla="*/ 0 w 9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8">
                  <a:moveTo>
                    <a:pt x="9" y="7"/>
                  </a:moveTo>
                  <a:lnTo>
                    <a:pt x="5" y="8"/>
                  </a:lnTo>
                  <a:lnTo>
                    <a:pt x="3" y="8"/>
                  </a:lnTo>
                  <a:lnTo>
                    <a:pt x="2" y="7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6" name="Line 217"/>
            <p:cNvSpPr>
              <a:spLocks noChangeShapeType="1"/>
            </p:cNvSpPr>
            <p:nvPr userDrawn="1"/>
          </p:nvSpPr>
          <p:spPr bwMode="gray">
            <a:xfrm flipH="1" flipV="1">
              <a:off x="2565" y="1852"/>
              <a:ext cx="214" cy="8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7" name="Freeform 218"/>
            <p:cNvSpPr>
              <a:spLocks/>
            </p:cNvSpPr>
            <p:nvPr userDrawn="1"/>
          </p:nvSpPr>
          <p:spPr bwMode="gray">
            <a:xfrm>
              <a:off x="2565" y="1852"/>
              <a:ext cx="21" cy="12"/>
            </a:xfrm>
            <a:custGeom>
              <a:avLst/>
              <a:gdLst>
                <a:gd name="T0" fmla="*/ 21 w 21"/>
                <a:gd name="T1" fmla="*/ 12 h 12"/>
                <a:gd name="T2" fmla="*/ 14 w 21"/>
                <a:gd name="T3" fmla="*/ 12 h 12"/>
                <a:gd name="T4" fmla="*/ 11 w 21"/>
                <a:gd name="T5" fmla="*/ 11 h 12"/>
                <a:gd name="T6" fmla="*/ 7 w 21"/>
                <a:gd name="T7" fmla="*/ 9 h 12"/>
                <a:gd name="T8" fmla="*/ 4 w 21"/>
                <a:gd name="T9" fmla="*/ 5 h 12"/>
                <a:gd name="T10" fmla="*/ 0 w 2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2">
                  <a:moveTo>
                    <a:pt x="21" y="12"/>
                  </a:moveTo>
                  <a:lnTo>
                    <a:pt x="14" y="12"/>
                  </a:lnTo>
                  <a:lnTo>
                    <a:pt x="11" y="11"/>
                  </a:lnTo>
                  <a:lnTo>
                    <a:pt x="7" y="9"/>
                  </a:lnTo>
                  <a:lnTo>
                    <a:pt x="4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8" name="Freeform 219"/>
            <p:cNvSpPr>
              <a:spLocks/>
            </p:cNvSpPr>
            <p:nvPr userDrawn="1"/>
          </p:nvSpPr>
          <p:spPr bwMode="gray">
            <a:xfrm>
              <a:off x="2868" y="1884"/>
              <a:ext cx="12" cy="8"/>
            </a:xfrm>
            <a:custGeom>
              <a:avLst/>
              <a:gdLst>
                <a:gd name="T0" fmla="*/ 0 w 12"/>
                <a:gd name="T1" fmla="*/ 8 h 8"/>
                <a:gd name="T2" fmla="*/ 4 w 12"/>
                <a:gd name="T3" fmla="*/ 8 h 8"/>
                <a:gd name="T4" fmla="*/ 5 w 12"/>
                <a:gd name="T5" fmla="*/ 8 h 8"/>
                <a:gd name="T6" fmla="*/ 9 w 12"/>
                <a:gd name="T7" fmla="*/ 7 h 8"/>
                <a:gd name="T8" fmla="*/ 11 w 12"/>
                <a:gd name="T9" fmla="*/ 3 h 8"/>
                <a:gd name="T10" fmla="*/ 12 w 12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8">
                  <a:moveTo>
                    <a:pt x="0" y="8"/>
                  </a:moveTo>
                  <a:lnTo>
                    <a:pt x="4" y="8"/>
                  </a:lnTo>
                  <a:lnTo>
                    <a:pt x="5" y="8"/>
                  </a:lnTo>
                  <a:lnTo>
                    <a:pt x="9" y="7"/>
                  </a:lnTo>
                  <a:lnTo>
                    <a:pt x="11" y="3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59" name="Line 220"/>
            <p:cNvSpPr>
              <a:spLocks noChangeShapeType="1"/>
            </p:cNvSpPr>
            <p:nvPr userDrawn="1"/>
          </p:nvSpPr>
          <p:spPr bwMode="gray">
            <a:xfrm flipV="1">
              <a:off x="2796" y="1844"/>
              <a:ext cx="159" cy="9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0" name="Line 221"/>
            <p:cNvSpPr>
              <a:spLocks noChangeShapeType="1"/>
            </p:cNvSpPr>
            <p:nvPr userDrawn="1"/>
          </p:nvSpPr>
          <p:spPr bwMode="gray">
            <a:xfrm flipV="1">
              <a:off x="2788" y="1845"/>
              <a:ext cx="159" cy="9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1" name="Freeform 222"/>
            <p:cNvSpPr>
              <a:spLocks/>
            </p:cNvSpPr>
            <p:nvPr userDrawn="1"/>
          </p:nvSpPr>
          <p:spPr bwMode="gray">
            <a:xfrm>
              <a:off x="2947" y="1837"/>
              <a:ext cx="12" cy="8"/>
            </a:xfrm>
            <a:custGeom>
              <a:avLst/>
              <a:gdLst>
                <a:gd name="T0" fmla="*/ 0 w 12"/>
                <a:gd name="T1" fmla="*/ 8 h 8"/>
                <a:gd name="T2" fmla="*/ 5 w 12"/>
                <a:gd name="T3" fmla="*/ 8 h 8"/>
                <a:gd name="T4" fmla="*/ 7 w 12"/>
                <a:gd name="T5" fmla="*/ 8 h 8"/>
                <a:gd name="T6" fmla="*/ 10 w 12"/>
                <a:gd name="T7" fmla="*/ 7 h 8"/>
                <a:gd name="T8" fmla="*/ 12 w 12"/>
                <a:gd name="T9" fmla="*/ 3 h 8"/>
                <a:gd name="T10" fmla="*/ 12 w 12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8">
                  <a:moveTo>
                    <a:pt x="0" y="8"/>
                  </a:moveTo>
                  <a:lnTo>
                    <a:pt x="5" y="8"/>
                  </a:lnTo>
                  <a:lnTo>
                    <a:pt x="7" y="8"/>
                  </a:lnTo>
                  <a:lnTo>
                    <a:pt x="10" y="7"/>
                  </a:lnTo>
                  <a:lnTo>
                    <a:pt x="12" y="3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2" name="Line 223"/>
            <p:cNvSpPr>
              <a:spLocks noChangeShapeType="1"/>
            </p:cNvSpPr>
            <p:nvPr userDrawn="1"/>
          </p:nvSpPr>
          <p:spPr bwMode="gray">
            <a:xfrm flipH="1">
              <a:off x="2798" y="1837"/>
              <a:ext cx="161" cy="9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3" name="Freeform 224"/>
            <p:cNvSpPr>
              <a:spLocks/>
            </p:cNvSpPr>
            <p:nvPr userDrawn="1"/>
          </p:nvSpPr>
          <p:spPr bwMode="gray">
            <a:xfrm>
              <a:off x="2788" y="1931"/>
              <a:ext cx="10" cy="10"/>
            </a:xfrm>
            <a:custGeom>
              <a:avLst/>
              <a:gdLst>
                <a:gd name="T0" fmla="*/ 10 w 10"/>
                <a:gd name="T1" fmla="*/ 0 h 10"/>
                <a:gd name="T2" fmla="*/ 10 w 10"/>
                <a:gd name="T3" fmla="*/ 5 h 10"/>
                <a:gd name="T4" fmla="*/ 8 w 10"/>
                <a:gd name="T5" fmla="*/ 7 h 10"/>
                <a:gd name="T6" fmla="*/ 7 w 10"/>
                <a:gd name="T7" fmla="*/ 9 h 10"/>
                <a:gd name="T8" fmla="*/ 3 w 10"/>
                <a:gd name="T9" fmla="*/ 10 h 10"/>
                <a:gd name="T10" fmla="*/ 0 w 10"/>
                <a:gd name="T11" fmla="*/ 9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10">
                  <a:moveTo>
                    <a:pt x="10" y="0"/>
                  </a:moveTo>
                  <a:lnTo>
                    <a:pt x="10" y="5"/>
                  </a:lnTo>
                  <a:lnTo>
                    <a:pt x="8" y="7"/>
                  </a:lnTo>
                  <a:lnTo>
                    <a:pt x="7" y="9"/>
                  </a:lnTo>
                  <a:lnTo>
                    <a:pt x="3" y="10"/>
                  </a:lnTo>
                  <a:lnTo>
                    <a:pt x="0" y="9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4" name="Freeform 225"/>
            <p:cNvSpPr>
              <a:spLocks/>
            </p:cNvSpPr>
            <p:nvPr userDrawn="1"/>
          </p:nvSpPr>
          <p:spPr bwMode="gray">
            <a:xfrm>
              <a:off x="2947" y="1826"/>
              <a:ext cx="8" cy="19"/>
            </a:xfrm>
            <a:custGeom>
              <a:avLst/>
              <a:gdLst>
                <a:gd name="T0" fmla="*/ 0 w 8"/>
                <a:gd name="T1" fmla="*/ 19 h 19"/>
                <a:gd name="T2" fmla="*/ 3 w 8"/>
                <a:gd name="T3" fmla="*/ 16 h 19"/>
                <a:gd name="T4" fmla="*/ 7 w 8"/>
                <a:gd name="T5" fmla="*/ 11 h 19"/>
                <a:gd name="T6" fmla="*/ 8 w 8"/>
                <a:gd name="T7" fmla="*/ 5 h 19"/>
                <a:gd name="T8" fmla="*/ 8 w 8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9">
                  <a:moveTo>
                    <a:pt x="0" y="19"/>
                  </a:moveTo>
                  <a:lnTo>
                    <a:pt x="3" y="16"/>
                  </a:lnTo>
                  <a:lnTo>
                    <a:pt x="7" y="11"/>
                  </a:lnTo>
                  <a:lnTo>
                    <a:pt x="8" y="5"/>
                  </a:lnTo>
                  <a:lnTo>
                    <a:pt x="8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5" name="Freeform 226"/>
            <p:cNvSpPr>
              <a:spLocks/>
            </p:cNvSpPr>
            <p:nvPr userDrawn="1"/>
          </p:nvSpPr>
          <p:spPr bwMode="gray">
            <a:xfrm>
              <a:off x="2342" y="1513"/>
              <a:ext cx="10" cy="9"/>
            </a:xfrm>
            <a:custGeom>
              <a:avLst/>
              <a:gdLst>
                <a:gd name="T0" fmla="*/ 0 w 10"/>
                <a:gd name="T1" fmla="*/ 9 h 9"/>
                <a:gd name="T2" fmla="*/ 3 w 10"/>
                <a:gd name="T3" fmla="*/ 9 h 9"/>
                <a:gd name="T4" fmla="*/ 7 w 10"/>
                <a:gd name="T5" fmla="*/ 9 h 9"/>
                <a:gd name="T6" fmla="*/ 8 w 10"/>
                <a:gd name="T7" fmla="*/ 7 h 9"/>
                <a:gd name="T8" fmla="*/ 10 w 10"/>
                <a:gd name="T9" fmla="*/ 3 h 9"/>
                <a:gd name="T10" fmla="*/ 10 w 10"/>
                <a:gd name="T11" fmla="*/ 0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9">
                  <a:moveTo>
                    <a:pt x="0" y="9"/>
                  </a:moveTo>
                  <a:lnTo>
                    <a:pt x="3" y="9"/>
                  </a:lnTo>
                  <a:lnTo>
                    <a:pt x="7" y="9"/>
                  </a:lnTo>
                  <a:lnTo>
                    <a:pt x="8" y="7"/>
                  </a:lnTo>
                  <a:lnTo>
                    <a:pt x="10" y="3"/>
                  </a:lnTo>
                  <a:lnTo>
                    <a:pt x="1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6" name="Line 227"/>
            <p:cNvSpPr>
              <a:spLocks noChangeShapeType="1"/>
            </p:cNvSpPr>
            <p:nvPr userDrawn="1"/>
          </p:nvSpPr>
          <p:spPr bwMode="gray">
            <a:xfrm flipH="1" flipV="1">
              <a:off x="2319" y="1366"/>
              <a:ext cx="26" cy="1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7" name="Line 228"/>
            <p:cNvSpPr>
              <a:spLocks noChangeShapeType="1"/>
            </p:cNvSpPr>
            <p:nvPr userDrawn="1"/>
          </p:nvSpPr>
          <p:spPr bwMode="gray">
            <a:xfrm flipH="1" flipV="1">
              <a:off x="2314" y="1366"/>
              <a:ext cx="31" cy="1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8" name="Freeform 229"/>
            <p:cNvSpPr>
              <a:spLocks/>
            </p:cNvSpPr>
            <p:nvPr userDrawn="1"/>
          </p:nvSpPr>
          <p:spPr bwMode="gray">
            <a:xfrm>
              <a:off x="2314" y="1364"/>
              <a:ext cx="8" cy="11"/>
            </a:xfrm>
            <a:custGeom>
              <a:avLst/>
              <a:gdLst>
                <a:gd name="T0" fmla="*/ 0 w 8"/>
                <a:gd name="T1" fmla="*/ 2 h 11"/>
                <a:gd name="T2" fmla="*/ 3 w 8"/>
                <a:gd name="T3" fmla="*/ 0 h 11"/>
                <a:gd name="T4" fmla="*/ 5 w 8"/>
                <a:gd name="T5" fmla="*/ 2 h 11"/>
                <a:gd name="T6" fmla="*/ 7 w 8"/>
                <a:gd name="T7" fmla="*/ 4 h 11"/>
                <a:gd name="T8" fmla="*/ 8 w 8"/>
                <a:gd name="T9" fmla="*/ 7 h 11"/>
                <a:gd name="T10" fmla="*/ 8 w 8"/>
                <a:gd name="T11" fmla="*/ 1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1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8" y="7"/>
                  </a:lnTo>
                  <a:lnTo>
                    <a:pt x="8" y="11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69" name="Line 230"/>
            <p:cNvSpPr>
              <a:spLocks noChangeShapeType="1"/>
            </p:cNvSpPr>
            <p:nvPr userDrawn="1"/>
          </p:nvSpPr>
          <p:spPr bwMode="gray">
            <a:xfrm>
              <a:off x="2322" y="1375"/>
              <a:ext cx="23" cy="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0" name="Freeform 231"/>
            <p:cNvSpPr>
              <a:spLocks/>
            </p:cNvSpPr>
            <p:nvPr userDrawn="1"/>
          </p:nvSpPr>
          <p:spPr bwMode="gray">
            <a:xfrm>
              <a:off x="2221" y="1408"/>
              <a:ext cx="10" cy="9"/>
            </a:xfrm>
            <a:custGeom>
              <a:avLst/>
              <a:gdLst>
                <a:gd name="T0" fmla="*/ 10 w 10"/>
                <a:gd name="T1" fmla="*/ 0 h 9"/>
                <a:gd name="T2" fmla="*/ 7 w 10"/>
                <a:gd name="T3" fmla="*/ 0 h 9"/>
                <a:gd name="T4" fmla="*/ 5 w 10"/>
                <a:gd name="T5" fmla="*/ 0 h 9"/>
                <a:gd name="T6" fmla="*/ 3 w 10"/>
                <a:gd name="T7" fmla="*/ 2 h 9"/>
                <a:gd name="T8" fmla="*/ 0 w 10"/>
                <a:gd name="T9" fmla="*/ 5 h 9"/>
                <a:gd name="T10" fmla="*/ 0 w 10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9">
                  <a:moveTo>
                    <a:pt x="10" y="0"/>
                  </a:moveTo>
                  <a:lnTo>
                    <a:pt x="7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9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1" name="Line 232"/>
            <p:cNvSpPr>
              <a:spLocks noChangeShapeType="1"/>
            </p:cNvSpPr>
            <p:nvPr userDrawn="1"/>
          </p:nvSpPr>
          <p:spPr bwMode="gray">
            <a:xfrm flipH="1">
              <a:off x="2140" y="1368"/>
              <a:ext cx="165" cy="8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2" name="Line 233"/>
            <p:cNvSpPr>
              <a:spLocks noChangeShapeType="1"/>
            </p:cNvSpPr>
            <p:nvPr userDrawn="1"/>
          </p:nvSpPr>
          <p:spPr bwMode="gray">
            <a:xfrm flipH="1">
              <a:off x="2147" y="1366"/>
              <a:ext cx="167" cy="8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3" name="Freeform 234"/>
            <p:cNvSpPr>
              <a:spLocks/>
            </p:cNvSpPr>
            <p:nvPr userDrawn="1"/>
          </p:nvSpPr>
          <p:spPr bwMode="gray">
            <a:xfrm>
              <a:off x="2139" y="1450"/>
              <a:ext cx="8" cy="10"/>
            </a:xfrm>
            <a:custGeom>
              <a:avLst/>
              <a:gdLst>
                <a:gd name="T0" fmla="*/ 8 w 8"/>
                <a:gd name="T1" fmla="*/ 2 h 10"/>
                <a:gd name="T2" fmla="*/ 5 w 8"/>
                <a:gd name="T3" fmla="*/ 0 h 10"/>
                <a:gd name="T4" fmla="*/ 3 w 8"/>
                <a:gd name="T5" fmla="*/ 2 h 10"/>
                <a:gd name="T6" fmla="*/ 0 w 8"/>
                <a:gd name="T7" fmla="*/ 4 h 10"/>
                <a:gd name="T8" fmla="*/ 0 w 8"/>
                <a:gd name="T9" fmla="*/ 7 h 10"/>
                <a:gd name="T10" fmla="*/ 0 w 8"/>
                <a:gd name="T11" fmla="*/ 1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0">
                  <a:moveTo>
                    <a:pt x="8" y="2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1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4" name="Line 235"/>
            <p:cNvSpPr>
              <a:spLocks noChangeShapeType="1"/>
            </p:cNvSpPr>
            <p:nvPr userDrawn="1"/>
          </p:nvSpPr>
          <p:spPr bwMode="gray">
            <a:xfrm flipV="1">
              <a:off x="2139" y="1375"/>
              <a:ext cx="164" cy="8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5" name="Freeform 236"/>
            <p:cNvSpPr>
              <a:spLocks/>
            </p:cNvSpPr>
            <p:nvPr userDrawn="1"/>
          </p:nvSpPr>
          <p:spPr bwMode="gray">
            <a:xfrm>
              <a:off x="2303" y="1366"/>
              <a:ext cx="11" cy="9"/>
            </a:xfrm>
            <a:custGeom>
              <a:avLst/>
              <a:gdLst>
                <a:gd name="T0" fmla="*/ 11 w 11"/>
                <a:gd name="T1" fmla="*/ 0 h 9"/>
                <a:gd name="T2" fmla="*/ 5 w 11"/>
                <a:gd name="T3" fmla="*/ 0 h 9"/>
                <a:gd name="T4" fmla="*/ 4 w 11"/>
                <a:gd name="T5" fmla="*/ 0 h 9"/>
                <a:gd name="T6" fmla="*/ 2 w 11"/>
                <a:gd name="T7" fmla="*/ 2 h 9"/>
                <a:gd name="T8" fmla="*/ 0 w 11"/>
                <a:gd name="T9" fmla="*/ 5 h 9"/>
                <a:gd name="T10" fmla="*/ 0 w 11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9">
                  <a:moveTo>
                    <a:pt x="11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9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6" name="Freeform 237"/>
            <p:cNvSpPr>
              <a:spLocks/>
            </p:cNvSpPr>
            <p:nvPr userDrawn="1"/>
          </p:nvSpPr>
          <p:spPr bwMode="gray">
            <a:xfrm>
              <a:off x="2261" y="1495"/>
              <a:ext cx="9" cy="18"/>
            </a:xfrm>
            <a:custGeom>
              <a:avLst/>
              <a:gdLst>
                <a:gd name="T0" fmla="*/ 9 w 9"/>
                <a:gd name="T1" fmla="*/ 0 h 18"/>
                <a:gd name="T2" fmla="*/ 4 w 9"/>
                <a:gd name="T3" fmla="*/ 4 h 18"/>
                <a:gd name="T4" fmla="*/ 2 w 9"/>
                <a:gd name="T5" fmla="*/ 7 h 18"/>
                <a:gd name="T6" fmla="*/ 0 w 9"/>
                <a:gd name="T7" fmla="*/ 13 h 18"/>
                <a:gd name="T8" fmla="*/ 0 w 9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8">
                  <a:moveTo>
                    <a:pt x="9" y="0"/>
                  </a:moveTo>
                  <a:lnTo>
                    <a:pt x="4" y="4"/>
                  </a:lnTo>
                  <a:lnTo>
                    <a:pt x="2" y="7"/>
                  </a:lnTo>
                  <a:lnTo>
                    <a:pt x="0" y="13"/>
                  </a:lnTo>
                  <a:lnTo>
                    <a:pt x="0" y="18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7" name="Line 238"/>
            <p:cNvSpPr>
              <a:spLocks noChangeShapeType="1"/>
            </p:cNvSpPr>
            <p:nvPr userDrawn="1"/>
          </p:nvSpPr>
          <p:spPr bwMode="gray">
            <a:xfrm>
              <a:off x="2142" y="1459"/>
              <a:ext cx="198" cy="7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8" name="Line 239"/>
            <p:cNvSpPr>
              <a:spLocks noChangeShapeType="1"/>
            </p:cNvSpPr>
            <p:nvPr userDrawn="1"/>
          </p:nvSpPr>
          <p:spPr bwMode="gray">
            <a:xfrm>
              <a:off x="2147" y="1452"/>
              <a:ext cx="195" cy="7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79" name="Freeform 240"/>
            <p:cNvSpPr>
              <a:spLocks/>
            </p:cNvSpPr>
            <p:nvPr userDrawn="1"/>
          </p:nvSpPr>
          <p:spPr bwMode="gray">
            <a:xfrm>
              <a:off x="2340" y="1522"/>
              <a:ext cx="3" cy="21"/>
            </a:xfrm>
            <a:custGeom>
              <a:avLst/>
              <a:gdLst>
                <a:gd name="T0" fmla="*/ 2 w 3"/>
                <a:gd name="T1" fmla="*/ 0 h 21"/>
                <a:gd name="T2" fmla="*/ 0 w 3"/>
                <a:gd name="T3" fmla="*/ 7 h 21"/>
                <a:gd name="T4" fmla="*/ 0 w 3"/>
                <a:gd name="T5" fmla="*/ 14 h 21"/>
                <a:gd name="T6" fmla="*/ 3 w 3"/>
                <a:gd name="T7" fmla="*/ 2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1">
                  <a:moveTo>
                    <a:pt x="2" y="0"/>
                  </a:moveTo>
                  <a:lnTo>
                    <a:pt x="0" y="7"/>
                  </a:lnTo>
                  <a:lnTo>
                    <a:pt x="0" y="14"/>
                  </a:lnTo>
                  <a:lnTo>
                    <a:pt x="3" y="21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0" name="Line 241"/>
            <p:cNvSpPr>
              <a:spLocks noChangeShapeType="1"/>
            </p:cNvSpPr>
            <p:nvPr userDrawn="1"/>
          </p:nvSpPr>
          <p:spPr bwMode="gray">
            <a:xfrm flipH="1" flipV="1">
              <a:off x="2139" y="1469"/>
              <a:ext cx="204" cy="7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1" name="Freeform 242"/>
            <p:cNvSpPr>
              <a:spLocks/>
            </p:cNvSpPr>
            <p:nvPr userDrawn="1"/>
          </p:nvSpPr>
          <p:spPr bwMode="gray">
            <a:xfrm>
              <a:off x="2139" y="1452"/>
              <a:ext cx="8" cy="17"/>
            </a:xfrm>
            <a:custGeom>
              <a:avLst/>
              <a:gdLst>
                <a:gd name="T0" fmla="*/ 0 w 8"/>
                <a:gd name="T1" fmla="*/ 17 h 17"/>
                <a:gd name="T2" fmla="*/ 1 w 8"/>
                <a:gd name="T3" fmla="*/ 12 h 17"/>
                <a:gd name="T4" fmla="*/ 3 w 8"/>
                <a:gd name="T5" fmla="*/ 7 h 17"/>
                <a:gd name="T6" fmla="*/ 5 w 8"/>
                <a:gd name="T7" fmla="*/ 3 h 17"/>
                <a:gd name="T8" fmla="*/ 8 w 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7">
                  <a:moveTo>
                    <a:pt x="0" y="17"/>
                  </a:moveTo>
                  <a:lnTo>
                    <a:pt x="1" y="12"/>
                  </a:lnTo>
                  <a:lnTo>
                    <a:pt x="3" y="7"/>
                  </a:lnTo>
                  <a:lnTo>
                    <a:pt x="5" y="3"/>
                  </a:lnTo>
                  <a:lnTo>
                    <a:pt x="8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2" name="Freeform 243"/>
            <p:cNvSpPr>
              <a:spLocks/>
            </p:cNvSpPr>
            <p:nvPr userDrawn="1"/>
          </p:nvSpPr>
          <p:spPr bwMode="gray">
            <a:xfrm>
              <a:off x="2655" y="1546"/>
              <a:ext cx="10" cy="18"/>
            </a:xfrm>
            <a:custGeom>
              <a:avLst/>
              <a:gdLst>
                <a:gd name="T0" fmla="*/ 10 w 10"/>
                <a:gd name="T1" fmla="*/ 18 h 18"/>
                <a:gd name="T2" fmla="*/ 7 w 10"/>
                <a:gd name="T3" fmla="*/ 14 h 18"/>
                <a:gd name="T4" fmla="*/ 3 w 10"/>
                <a:gd name="T5" fmla="*/ 11 h 18"/>
                <a:gd name="T6" fmla="*/ 0 w 10"/>
                <a:gd name="T7" fmla="*/ 5 h 18"/>
                <a:gd name="T8" fmla="*/ 0 w 10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8">
                  <a:moveTo>
                    <a:pt x="10" y="18"/>
                  </a:moveTo>
                  <a:lnTo>
                    <a:pt x="7" y="14"/>
                  </a:lnTo>
                  <a:lnTo>
                    <a:pt x="3" y="11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3" name="Line 244"/>
            <p:cNvSpPr>
              <a:spLocks noChangeShapeType="1"/>
            </p:cNvSpPr>
            <p:nvPr userDrawn="1"/>
          </p:nvSpPr>
          <p:spPr bwMode="gray">
            <a:xfrm flipH="1">
              <a:off x="2576" y="1511"/>
              <a:ext cx="163" cy="9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4" name="Line 245"/>
            <p:cNvSpPr>
              <a:spLocks noChangeShapeType="1"/>
            </p:cNvSpPr>
            <p:nvPr userDrawn="1"/>
          </p:nvSpPr>
          <p:spPr bwMode="gray">
            <a:xfrm flipH="1">
              <a:off x="2583" y="1518"/>
              <a:ext cx="163" cy="9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5" name="Freeform 246"/>
            <p:cNvSpPr>
              <a:spLocks/>
            </p:cNvSpPr>
            <p:nvPr userDrawn="1"/>
          </p:nvSpPr>
          <p:spPr bwMode="gray">
            <a:xfrm>
              <a:off x="2572" y="1592"/>
              <a:ext cx="11" cy="17"/>
            </a:xfrm>
            <a:custGeom>
              <a:avLst/>
              <a:gdLst>
                <a:gd name="T0" fmla="*/ 11 w 11"/>
                <a:gd name="T1" fmla="*/ 17 h 17"/>
                <a:gd name="T2" fmla="*/ 7 w 11"/>
                <a:gd name="T3" fmla="*/ 14 h 17"/>
                <a:gd name="T4" fmla="*/ 4 w 11"/>
                <a:gd name="T5" fmla="*/ 10 h 17"/>
                <a:gd name="T6" fmla="*/ 0 w 11"/>
                <a:gd name="T7" fmla="*/ 5 h 17"/>
                <a:gd name="T8" fmla="*/ 0 w 11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7">
                  <a:moveTo>
                    <a:pt x="11" y="17"/>
                  </a:moveTo>
                  <a:lnTo>
                    <a:pt x="7" y="14"/>
                  </a:lnTo>
                  <a:lnTo>
                    <a:pt x="4" y="1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6" name="Line 247"/>
            <p:cNvSpPr>
              <a:spLocks noChangeShapeType="1"/>
            </p:cNvSpPr>
            <p:nvPr userDrawn="1"/>
          </p:nvSpPr>
          <p:spPr bwMode="gray">
            <a:xfrm flipV="1">
              <a:off x="2572" y="1502"/>
              <a:ext cx="163" cy="9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7" name="Freeform 248"/>
            <p:cNvSpPr>
              <a:spLocks/>
            </p:cNvSpPr>
            <p:nvPr userDrawn="1"/>
          </p:nvSpPr>
          <p:spPr bwMode="gray">
            <a:xfrm>
              <a:off x="2735" y="1502"/>
              <a:ext cx="11" cy="16"/>
            </a:xfrm>
            <a:custGeom>
              <a:avLst/>
              <a:gdLst>
                <a:gd name="T0" fmla="*/ 11 w 11"/>
                <a:gd name="T1" fmla="*/ 16 h 16"/>
                <a:gd name="T2" fmla="*/ 7 w 11"/>
                <a:gd name="T3" fmla="*/ 14 h 16"/>
                <a:gd name="T4" fmla="*/ 4 w 11"/>
                <a:gd name="T5" fmla="*/ 9 h 16"/>
                <a:gd name="T6" fmla="*/ 0 w 11"/>
                <a:gd name="T7" fmla="*/ 4 h 16"/>
                <a:gd name="T8" fmla="*/ 0 w 11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6">
                  <a:moveTo>
                    <a:pt x="11" y="16"/>
                  </a:moveTo>
                  <a:lnTo>
                    <a:pt x="7" y="14"/>
                  </a:lnTo>
                  <a:lnTo>
                    <a:pt x="4" y="9"/>
                  </a:lnTo>
                  <a:lnTo>
                    <a:pt x="0" y="4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8" name="Freeform 249"/>
            <p:cNvSpPr>
              <a:spLocks/>
            </p:cNvSpPr>
            <p:nvPr userDrawn="1"/>
          </p:nvSpPr>
          <p:spPr bwMode="gray">
            <a:xfrm>
              <a:off x="2649" y="1635"/>
              <a:ext cx="9" cy="18"/>
            </a:xfrm>
            <a:custGeom>
              <a:avLst/>
              <a:gdLst>
                <a:gd name="T0" fmla="*/ 9 w 9"/>
                <a:gd name="T1" fmla="*/ 0 h 18"/>
                <a:gd name="T2" fmla="*/ 6 w 9"/>
                <a:gd name="T3" fmla="*/ 4 h 18"/>
                <a:gd name="T4" fmla="*/ 2 w 9"/>
                <a:gd name="T5" fmla="*/ 7 h 18"/>
                <a:gd name="T6" fmla="*/ 0 w 9"/>
                <a:gd name="T7" fmla="*/ 13 h 18"/>
                <a:gd name="T8" fmla="*/ 0 w 9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8">
                  <a:moveTo>
                    <a:pt x="9" y="0"/>
                  </a:moveTo>
                  <a:lnTo>
                    <a:pt x="6" y="4"/>
                  </a:lnTo>
                  <a:lnTo>
                    <a:pt x="2" y="7"/>
                  </a:lnTo>
                  <a:lnTo>
                    <a:pt x="0" y="13"/>
                  </a:lnTo>
                  <a:lnTo>
                    <a:pt x="0" y="18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89" name="Line 250"/>
            <p:cNvSpPr>
              <a:spLocks noChangeShapeType="1"/>
            </p:cNvSpPr>
            <p:nvPr userDrawn="1"/>
          </p:nvSpPr>
          <p:spPr bwMode="gray">
            <a:xfrm>
              <a:off x="2571" y="1614"/>
              <a:ext cx="210" cy="76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0" name="Line 251"/>
            <p:cNvSpPr>
              <a:spLocks noChangeShapeType="1"/>
            </p:cNvSpPr>
            <p:nvPr userDrawn="1"/>
          </p:nvSpPr>
          <p:spPr bwMode="gray">
            <a:xfrm>
              <a:off x="2583" y="1609"/>
              <a:ext cx="205" cy="7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1" name="Freeform 252"/>
            <p:cNvSpPr>
              <a:spLocks/>
            </p:cNvSpPr>
            <p:nvPr userDrawn="1"/>
          </p:nvSpPr>
          <p:spPr bwMode="gray">
            <a:xfrm>
              <a:off x="2779" y="1683"/>
              <a:ext cx="9" cy="17"/>
            </a:xfrm>
            <a:custGeom>
              <a:avLst/>
              <a:gdLst>
                <a:gd name="T0" fmla="*/ 9 w 9"/>
                <a:gd name="T1" fmla="*/ 0 h 17"/>
                <a:gd name="T2" fmla="*/ 5 w 9"/>
                <a:gd name="T3" fmla="*/ 3 h 17"/>
                <a:gd name="T4" fmla="*/ 2 w 9"/>
                <a:gd name="T5" fmla="*/ 7 h 17"/>
                <a:gd name="T6" fmla="*/ 0 w 9"/>
                <a:gd name="T7" fmla="*/ 12 h 17"/>
                <a:gd name="T8" fmla="*/ 0 w 9"/>
                <a:gd name="T9" fmla="*/ 1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9" y="0"/>
                  </a:moveTo>
                  <a:lnTo>
                    <a:pt x="5" y="3"/>
                  </a:lnTo>
                  <a:lnTo>
                    <a:pt x="2" y="7"/>
                  </a:lnTo>
                  <a:lnTo>
                    <a:pt x="0" y="12"/>
                  </a:lnTo>
                  <a:lnTo>
                    <a:pt x="0" y="17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2" name="Line 253"/>
            <p:cNvSpPr>
              <a:spLocks noChangeShapeType="1"/>
            </p:cNvSpPr>
            <p:nvPr userDrawn="1"/>
          </p:nvSpPr>
          <p:spPr bwMode="gray">
            <a:xfrm flipH="1" flipV="1">
              <a:off x="2564" y="1623"/>
              <a:ext cx="215" cy="7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3" name="Freeform 254"/>
            <p:cNvSpPr>
              <a:spLocks/>
            </p:cNvSpPr>
            <p:nvPr userDrawn="1"/>
          </p:nvSpPr>
          <p:spPr bwMode="gray">
            <a:xfrm>
              <a:off x="2564" y="1609"/>
              <a:ext cx="19" cy="14"/>
            </a:xfrm>
            <a:custGeom>
              <a:avLst/>
              <a:gdLst>
                <a:gd name="T0" fmla="*/ 19 w 19"/>
                <a:gd name="T1" fmla="*/ 0 h 14"/>
                <a:gd name="T2" fmla="*/ 14 w 19"/>
                <a:gd name="T3" fmla="*/ 2 h 14"/>
                <a:gd name="T4" fmla="*/ 8 w 19"/>
                <a:gd name="T5" fmla="*/ 4 h 14"/>
                <a:gd name="T6" fmla="*/ 3 w 19"/>
                <a:gd name="T7" fmla="*/ 9 h 14"/>
                <a:gd name="T8" fmla="*/ 0 w 19"/>
                <a:gd name="T9" fmla="*/ 14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4">
                  <a:moveTo>
                    <a:pt x="19" y="0"/>
                  </a:moveTo>
                  <a:lnTo>
                    <a:pt x="14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0" y="14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4" name="Freeform 255"/>
            <p:cNvSpPr>
              <a:spLocks/>
            </p:cNvSpPr>
            <p:nvPr userDrawn="1"/>
          </p:nvSpPr>
          <p:spPr bwMode="gray">
            <a:xfrm>
              <a:off x="2868" y="1635"/>
              <a:ext cx="12" cy="18"/>
            </a:xfrm>
            <a:custGeom>
              <a:avLst/>
              <a:gdLst>
                <a:gd name="T0" fmla="*/ 0 w 12"/>
                <a:gd name="T1" fmla="*/ 0 h 18"/>
                <a:gd name="T2" fmla="*/ 5 w 12"/>
                <a:gd name="T3" fmla="*/ 2 h 18"/>
                <a:gd name="T4" fmla="*/ 9 w 12"/>
                <a:gd name="T5" fmla="*/ 7 h 18"/>
                <a:gd name="T6" fmla="*/ 11 w 12"/>
                <a:gd name="T7" fmla="*/ 13 h 18"/>
                <a:gd name="T8" fmla="*/ 12 w 12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8">
                  <a:moveTo>
                    <a:pt x="0" y="0"/>
                  </a:moveTo>
                  <a:lnTo>
                    <a:pt x="5" y="2"/>
                  </a:lnTo>
                  <a:lnTo>
                    <a:pt x="9" y="7"/>
                  </a:lnTo>
                  <a:lnTo>
                    <a:pt x="11" y="13"/>
                  </a:lnTo>
                  <a:lnTo>
                    <a:pt x="12" y="18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5" name="Line 256"/>
            <p:cNvSpPr>
              <a:spLocks noChangeShapeType="1"/>
            </p:cNvSpPr>
            <p:nvPr userDrawn="1"/>
          </p:nvSpPr>
          <p:spPr bwMode="gray">
            <a:xfrm flipV="1">
              <a:off x="2796" y="1597"/>
              <a:ext cx="161" cy="91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6" name="Line 257"/>
            <p:cNvSpPr>
              <a:spLocks noChangeShapeType="1"/>
            </p:cNvSpPr>
            <p:nvPr userDrawn="1"/>
          </p:nvSpPr>
          <p:spPr bwMode="gray">
            <a:xfrm flipV="1">
              <a:off x="2788" y="1590"/>
              <a:ext cx="160" cy="9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7" name="Freeform 258"/>
            <p:cNvSpPr>
              <a:spLocks/>
            </p:cNvSpPr>
            <p:nvPr userDrawn="1"/>
          </p:nvSpPr>
          <p:spPr bwMode="gray">
            <a:xfrm>
              <a:off x="2948" y="1590"/>
              <a:ext cx="13" cy="16"/>
            </a:xfrm>
            <a:custGeom>
              <a:avLst/>
              <a:gdLst>
                <a:gd name="T0" fmla="*/ 0 w 13"/>
                <a:gd name="T1" fmla="*/ 0 h 16"/>
                <a:gd name="T2" fmla="*/ 6 w 13"/>
                <a:gd name="T3" fmla="*/ 2 h 16"/>
                <a:gd name="T4" fmla="*/ 9 w 13"/>
                <a:gd name="T5" fmla="*/ 7 h 16"/>
                <a:gd name="T6" fmla="*/ 11 w 13"/>
                <a:gd name="T7" fmla="*/ 10 h 16"/>
                <a:gd name="T8" fmla="*/ 13 w 13"/>
                <a:gd name="T9" fmla="*/ 1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6" y="2"/>
                  </a:lnTo>
                  <a:lnTo>
                    <a:pt x="9" y="7"/>
                  </a:lnTo>
                  <a:lnTo>
                    <a:pt x="11" y="10"/>
                  </a:lnTo>
                  <a:lnTo>
                    <a:pt x="13" y="16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8" name="Line 259"/>
            <p:cNvSpPr>
              <a:spLocks noChangeShapeType="1"/>
            </p:cNvSpPr>
            <p:nvPr userDrawn="1"/>
          </p:nvSpPr>
          <p:spPr bwMode="gray">
            <a:xfrm flipH="1">
              <a:off x="2798" y="1606"/>
              <a:ext cx="163" cy="9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99" name="Freeform 260"/>
            <p:cNvSpPr>
              <a:spLocks/>
            </p:cNvSpPr>
            <p:nvPr userDrawn="1"/>
          </p:nvSpPr>
          <p:spPr bwMode="gray">
            <a:xfrm>
              <a:off x="2788" y="1683"/>
              <a:ext cx="10" cy="15"/>
            </a:xfrm>
            <a:custGeom>
              <a:avLst/>
              <a:gdLst>
                <a:gd name="T0" fmla="*/ 10 w 10"/>
                <a:gd name="T1" fmla="*/ 15 h 15"/>
                <a:gd name="T2" fmla="*/ 10 w 10"/>
                <a:gd name="T3" fmla="*/ 10 h 15"/>
                <a:gd name="T4" fmla="*/ 8 w 10"/>
                <a:gd name="T5" fmla="*/ 7 h 15"/>
                <a:gd name="T6" fmla="*/ 5 w 10"/>
                <a:gd name="T7" fmla="*/ 1 h 15"/>
                <a:gd name="T8" fmla="*/ 0 w 10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10" y="15"/>
                  </a:moveTo>
                  <a:lnTo>
                    <a:pt x="10" y="10"/>
                  </a:lnTo>
                  <a:lnTo>
                    <a:pt x="8" y="7"/>
                  </a:lnTo>
                  <a:lnTo>
                    <a:pt x="5" y="1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00" name="Freeform 261"/>
            <p:cNvSpPr>
              <a:spLocks/>
            </p:cNvSpPr>
            <p:nvPr userDrawn="1"/>
          </p:nvSpPr>
          <p:spPr bwMode="gray">
            <a:xfrm>
              <a:off x="2821" y="1543"/>
              <a:ext cx="9" cy="8"/>
            </a:xfrm>
            <a:custGeom>
              <a:avLst/>
              <a:gdLst>
                <a:gd name="T0" fmla="*/ 0 w 9"/>
                <a:gd name="T1" fmla="*/ 1 h 8"/>
                <a:gd name="T2" fmla="*/ 3 w 9"/>
                <a:gd name="T3" fmla="*/ 0 h 8"/>
                <a:gd name="T4" fmla="*/ 5 w 9"/>
                <a:gd name="T5" fmla="*/ 1 h 8"/>
                <a:gd name="T6" fmla="*/ 9 w 9"/>
                <a:gd name="T7" fmla="*/ 5 h 8"/>
                <a:gd name="T8" fmla="*/ 9 w 9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0" y="1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9" y="5"/>
                  </a:lnTo>
                  <a:lnTo>
                    <a:pt x="9" y="8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01" name="Line 262"/>
            <p:cNvSpPr>
              <a:spLocks noChangeShapeType="1"/>
            </p:cNvSpPr>
            <p:nvPr userDrawn="1"/>
          </p:nvSpPr>
          <p:spPr bwMode="gray">
            <a:xfrm flipH="1" flipV="1">
              <a:off x="2747" y="1516"/>
              <a:ext cx="208" cy="7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02" name="Line 263"/>
            <p:cNvSpPr>
              <a:spLocks noChangeShapeType="1"/>
            </p:cNvSpPr>
            <p:nvPr userDrawn="1"/>
          </p:nvSpPr>
          <p:spPr bwMode="gray">
            <a:xfrm flipH="1" flipV="1">
              <a:off x="2746" y="1518"/>
              <a:ext cx="202" cy="72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03" name="Freeform 264"/>
            <p:cNvSpPr>
              <a:spLocks/>
            </p:cNvSpPr>
            <p:nvPr userDrawn="1"/>
          </p:nvSpPr>
          <p:spPr bwMode="gray">
            <a:xfrm>
              <a:off x="2744" y="1516"/>
              <a:ext cx="3" cy="6"/>
            </a:xfrm>
            <a:custGeom>
              <a:avLst/>
              <a:gdLst>
                <a:gd name="T0" fmla="*/ 2 w 3"/>
                <a:gd name="T1" fmla="*/ 2 h 6"/>
                <a:gd name="T2" fmla="*/ 2 w 3"/>
                <a:gd name="T3" fmla="*/ 0 h 6"/>
                <a:gd name="T4" fmla="*/ 2 w 3"/>
                <a:gd name="T5" fmla="*/ 0 h 6"/>
                <a:gd name="T6" fmla="*/ 3 w 3"/>
                <a:gd name="T7" fmla="*/ 0 h 6"/>
                <a:gd name="T8" fmla="*/ 3 w 3"/>
                <a:gd name="T9" fmla="*/ 0 h 6"/>
                <a:gd name="T10" fmla="*/ 3 w 3"/>
                <a:gd name="T11" fmla="*/ 2 h 6"/>
                <a:gd name="T12" fmla="*/ 2 w 3"/>
                <a:gd name="T13" fmla="*/ 2 h 6"/>
                <a:gd name="T14" fmla="*/ 2 w 3"/>
                <a:gd name="T15" fmla="*/ 4 h 6"/>
                <a:gd name="T16" fmla="*/ 0 w 3"/>
                <a:gd name="T17" fmla="*/ 6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6">
                  <a:moveTo>
                    <a:pt x="2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4"/>
                  </a:lnTo>
                  <a:lnTo>
                    <a:pt x="0" y="6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04" name="Line 265"/>
            <p:cNvSpPr>
              <a:spLocks noChangeShapeType="1"/>
            </p:cNvSpPr>
            <p:nvPr userDrawn="1"/>
          </p:nvSpPr>
          <p:spPr bwMode="gray">
            <a:xfrm>
              <a:off x="2744" y="1522"/>
              <a:ext cx="213" cy="7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05" name="Freeform 266"/>
            <p:cNvSpPr>
              <a:spLocks/>
            </p:cNvSpPr>
            <p:nvPr userDrawn="1"/>
          </p:nvSpPr>
          <p:spPr bwMode="gray">
            <a:xfrm>
              <a:off x="2948" y="1588"/>
              <a:ext cx="9" cy="9"/>
            </a:xfrm>
            <a:custGeom>
              <a:avLst/>
              <a:gdLst>
                <a:gd name="T0" fmla="*/ 0 w 9"/>
                <a:gd name="T1" fmla="*/ 2 h 9"/>
                <a:gd name="T2" fmla="*/ 4 w 9"/>
                <a:gd name="T3" fmla="*/ 0 h 9"/>
                <a:gd name="T4" fmla="*/ 7 w 9"/>
                <a:gd name="T5" fmla="*/ 0 h 9"/>
                <a:gd name="T6" fmla="*/ 9 w 9"/>
                <a:gd name="T7" fmla="*/ 4 h 9"/>
                <a:gd name="T8" fmla="*/ 9 w 9"/>
                <a:gd name="T9" fmla="*/ 5 h 9"/>
                <a:gd name="T10" fmla="*/ 9 w 9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9">
                  <a:moveTo>
                    <a:pt x="0" y="2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9" y="4"/>
                  </a:lnTo>
                  <a:lnTo>
                    <a:pt x="9" y="5"/>
                  </a:lnTo>
                  <a:lnTo>
                    <a:pt x="9" y="9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06" name="Freeform 267"/>
            <p:cNvSpPr>
              <a:spLocks/>
            </p:cNvSpPr>
            <p:nvPr userDrawn="1"/>
          </p:nvSpPr>
          <p:spPr bwMode="gray">
            <a:xfrm>
              <a:off x="2959" y="1719"/>
              <a:ext cx="21" cy="2"/>
            </a:xfrm>
            <a:custGeom>
              <a:avLst/>
              <a:gdLst>
                <a:gd name="T0" fmla="*/ 0 w 21"/>
                <a:gd name="T1" fmla="*/ 2 h 2"/>
                <a:gd name="T2" fmla="*/ 5 w 21"/>
                <a:gd name="T3" fmla="*/ 0 h 2"/>
                <a:gd name="T4" fmla="*/ 10 w 21"/>
                <a:gd name="T5" fmla="*/ 0 h 2"/>
                <a:gd name="T6" fmla="*/ 16 w 21"/>
                <a:gd name="T7" fmla="*/ 0 h 2"/>
                <a:gd name="T8" fmla="*/ 21 w 21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">
                  <a:moveTo>
                    <a:pt x="0" y="2"/>
                  </a:moveTo>
                  <a:lnTo>
                    <a:pt x="5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1" y="2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grpSp>
          <p:nvGrpSpPr>
            <p:cNvPr id="207" name="Group 268"/>
            <p:cNvGrpSpPr>
              <a:grpSpLocks/>
            </p:cNvGrpSpPr>
            <p:nvPr userDrawn="1"/>
          </p:nvGrpSpPr>
          <p:grpSpPr bwMode="auto">
            <a:xfrm>
              <a:off x="2135" y="838"/>
              <a:ext cx="1546" cy="1270"/>
              <a:chOff x="2135" y="838"/>
              <a:chExt cx="1546" cy="1270"/>
            </a:xfrm>
          </p:grpSpPr>
          <p:sp>
            <p:nvSpPr>
              <p:cNvPr id="664" name="Line 269"/>
              <p:cNvSpPr>
                <a:spLocks noChangeShapeType="1"/>
              </p:cNvSpPr>
              <p:nvPr userDrawn="1"/>
            </p:nvSpPr>
            <p:spPr bwMode="gray">
              <a:xfrm flipV="1">
                <a:off x="2968" y="1604"/>
                <a:ext cx="1" cy="22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65" name="Line 270"/>
              <p:cNvSpPr>
                <a:spLocks noChangeShapeType="1"/>
              </p:cNvSpPr>
              <p:nvPr userDrawn="1"/>
            </p:nvSpPr>
            <p:spPr bwMode="gray">
              <a:xfrm flipV="1">
                <a:off x="2959" y="1606"/>
                <a:ext cx="2" cy="23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66" name="Freeform 271"/>
              <p:cNvSpPr>
                <a:spLocks/>
              </p:cNvSpPr>
              <p:nvPr userDrawn="1"/>
            </p:nvSpPr>
            <p:spPr bwMode="gray">
              <a:xfrm>
                <a:off x="2961" y="1604"/>
                <a:ext cx="19" cy="2"/>
              </a:xfrm>
              <a:custGeom>
                <a:avLst/>
                <a:gdLst>
                  <a:gd name="T0" fmla="*/ 0 w 19"/>
                  <a:gd name="T1" fmla="*/ 2 h 2"/>
                  <a:gd name="T2" fmla="*/ 5 w 19"/>
                  <a:gd name="T3" fmla="*/ 0 h 2"/>
                  <a:gd name="T4" fmla="*/ 8 w 19"/>
                  <a:gd name="T5" fmla="*/ 0 h 2"/>
                  <a:gd name="T6" fmla="*/ 14 w 19"/>
                  <a:gd name="T7" fmla="*/ 0 h 2"/>
                  <a:gd name="T8" fmla="*/ 19 w 19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0" y="2"/>
                    </a:moveTo>
                    <a:lnTo>
                      <a:pt x="5" y="0"/>
                    </a:lnTo>
                    <a:lnTo>
                      <a:pt x="8" y="0"/>
                    </a:lnTo>
                    <a:lnTo>
                      <a:pt x="14" y="0"/>
                    </a:lnTo>
                    <a:lnTo>
                      <a:pt x="19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67" name="Line 272"/>
              <p:cNvSpPr>
                <a:spLocks noChangeShapeType="1"/>
              </p:cNvSpPr>
              <p:nvPr userDrawn="1"/>
            </p:nvSpPr>
            <p:spPr bwMode="gray">
              <a:xfrm flipH="1">
                <a:off x="2978" y="1606"/>
                <a:ext cx="2" cy="22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68" name="Freeform 273"/>
              <p:cNvSpPr>
                <a:spLocks/>
              </p:cNvSpPr>
              <p:nvPr userDrawn="1"/>
            </p:nvSpPr>
            <p:spPr bwMode="gray">
              <a:xfrm>
                <a:off x="2959" y="1833"/>
                <a:ext cx="19" cy="4"/>
              </a:xfrm>
              <a:custGeom>
                <a:avLst/>
                <a:gdLst>
                  <a:gd name="T0" fmla="*/ 0 w 19"/>
                  <a:gd name="T1" fmla="*/ 4 h 4"/>
                  <a:gd name="T2" fmla="*/ 5 w 19"/>
                  <a:gd name="T3" fmla="*/ 0 h 4"/>
                  <a:gd name="T4" fmla="*/ 9 w 19"/>
                  <a:gd name="T5" fmla="*/ 0 h 4"/>
                  <a:gd name="T6" fmla="*/ 14 w 19"/>
                  <a:gd name="T7" fmla="*/ 0 h 4"/>
                  <a:gd name="T8" fmla="*/ 19 w 19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0" y="4"/>
                    </a:moveTo>
                    <a:lnTo>
                      <a:pt x="5" y="0"/>
                    </a:lnTo>
                    <a:lnTo>
                      <a:pt x="9" y="0"/>
                    </a:lnTo>
                    <a:lnTo>
                      <a:pt x="14" y="0"/>
                    </a:lnTo>
                    <a:lnTo>
                      <a:pt x="19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69" name="Freeform 274"/>
              <p:cNvSpPr>
                <a:spLocks/>
              </p:cNvSpPr>
              <p:nvPr userDrawn="1"/>
            </p:nvSpPr>
            <p:spPr bwMode="gray">
              <a:xfrm>
                <a:off x="2319" y="1366"/>
                <a:ext cx="3" cy="9"/>
              </a:xfrm>
              <a:custGeom>
                <a:avLst/>
                <a:gdLst>
                  <a:gd name="T0" fmla="*/ 3 w 3"/>
                  <a:gd name="T1" fmla="*/ 9 h 9"/>
                  <a:gd name="T2" fmla="*/ 0 w 3"/>
                  <a:gd name="T3" fmla="*/ 7 h 9"/>
                  <a:gd name="T4" fmla="*/ 0 w 3"/>
                  <a:gd name="T5" fmla="*/ 4 h 9"/>
                  <a:gd name="T6" fmla="*/ 0 w 3"/>
                  <a:gd name="T7" fmla="*/ 2 h 9"/>
                  <a:gd name="T8" fmla="*/ 2 w 3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9">
                    <a:moveTo>
                      <a:pt x="3" y="9"/>
                    </a:moveTo>
                    <a:lnTo>
                      <a:pt x="0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70" name="Freeform 275"/>
              <p:cNvSpPr>
                <a:spLocks/>
              </p:cNvSpPr>
              <p:nvPr userDrawn="1"/>
            </p:nvSpPr>
            <p:spPr bwMode="gray">
              <a:xfrm>
                <a:off x="2957" y="1712"/>
                <a:ext cx="19" cy="2"/>
              </a:xfrm>
              <a:custGeom>
                <a:avLst/>
                <a:gdLst>
                  <a:gd name="T0" fmla="*/ 0 w 19"/>
                  <a:gd name="T1" fmla="*/ 0 h 2"/>
                  <a:gd name="T2" fmla="*/ 5 w 19"/>
                  <a:gd name="T3" fmla="*/ 2 h 2"/>
                  <a:gd name="T4" fmla="*/ 11 w 19"/>
                  <a:gd name="T5" fmla="*/ 2 h 2"/>
                  <a:gd name="T6" fmla="*/ 16 w 19"/>
                  <a:gd name="T7" fmla="*/ 2 h 2"/>
                  <a:gd name="T8" fmla="*/ 19 w 19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0" y="0"/>
                    </a:moveTo>
                    <a:lnTo>
                      <a:pt x="5" y="2"/>
                    </a:lnTo>
                    <a:lnTo>
                      <a:pt x="11" y="2"/>
                    </a:lnTo>
                    <a:lnTo>
                      <a:pt x="16" y="2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71" name="Line 276"/>
              <p:cNvSpPr>
                <a:spLocks noChangeShapeType="1"/>
              </p:cNvSpPr>
              <p:nvPr userDrawn="1"/>
            </p:nvSpPr>
            <p:spPr bwMode="gray">
              <a:xfrm flipH="1">
                <a:off x="2966" y="1599"/>
                <a:ext cx="2" cy="22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72" name="Line 277"/>
              <p:cNvSpPr>
                <a:spLocks noChangeShapeType="1"/>
              </p:cNvSpPr>
              <p:nvPr userDrawn="1"/>
            </p:nvSpPr>
            <p:spPr bwMode="gray">
              <a:xfrm flipH="1">
                <a:off x="2955" y="1597"/>
                <a:ext cx="2" cy="22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73" name="Freeform 278"/>
              <p:cNvSpPr>
                <a:spLocks/>
              </p:cNvSpPr>
              <p:nvPr userDrawn="1"/>
            </p:nvSpPr>
            <p:spPr bwMode="gray">
              <a:xfrm>
                <a:off x="2955" y="1826"/>
                <a:ext cx="21" cy="4"/>
              </a:xfrm>
              <a:custGeom>
                <a:avLst/>
                <a:gdLst>
                  <a:gd name="T0" fmla="*/ 0 w 21"/>
                  <a:gd name="T1" fmla="*/ 0 h 4"/>
                  <a:gd name="T2" fmla="*/ 6 w 21"/>
                  <a:gd name="T3" fmla="*/ 2 h 4"/>
                  <a:gd name="T4" fmla="*/ 11 w 21"/>
                  <a:gd name="T5" fmla="*/ 4 h 4"/>
                  <a:gd name="T6" fmla="*/ 16 w 21"/>
                  <a:gd name="T7" fmla="*/ 2 h 4"/>
                  <a:gd name="T8" fmla="*/ 21 w 2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4">
                    <a:moveTo>
                      <a:pt x="0" y="0"/>
                    </a:moveTo>
                    <a:lnTo>
                      <a:pt x="6" y="2"/>
                    </a:lnTo>
                    <a:lnTo>
                      <a:pt x="11" y="4"/>
                    </a:lnTo>
                    <a:lnTo>
                      <a:pt x="16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74" name="Line 279"/>
              <p:cNvSpPr>
                <a:spLocks noChangeShapeType="1"/>
              </p:cNvSpPr>
              <p:nvPr userDrawn="1"/>
            </p:nvSpPr>
            <p:spPr bwMode="gray">
              <a:xfrm flipV="1">
                <a:off x="2976" y="1597"/>
                <a:ext cx="2" cy="22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75" name="Freeform 280"/>
              <p:cNvSpPr>
                <a:spLocks/>
              </p:cNvSpPr>
              <p:nvPr userDrawn="1"/>
            </p:nvSpPr>
            <p:spPr bwMode="gray">
              <a:xfrm>
                <a:off x="2957" y="1597"/>
                <a:ext cx="21" cy="2"/>
              </a:xfrm>
              <a:custGeom>
                <a:avLst/>
                <a:gdLst>
                  <a:gd name="T0" fmla="*/ 0 w 21"/>
                  <a:gd name="T1" fmla="*/ 0 h 2"/>
                  <a:gd name="T2" fmla="*/ 5 w 21"/>
                  <a:gd name="T3" fmla="*/ 2 h 2"/>
                  <a:gd name="T4" fmla="*/ 11 w 21"/>
                  <a:gd name="T5" fmla="*/ 2 h 2"/>
                  <a:gd name="T6" fmla="*/ 16 w 21"/>
                  <a:gd name="T7" fmla="*/ 2 h 2"/>
                  <a:gd name="T8" fmla="*/ 21 w 2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">
                    <a:moveTo>
                      <a:pt x="0" y="0"/>
                    </a:moveTo>
                    <a:lnTo>
                      <a:pt x="5" y="2"/>
                    </a:lnTo>
                    <a:lnTo>
                      <a:pt x="11" y="2"/>
                    </a:lnTo>
                    <a:lnTo>
                      <a:pt x="16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76" name="Freeform 281"/>
              <p:cNvSpPr>
                <a:spLocks/>
              </p:cNvSpPr>
              <p:nvPr userDrawn="1"/>
            </p:nvSpPr>
            <p:spPr bwMode="gray">
              <a:xfrm>
                <a:off x="2301" y="1366"/>
                <a:ext cx="4" cy="9"/>
              </a:xfrm>
              <a:custGeom>
                <a:avLst/>
                <a:gdLst>
                  <a:gd name="T0" fmla="*/ 2 w 4"/>
                  <a:gd name="T1" fmla="*/ 9 h 9"/>
                  <a:gd name="T2" fmla="*/ 4 w 4"/>
                  <a:gd name="T3" fmla="*/ 7 h 9"/>
                  <a:gd name="T4" fmla="*/ 4 w 4"/>
                  <a:gd name="T5" fmla="*/ 5 h 9"/>
                  <a:gd name="T6" fmla="*/ 4 w 4"/>
                  <a:gd name="T7" fmla="*/ 2 h 9"/>
                  <a:gd name="T8" fmla="*/ 0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2" y="9"/>
                    </a:moveTo>
                    <a:lnTo>
                      <a:pt x="4" y="7"/>
                    </a:lnTo>
                    <a:lnTo>
                      <a:pt x="4" y="5"/>
                    </a:lnTo>
                    <a:lnTo>
                      <a:pt x="4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77" name="Freeform 282"/>
              <p:cNvSpPr>
                <a:spLocks/>
              </p:cNvSpPr>
              <p:nvPr userDrawn="1"/>
            </p:nvSpPr>
            <p:spPr bwMode="gray">
              <a:xfrm>
                <a:off x="2139" y="1574"/>
                <a:ext cx="3" cy="9"/>
              </a:xfrm>
              <a:custGeom>
                <a:avLst/>
                <a:gdLst>
                  <a:gd name="T0" fmla="*/ 1 w 3"/>
                  <a:gd name="T1" fmla="*/ 0 h 9"/>
                  <a:gd name="T2" fmla="*/ 0 w 3"/>
                  <a:gd name="T3" fmla="*/ 2 h 9"/>
                  <a:gd name="T4" fmla="*/ 0 w 3"/>
                  <a:gd name="T5" fmla="*/ 4 h 9"/>
                  <a:gd name="T6" fmla="*/ 0 w 3"/>
                  <a:gd name="T7" fmla="*/ 7 h 9"/>
                  <a:gd name="T8" fmla="*/ 3 w 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3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78" name="Line 283"/>
              <p:cNvSpPr>
                <a:spLocks noChangeShapeType="1"/>
              </p:cNvSpPr>
              <p:nvPr userDrawn="1"/>
            </p:nvSpPr>
            <p:spPr bwMode="gray">
              <a:xfrm flipH="1" flipV="1">
                <a:off x="2135" y="1466"/>
                <a:ext cx="5" cy="22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79" name="Line 284"/>
              <p:cNvSpPr>
                <a:spLocks noChangeShapeType="1"/>
              </p:cNvSpPr>
              <p:nvPr userDrawn="1"/>
            </p:nvSpPr>
            <p:spPr bwMode="gray">
              <a:xfrm flipH="1" flipV="1">
                <a:off x="2139" y="1460"/>
                <a:ext cx="5" cy="22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80" name="Freeform 285"/>
              <p:cNvSpPr>
                <a:spLocks/>
              </p:cNvSpPr>
              <p:nvPr userDrawn="1"/>
            </p:nvSpPr>
            <p:spPr bwMode="gray">
              <a:xfrm>
                <a:off x="2135" y="1460"/>
                <a:ext cx="4" cy="9"/>
              </a:xfrm>
              <a:custGeom>
                <a:avLst/>
                <a:gdLst>
                  <a:gd name="T0" fmla="*/ 4 w 4"/>
                  <a:gd name="T1" fmla="*/ 0 h 9"/>
                  <a:gd name="T2" fmla="*/ 0 w 4"/>
                  <a:gd name="T3" fmla="*/ 2 h 9"/>
                  <a:gd name="T4" fmla="*/ 0 w 4"/>
                  <a:gd name="T5" fmla="*/ 6 h 9"/>
                  <a:gd name="T6" fmla="*/ 2 w 4"/>
                  <a:gd name="T7" fmla="*/ 7 h 9"/>
                  <a:gd name="T8" fmla="*/ 4 w 4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2"/>
                    </a:lnTo>
                    <a:lnTo>
                      <a:pt x="0" y="6"/>
                    </a:lnTo>
                    <a:lnTo>
                      <a:pt x="2" y="7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81" name="Line 286"/>
              <p:cNvSpPr>
                <a:spLocks noChangeShapeType="1"/>
              </p:cNvSpPr>
              <p:nvPr userDrawn="1"/>
            </p:nvSpPr>
            <p:spPr bwMode="gray">
              <a:xfrm>
                <a:off x="2139" y="1469"/>
                <a:ext cx="7" cy="22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82" name="Freeform 287"/>
              <p:cNvSpPr>
                <a:spLocks/>
              </p:cNvSpPr>
              <p:nvPr userDrawn="1"/>
            </p:nvSpPr>
            <p:spPr bwMode="gray">
              <a:xfrm>
                <a:off x="2140" y="1686"/>
                <a:ext cx="6" cy="9"/>
              </a:xfrm>
              <a:custGeom>
                <a:avLst/>
                <a:gdLst>
                  <a:gd name="T0" fmla="*/ 6 w 6"/>
                  <a:gd name="T1" fmla="*/ 9 h 9"/>
                  <a:gd name="T2" fmla="*/ 2 w 6"/>
                  <a:gd name="T3" fmla="*/ 7 h 9"/>
                  <a:gd name="T4" fmla="*/ 0 w 6"/>
                  <a:gd name="T5" fmla="*/ 5 h 9"/>
                  <a:gd name="T6" fmla="*/ 2 w 6"/>
                  <a:gd name="T7" fmla="*/ 2 h 9"/>
                  <a:gd name="T8" fmla="*/ 4 w 6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9">
                    <a:moveTo>
                      <a:pt x="6" y="9"/>
                    </a:moveTo>
                    <a:lnTo>
                      <a:pt x="2" y="7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4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83" name="Freeform 288"/>
              <p:cNvSpPr>
                <a:spLocks/>
              </p:cNvSpPr>
              <p:nvPr userDrawn="1"/>
            </p:nvSpPr>
            <p:spPr bwMode="gray">
              <a:xfrm>
                <a:off x="2779" y="1816"/>
                <a:ext cx="19" cy="3"/>
              </a:xfrm>
              <a:custGeom>
                <a:avLst/>
                <a:gdLst>
                  <a:gd name="T0" fmla="*/ 0 w 19"/>
                  <a:gd name="T1" fmla="*/ 1 h 3"/>
                  <a:gd name="T2" fmla="*/ 5 w 19"/>
                  <a:gd name="T3" fmla="*/ 3 h 3"/>
                  <a:gd name="T4" fmla="*/ 10 w 19"/>
                  <a:gd name="T5" fmla="*/ 3 h 3"/>
                  <a:gd name="T6" fmla="*/ 16 w 19"/>
                  <a:gd name="T7" fmla="*/ 1 h 3"/>
                  <a:gd name="T8" fmla="*/ 19 w 19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">
                    <a:moveTo>
                      <a:pt x="0" y="1"/>
                    </a:moveTo>
                    <a:lnTo>
                      <a:pt x="5" y="3"/>
                    </a:lnTo>
                    <a:lnTo>
                      <a:pt x="10" y="3"/>
                    </a:lnTo>
                    <a:lnTo>
                      <a:pt x="16" y="1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84" name="Line 289"/>
              <p:cNvSpPr>
                <a:spLocks noChangeShapeType="1"/>
              </p:cNvSpPr>
              <p:nvPr userDrawn="1"/>
            </p:nvSpPr>
            <p:spPr bwMode="gray">
              <a:xfrm flipV="1">
                <a:off x="2789" y="1702"/>
                <a:ext cx="1" cy="23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85" name="Line 290"/>
              <p:cNvSpPr>
                <a:spLocks noChangeShapeType="1"/>
              </p:cNvSpPr>
              <p:nvPr userDrawn="1"/>
            </p:nvSpPr>
            <p:spPr bwMode="gray">
              <a:xfrm flipV="1">
                <a:off x="2779" y="1700"/>
                <a:ext cx="1" cy="23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86" name="Freeform 291"/>
              <p:cNvSpPr>
                <a:spLocks/>
              </p:cNvSpPr>
              <p:nvPr userDrawn="1"/>
            </p:nvSpPr>
            <p:spPr bwMode="gray">
              <a:xfrm>
                <a:off x="2779" y="1698"/>
                <a:ext cx="19" cy="4"/>
              </a:xfrm>
              <a:custGeom>
                <a:avLst/>
                <a:gdLst>
                  <a:gd name="T0" fmla="*/ 0 w 19"/>
                  <a:gd name="T1" fmla="*/ 2 h 4"/>
                  <a:gd name="T2" fmla="*/ 5 w 19"/>
                  <a:gd name="T3" fmla="*/ 4 h 4"/>
                  <a:gd name="T4" fmla="*/ 10 w 19"/>
                  <a:gd name="T5" fmla="*/ 4 h 4"/>
                  <a:gd name="T6" fmla="*/ 14 w 19"/>
                  <a:gd name="T7" fmla="*/ 4 h 4"/>
                  <a:gd name="T8" fmla="*/ 19 w 19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0" y="2"/>
                    </a:moveTo>
                    <a:lnTo>
                      <a:pt x="5" y="4"/>
                    </a:lnTo>
                    <a:lnTo>
                      <a:pt x="10" y="4"/>
                    </a:lnTo>
                    <a:lnTo>
                      <a:pt x="14" y="4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87" name="Line 292"/>
              <p:cNvSpPr>
                <a:spLocks noChangeShapeType="1"/>
              </p:cNvSpPr>
              <p:nvPr userDrawn="1"/>
            </p:nvSpPr>
            <p:spPr bwMode="gray">
              <a:xfrm>
                <a:off x="2798" y="1698"/>
                <a:ext cx="1" cy="23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88" name="Freeform 293"/>
              <p:cNvSpPr>
                <a:spLocks/>
              </p:cNvSpPr>
              <p:nvPr userDrawn="1"/>
            </p:nvSpPr>
            <p:spPr bwMode="gray">
              <a:xfrm>
                <a:off x="2779" y="1931"/>
                <a:ext cx="19" cy="3"/>
              </a:xfrm>
              <a:custGeom>
                <a:avLst/>
                <a:gdLst>
                  <a:gd name="T0" fmla="*/ 19 w 19"/>
                  <a:gd name="T1" fmla="*/ 0 h 3"/>
                  <a:gd name="T2" fmla="*/ 16 w 19"/>
                  <a:gd name="T3" fmla="*/ 3 h 3"/>
                  <a:gd name="T4" fmla="*/ 10 w 19"/>
                  <a:gd name="T5" fmla="*/ 3 h 3"/>
                  <a:gd name="T6" fmla="*/ 5 w 19"/>
                  <a:gd name="T7" fmla="*/ 3 h 3"/>
                  <a:gd name="T8" fmla="*/ 0 w 19"/>
                  <a:gd name="T9" fmla="*/ 2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">
                    <a:moveTo>
                      <a:pt x="19" y="0"/>
                    </a:moveTo>
                    <a:lnTo>
                      <a:pt x="16" y="3"/>
                    </a:lnTo>
                    <a:lnTo>
                      <a:pt x="10" y="3"/>
                    </a:lnTo>
                    <a:lnTo>
                      <a:pt x="5" y="3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89" name="Freeform 294"/>
              <p:cNvSpPr>
                <a:spLocks/>
              </p:cNvSpPr>
              <p:nvPr userDrawn="1"/>
            </p:nvSpPr>
            <p:spPr bwMode="gray">
              <a:xfrm>
                <a:off x="2356" y="1903"/>
                <a:ext cx="5" cy="9"/>
              </a:xfrm>
              <a:custGeom>
                <a:avLst/>
                <a:gdLst>
                  <a:gd name="T0" fmla="*/ 3 w 5"/>
                  <a:gd name="T1" fmla="*/ 0 h 9"/>
                  <a:gd name="T2" fmla="*/ 1 w 5"/>
                  <a:gd name="T3" fmla="*/ 2 h 9"/>
                  <a:gd name="T4" fmla="*/ 0 w 5"/>
                  <a:gd name="T5" fmla="*/ 5 h 9"/>
                  <a:gd name="T6" fmla="*/ 1 w 5"/>
                  <a:gd name="T7" fmla="*/ 7 h 9"/>
                  <a:gd name="T8" fmla="*/ 5 w 5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1" y="2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5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90" name="Line 295"/>
              <p:cNvSpPr>
                <a:spLocks noChangeShapeType="1"/>
              </p:cNvSpPr>
              <p:nvPr userDrawn="1"/>
            </p:nvSpPr>
            <p:spPr bwMode="gray">
              <a:xfrm>
                <a:off x="2354" y="1789"/>
                <a:ext cx="3" cy="22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91" name="Line 296"/>
              <p:cNvSpPr>
                <a:spLocks noChangeShapeType="1"/>
              </p:cNvSpPr>
              <p:nvPr userDrawn="1"/>
            </p:nvSpPr>
            <p:spPr bwMode="gray">
              <a:xfrm>
                <a:off x="2357" y="1791"/>
                <a:ext cx="4" cy="22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92" name="Freeform 297"/>
              <p:cNvSpPr>
                <a:spLocks/>
              </p:cNvSpPr>
              <p:nvPr userDrawn="1"/>
            </p:nvSpPr>
            <p:spPr bwMode="gray">
              <a:xfrm>
                <a:off x="2357" y="2013"/>
                <a:ext cx="6" cy="11"/>
              </a:xfrm>
              <a:custGeom>
                <a:avLst/>
                <a:gdLst>
                  <a:gd name="T0" fmla="*/ 4 w 6"/>
                  <a:gd name="T1" fmla="*/ 0 h 11"/>
                  <a:gd name="T2" fmla="*/ 2 w 6"/>
                  <a:gd name="T3" fmla="*/ 4 h 11"/>
                  <a:gd name="T4" fmla="*/ 0 w 6"/>
                  <a:gd name="T5" fmla="*/ 5 h 11"/>
                  <a:gd name="T6" fmla="*/ 2 w 6"/>
                  <a:gd name="T7" fmla="*/ 9 h 11"/>
                  <a:gd name="T8" fmla="*/ 6 w 6"/>
                  <a:gd name="T9" fmla="*/ 1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4" y="0"/>
                    </a:moveTo>
                    <a:lnTo>
                      <a:pt x="2" y="4"/>
                    </a:lnTo>
                    <a:lnTo>
                      <a:pt x="0" y="5"/>
                    </a:lnTo>
                    <a:lnTo>
                      <a:pt x="2" y="9"/>
                    </a:lnTo>
                    <a:lnTo>
                      <a:pt x="6" y="11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93" name="Line 298"/>
              <p:cNvSpPr>
                <a:spLocks noChangeShapeType="1"/>
              </p:cNvSpPr>
              <p:nvPr userDrawn="1"/>
            </p:nvSpPr>
            <p:spPr bwMode="gray">
              <a:xfrm flipH="1" flipV="1">
                <a:off x="2359" y="1788"/>
                <a:ext cx="4" cy="23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94" name="Freeform 299"/>
              <p:cNvSpPr>
                <a:spLocks/>
              </p:cNvSpPr>
              <p:nvPr userDrawn="1"/>
            </p:nvSpPr>
            <p:spPr bwMode="gray">
              <a:xfrm>
                <a:off x="2354" y="1788"/>
                <a:ext cx="5" cy="3"/>
              </a:xfrm>
              <a:custGeom>
                <a:avLst/>
                <a:gdLst>
                  <a:gd name="T0" fmla="*/ 3 w 5"/>
                  <a:gd name="T1" fmla="*/ 3 h 3"/>
                  <a:gd name="T2" fmla="*/ 2 w 5"/>
                  <a:gd name="T3" fmla="*/ 3 h 3"/>
                  <a:gd name="T4" fmla="*/ 0 w 5"/>
                  <a:gd name="T5" fmla="*/ 1 h 3"/>
                  <a:gd name="T6" fmla="*/ 0 w 5"/>
                  <a:gd name="T7" fmla="*/ 1 h 3"/>
                  <a:gd name="T8" fmla="*/ 0 w 5"/>
                  <a:gd name="T9" fmla="*/ 1 h 3"/>
                  <a:gd name="T10" fmla="*/ 2 w 5"/>
                  <a:gd name="T11" fmla="*/ 0 h 3"/>
                  <a:gd name="T12" fmla="*/ 5 w 5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" h="3">
                    <a:moveTo>
                      <a:pt x="3" y="3"/>
                    </a:moveTo>
                    <a:lnTo>
                      <a:pt x="2" y="3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95" name="Freeform 300"/>
              <p:cNvSpPr>
                <a:spLocks/>
              </p:cNvSpPr>
              <p:nvPr userDrawn="1"/>
            </p:nvSpPr>
            <p:spPr bwMode="gray">
              <a:xfrm>
                <a:off x="2361" y="2013"/>
                <a:ext cx="10" cy="18"/>
              </a:xfrm>
              <a:custGeom>
                <a:avLst/>
                <a:gdLst>
                  <a:gd name="T0" fmla="*/ 10 w 10"/>
                  <a:gd name="T1" fmla="*/ 18 h 18"/>
                  <a:gd name="T2" fmla="*/ 7 w 10"/>
                  <a:gd name="T3" fmla="*/ 14 h 18"/>
                  <a:gd name="T4" fmla="*/ 3 w 10"/>
                  <a:gd name="T5" fmla="*/ 11 h 18"/>
                  <a:gd name="T6" fmla="*/ 2 w 10"/>
                  <a:gd name="T7" fmla="*/ 5 h 18"/>
                  <a:gd name="T8" fmla="*/ 0 w 1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10" y="18"/>
                    </a:moveTo>
                    <a:lnTo>
                      <a:pt x="7" y="14"/>
                    </a:lnTo>
                    <a:lnTo>
                      <a:pt x="3" y="11"/>
                    </a:ln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96" name="Freeform 301"/>
              <p:cNvSpPr>
                <a:spLocks/>
              </p:cNvSpPr>
              <p:nvPr userDrawn="1"/>
            </p:nvSpPr>
            <p:spPr bwMode="gray">
              <a:xfrm>
                <a:off x="2513" y="1193"/>
                <a:ext cx="19" cy="2"/>
              </a:xfrm>
              <a:custGeom>
                <a:avLst/>
                <a:gdLst>
                  <a:gd name="T0" fmla="*/ 0 w 19"/>
                  <a:gd name="T1" fmla="*/ 2 h 2"/>
                  <a:gd name="T2" fmla="*/ 7 w 19"/>
                  <a:gd name="T3" fmla="*/ 0 h 2"/>
                  <a:gd name="T4" fmla="*/ 14 w 19"/>
                  <a:gd name="T5" fmla="*/ 0 h 2"/>
                  <a:gd name="T6" fmla="*/ 19 w 19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0" y="2"/>
                    </a:moveTo>
                    <a:lnTo>
                      <a:pt x="7" y="0"/>
                    </a:lnTo>
                    <a:lnTo>
                      <a:pt x="14" y="0"/>
                    </a:lnTo>
                    <a:lnTo>
                      <a:pt x="19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97" name="Freeform 302"/>
              <p:cNvSpPr>
                <a:spLocks/>
              </p:cNvSpPr>
              <p:nvPr userDrawn="1"/>
            </p:nvSpPr>
            <p:spPr bwMode="gray">
              <a:xfrm>
                <a:off x="2431" y="1226"/>
                <a:ext cx="10" cy="11"/>
              </a:xfrm>
              <a:custGeom>
                <a:avLst/>
                <a:gdLst>
                  <a:gd name="T0" fmla="*/ 0 w 10"/>
                  <a:gd name="T1" fmla="*/ 11 h 11"/>
                  <a:gd name="T2" fmla="*/ 0 w 10"/>
                  <a:gd name="T3" fmla="*/ 7 h 11"/>
                  <a:gd name="T4" fmla="*/ 3 w 10"/>
                  <a:gd name="T5" fmla="*/ 4 h 11"/>
                  <a:gd name="T6" fmla="*/ 5 w 10"/>
                  <a:gd name="T7" fmla="*/ 2 h 11"/>
                  <a:gd name="T8" fmla="*/ 9 w 10"/>
                  <a:gd name="T9" fmla="*/ 0 h 11"/>
                  <a:gd name="T10" fmla="*/ 10 w 10"/>
                  <a:gd name="T11" fmla="*/ 2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1">
                    <a:moveTo>
                      <a:pt x="0" y="11"/>
                    </a:moveTo>
                    <a:lnTo>
                      <a:pt x="0" y="7"/>
                    </a:lnTo>
                    <a:lnTo>
                      <a:pt x="3" y="4"/>
                    </a:lnTo>
                    <a:lnTo>
                      <a:pt x="5" y="2"/>
                    </a:lnTo>
                    <a:lnTo>
                      <a:pt x="9" y="0"/>
                    </a:lnTo>
                    <a:lnTo>
                      <a:pt x="1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98" name="Line 303"/>
              <p:cNvSpPr>
                <a:spLocks noChangeShapeType="1"/>
              </p:cNvSpPr>
              <p:nvPr userDrawn="1"/>
            </p:nvSpPr>
            <p:spPr bwMode="gray">
              <a:xfrm flipH="1">
                <a:off x="2350" y="1188"/>
                <a:ext cx="166" cy="8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99" name="Line 304"/>
              <p:cNvSpPr>
                <a:spLocks noChangeShapeType="1"/>
              </p:cNvSpPr>
              <p:nvPr userDrawn="1"/>
            </p:nvSpPr>
            <p:spPr bwMode="gray">
              <a:xfrm flipH="1">
                <a:off x="2347" y="1195"/>
                <a:ext cx="166" cy="8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00" name="Freeform 305"/>
              <p:cNvSpPr>
                <a:spLocks/>
              </p:cNvSpPr>
              <p:nvPr userDrawn="1"/>
            </p:nvSpPr>
            <p:spPr bwMode="gray">
              <a:xfrm>
                <a:off x="2347" y="1270"/>
                <a:ext cx="10" cy="10"/>
              </a:xfrm>
              <a:custGeom>
                <a:avLst/>
                <a:gdLst>
                  <a:gd name="T0" fmla="*/ 0 w 10"/>
                  <a:gd name="T1" fmla="*/ 10 h 10"/>
                  <a:gd name="T2" fmla="*/ 2 w 10"/>
                  <a:gd name="T3" fmla="*/ 5 h 10"/>
                  <a:gd name="T4" fmla="*/ 3 w 10"/>
                  <a:gd name="T5" fmla="*/ 2 h 10"/>
                  <a:gd name="T6" fmla="*/ 5 w 10"/>
                  <a:gd name="T7" fmla="*/ 0 h 10"/>
                  <a:gd name="T8" fmla="*/ 9 w 10"/>
                  <a:gd name="T9" fmla="*/ 0 h 10"/>
                  <a:gd name="T10" fmla="*/ 10 w 10"/>
                  <a:gd name="T11" fmla="*/ 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0">
                    <a:moveTo>
                      <a:pt x="0" y="10"/>
                    </a:moveTo>
                    <a:lnTo>
                      <a:pt x="2" y="5"/>
                    </a:lnTo>
                    <a:lnTo>
                      <a:pt x="3" y="2"/>
                    </a:lnTo>
                    <a:lnTo>
                      <a:pt x="5" y="0"/>
                    </a:lnTo>
                    <a:lnTo>
                      <a:pt x="9" y="0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01" name="Line 306"/>
              <p:cNvSpPr>
                <a:spLocks noChangeShapeType="1"/>
              </p:cNvSpPr>
              <p:nvPr userDrawn="1"/>
            </p:nvSpPr>
            <p:spPr bwMode="gray">
              <a:xfrm flipV="1">
                <a:off x="2357" y="1186"/>
                <a:ext cx="166" cy="8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02" name="Freeform 307"/>
              <p:cNvSpPr>
                <a:spLocks/>
              </p:cNvSpPr>
              <p:nvPr userDrawn="1"/>
            </p:nvSpPr>
            <p:spPr bwMode="gray">
              <a:xfrm>
                <a:off x="2513" y="1186"/>
                <a:ext cx="10" cy="9"/>
              </a:xfrm>
              <a:custGeom>
                <a:avLst/>
                <a:gdLst>
                  <a:gd name="T0" fmla="*/ 0 w 10"/>
                  <a:gd name="T1" fmla="*/ 9 h 9"/>
                  <a:gd name="T2" fmla="*/ 0 w 10"/>
                  <a:gd name="T3" fmla="*/ 5 h 9"/>
                  <a:gd name="T4" fmla="*/ 2 w 10"/>
                  <a:gd name="T5" fmla="*/ 2 h 9"/>
                  <a:gd name="T6" fmla="*/ 3 w 10"/>
                  <a:gd name="T7" fmla="*/ 0 h 9"/>
                  <a:gd name="T8" fmla="*/ 7 w 10"/>
                  <a:gd name="T9" fmla="*/ 0 h 9"/>
                  <a:gd name="T10" fmla="*/ 10 w 10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0" y="9"/>
                    </a:moveTo>
                    <a:lnTo>
                      <a:pt x="0" y="5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03" name="Freeform 308"/>
              <p:cNvSpPr>
                <a:spLocks/>
              </p:cNvSpPr>
              <p:nvPr userDrawn="1"/>
            </p:nvSpPr>
            <p:spPr bwMode="gray">
              <a:xfrm>
                <a:off x="2347" y="1396"/>
                <a:ext cx="5" cy="9"/>
              </a:xfrm>
              <a:custGeom>
                <a:avLst/>
                <a:gdLst>
                  <a:gd name="T0" fmla="*/ 3 w 5"/>
                  <a:gd name="T1" fmla="*/ 0 h 9"/>
                  <a:gd name="T2" fmla="*/ 0 w 5"/>
                  <a:gd name="T3" fmla="*/ 3 h 9"/>
                  <a:gd name="T4" fmla="*/ 0 w 5"/>
                  <a:gd name="T5" fmla="*/ 5 h 9"/>
                  <a:gd name="T6" fmla="*/ 2 w 5"/>
                  <a:gd name="T7" fmla="*/ 7 h 9"/>
                  <a:gd name="T8" fmla="*/ 5 w 5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5"/>
                    </a:lnTo>
                    <a:lnTo>
                      <a:pt x="2" y="7"/>
                    </a:lnTo>
                    <a:lnTo>
                      <a:pt x="5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04" name="Line 309"/>
              <p:cNvSpPr>
                <a:spLocks noChangeShapeType="1"/>
              </p:cNvSpPr>
              <p:nvPr userDrawn="1"/>
            </p:nvSpPr>
            <p:spPr bwMode="gray">
              <a:xfrm>
                <a:off x="2343" y="1284"/>
                <a:ext cx="6" cy="23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05" name="Line 310"/>
              <p:cNvSpPr>
                <a:spLocks noChangeShapeType="1"/>
              </p:cNvSpPr>
              <p:nvPr userDrawn="1"/>
            </p:nvSpPr>
            <p:spPr bwMode="gray">
              <a:xfrm>
                <a:off x="2347" y="1280"/>
                <a:ext cx="5" cy="23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06" name="Freeform 311"/>
              <p:cNvSpPr>
                <a:spLocks/>
              </p:cNvSpPr>
              <p:nvPr userDrawn="1"/>
            </p:nvSpPr>
            <p:spPr bwMode="gray">
              <a:xfrm>
                <a:off x="2349" y="1513"/>
                <a:ext cx="5" cy="21"/>
              </a:xfrm>
              <a:custGeom>
                <a:avLst/>
                <a:gdLst>
                  <a:gd name="T0" fmla="*/ 3 w 5"/>
                  <a:gd name="T1" fmla="*/ 0 h 21"/>
                  <a:gd name="T2" fmla="*/ 0 w 5"/>
                  <a:gd name="T3" fmla="*/ 5 h 21"/>
                  <a:gd name="T4" fmla="*/ 0 w 5"/>
                  <a:gd name="T5" fmla="*/ 10 h 21"/>
                  <a:gd name="T6" fmla="*/ 1 w 5"/>
                  <a:gd name="T7" fmla="*/ 16 h 21"/>
                  <a:gd name="T8" fmla="*/ 5 w 5"/>
                  <a:gd name="T9" fmla="*/ 21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21">
                    <a:moveTo>
                      <a:pt x="3" y="0"/>
                    </a:moveTo>
                    <a:lnTo>
                      <a:pt x="0" y="5"/>
                    </a:lnTo>
                    <a:lnTo>
                      <a:pt x="0" y="10"/>
                    </a:lnTo>
                    <a:lnTo>
                      <a:pt x="1" y="16"/>
                    </a:lnTo>
                    <a:lnTo>
                      <a:pt x="5" y="21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07" name="Line 312"/>
              <p:cNvSpPr>
                <a:spLocks noChangeShapeType="1"/>
              </p:cNvSpPr>
              <p:nvPr userDrawn="1"/>
            </p:nvSpPr>
            <p:spPr bwMode="gray">
              <a:xfrm flipH="1" flipV="1">
                <a:off x="2349" y="1287"/>
                <a:ext cx="5" cy="24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08" name="Freeform 313"/>
              <p:cNvSpPr>
                <a:spLocks/>
              </p:cNvSpPr>
              <p:nvPr userDrawn="1"/>
            </p:nvSpPr>
            <p:spPr bwMode="gray">
              <a:xfrm>
                <a:off x="2345" y="1280"/>
                <a:ext cx="4" cy="7"/>
              </a:xfrm>
              <a:custGeom>
                <a:avLst/>
                <a:gdLst>
                  <a:gd name="T0" fmla="*/ 4 w 4"/>
                  <a:gd name="T1" fmla="*/ 7 h 7"/>
                  <a:gd name="T2" fmla="*/ 2 w 4"/>
                  <a:gd name="T3" fmla="*/ 6 h 7"/>
                  <a:gd name="T4" fmla="*/ 0 w 4"/>
                  <a:gd name="T5" fmla="*/ 4 h 7"/>
                  <a:gd name="T6" fmla="*/ 0 w 4"/>
                  <a:gd name="T7" fmla="*/ 2 h 7"/>
                  <a:gd name="T8" fmla="*/ 2 w 4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7">
                    <a:moveTo>
                      <a:pt x="4" y="7"/>
                    </a:move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09" name="Freeform 314"/>
              <p:cNvSpPr>
                <a:spLocks/>
              </p:cNvSpPr>
              <p:nvPr userDrawn="1"/>
            </p:nvSpPr>
            <p:spPr bwMode="gray">
              <a:xfrm>
                <a:off x="2557" y="1985"/>
                <a:ext cx="19" cy="4"/>
              </a:xfrm>
              <a:custGeom>
                <a:avLst/>
                <a:gdLst>
                  <a:gd name="T0" fmla="*/ 19 w 19"/>
                  <a:gd name="T1" fmla="*/ 0 h 4"/>
                  <a:gd name="T2" fmla="*/ 14 w 19"/>
                  <a:gd name="T3" fmla="*/ 2 h 4"/>
                  <a:gd name="T4" fmla="*/ 10 w 19"/>
                  <a:gd name="T5" fmla="*/ 4 h 4"/>
                  <a:gd name="T6" fmla="*/ 5 w 19"/>
                  <a:gd name="T7" fmla="*/ 4 h 4"/>
                  <a:gd name="T8" fmla="*/ 0 w 19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19" y="0"/>
                    </a:moveTo>
                    <a:lnTo>
                      <a:pt x="14" y="2"/>
                    </a:lnTo>
                    <a:lnTo>
                      <a:pt x="10" y="4"/>
                    </a:lnTo>
                    <a:lnTo>
                      <a:pt x="5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10" name="Line 315"/>
              <p:cNvSpPr>
                <a:spLocks noChangeShapeType="1"/>
              </p:cNvSpPr>
              <p:nvPr userDrawn="1"/>
            </p:nvSpPr>
            <p:spPr bwMode="gray">
              <a:xfrm>
                <a:off x="2565" y="1870"/>
                <a:ext cx="2" cy="23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11" name="Line 316"/>
              <p:cNvSpPr>
                <a:spLocks noChangeShapeType="1"/>
              </p:cNvSpPr>
              <p:nvPr userDrawn="1"/>
            </p:nvSpPr>
            <p:spPr bwMode="gray">
              <a:xfrm>
                <a:off x="2574" y="1873"/>
                <a:ext cx="4" cy="22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12" name="Freeform 317"/>
              <p:cNvSpPr>
                <a:spLocks/>
              </p:cNvSpPr>
              <p:nvPr userDrawn="1"/>
            </p:nvSpPr>
            <p:spPr bwMode="gray">
              <a:xfrm>
                <a:off x="2557" y="2097"/>
                <a:ext cx="21" cy="4"/>
              </a:xfrm>
              <a:custGeom>
                <a:avLst/>
                <a:gdLst>
                  <a:gd name="T0" fmla="*/ 21 w 21"/>
                  <a:gd name="T1" fmla="*/ 0 h 4"/>
                  <a:gd name="T2" fmla="*/ 15 w 21"/>
                  <a:gd name="T3" fmla="*/ 4 h 4"/>
                  <a:gd name="T4" fmla="*/ 10 w 21"/>
                  <a:gd name="T5" fmla="*/ 4 h 4"/>
                  <a:gd name="T6" fmla="*/ 5 w 21"/>
                  <a:gd name="T7" fmla="*/ 4 h 4"/>
                  <a:gd name="T8" fmla="*/ 0 w 21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4">
                    <a:moveTo>
                      <a:pt x="21" y="0"/>
                    </a:moveTo>
                    <a:lnTo>
                      <a:pt x="15" y="4"/>
                    </a:lnTo>
                    <a:lnTo>
                      <a:pt x="10" y="4"/>
                    </a:lnTo>
                    <a:lnTo>
                      <a:pt x="5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13" name="Line 318"/>
              <p:cNvSpPr>
                <a:spLocks noChangeShapeType="1"/>
              </p:cNvSpPr>
              <p:nvPr userDrawn="1"/>
            </p:nvSpPr>
            <p:spPr bwMode="gray">
              <a:xfrm flipH="1" flipV="1">
                <a:off x="2555" y="1861"/>
                <a:ext cx="2" cy="23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14" name="Freeform 319"/>
              <p:cNvSpPr>
                <a:spLocks/>
              </p:cNvSpPr>
              <p:nvPr userDrawn="1"/>
            </p:nvSpPr>
            <p:spPr bwMode="gray">
              <a:xfrm>
                <a:off x="2555" y="1861"/>
                <a:ext cx="19" cy="12"/>
              </a:xfrm>
              <a:custGeom>
                <a:avLst/>
                <a:gdLst>
                  <a:gd name="T0" fmla="*/ 19 w 19"/>
                  <a:gd name="T1" fmla="*/ 12 h 12"/>
                  <a:gd name="T2" fmla="*/ 12 w 19"/>
                  <a:gd name="T3" fmla="*/ 9 h 12"/>
                  <a:gd name="T4" fmla="*/ 5 w 19"/>
                  <a:gd name="T5" fmla="*/ 5 h 12"/>
                  <a:gd name="T6" fmla="*/ 0 w 19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2">
                    <a:moveTo>
                      <a:pt x="19" y="12"/>
                    </a:moveTo>
                    <a:lnTo>
                      <a:pt x="12" y="9"/>
                    </a:lnTo>
                    <a:lnTo>
                      <a:pt x="5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15" name="Freeform 320"/>
              <p:cNvSpPr>
                <a:spLocks/>
              </p:cNvSpPr>
              <p:nvPr userDrawn="1"/>
            </p:nvSpPr>
            <p:spPr bwMode="gray">
              <a:xfrm>
                <a:off x="2646" y="2050"/>
                <a:ext cx="12" cy="9"/>
              </a:xfrm>
              <a:custGeom>
                <a:avLst/>
                <a:gdLst>
                  <a:gd name="T0" fmla="*/ 12 w 12"/>
                  <a:gd name="T1" fmla="*/ 0 h 9"/>
                  <a:gd name="T2" fmla="*/ 10 w 12"/>
                  <a:gd name="T3" fmla="*/ 3 h 9"/>
                  <a:gd name="T4" fmla="*/ 9 w 12"/>
                  <a:gd name="T5" fmla="*/ 7 h 9"/>
                  <a:gd name="T6" fmla="*/ 5 w 12"/>
                  <a:gd name="T7" fmla="*/ 9 h 9"/>
                  <a:gd name="T8" fmla="*/ 0 w 12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12" y="0"/>
                    </a:moveTo>
                    <a:lnTo>
                      <a:pt x="10" y="3"/>
                    </a:lnTo>
                    <a:lnTo>
                      <a:pt x="9" y="7"/>
                    </a:lnTo>
                    <a:lnTo>
                      <a:pt x="5" y="9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16" name="Line 321"/>
              <p:cNvSpPr>
                <a:spLocks noChangeShapeType="1"/>
              </p:cNvSpPr>
              <p:nvPr userDrawn="1"/>
            </p:nvSpPr>
            <p:spPr bwMode="gray">
              <a:xfrm flipV="1">
                <a:off x="2574" y="2010"/>
                <a:ext cx="159" cy="9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17" name="Line 322"/>
              <p:cNvSpPr>
                <a:spLocks noChangeShapeType="1"/>
              </p:cNvSpPr>
              <p:nvPr userDrawn="1"/>
            </p:nvSpPr>
            <p:spPr bwMode="gray">
              <a:xfrm flipV="1">
                <a:off x="2578" y="2003"/>
                <a:ext cx="159" cy="9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18" name="Freeform 323"/>
              <p:cNvSpPr>
                <a:spLocks/>
              </p:cNvSpPr>
              <p:nvPr userDrawn="1"/>
            </p:nvSpPr>
            <p:spPr bwMode="gray">
              <a:xfrm>
                <a:off x="2726" y="2003"/>
                <a:ext cx="11" cy="8"/>
              </a:xfrm>
              <a:custGeom>
                <a:avLst/>
                <a:gdLst>
                  <a:gd name="T0" fmla="*/ 11 w 11"/>
                  <a:gd name="T1" fmla="*/ 0 h 8"/>
                  <a:gd name="T2" fmla="*/ 11 w 11"/>
                  <a:gd name="T3" fmla="*/ 3 h 8"/>
                  <a:gd name="T4" fmla="*/ 9 w 11"/>
                  <a:gd name="T5" fmla="*/ 7 h 8"/>
                  <a:gd name="T6" fmla="*/ 7 w 11"/>
                  <a:gd name="T7" fmla="*/ 8 h 8"/>
                  <a:gd name="T8" fmla="*/ 4 w 11"/>
                  <a:gd name="T9" fmla="*/ 8 h 8"/>
                  <a:gd name="T10" fmla="*/ 0 w 11"/>
                  <a:gd name="T11" fmla="*/ 7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8">
                    <a:moveTo>
                      <a:pt x="11" y="0"/>
                    </a:moveTo>
                    <a:lnTo>
                      <a:pt x="11" y="3"/>
                    </a:lnTo>
                    <a:lnTo>
                      <a:pt x="9" y="7"/>
                    </a:lnTo>
                    <a:lnTo>
                      <a:pt x="7" y="8"/>
                    </a:lnTo>
                    <a:lnTo>
                      <a:pt x="4" y="8"/>
                    </a:lnTo>
                    <a:lnTo>
                      <a:pt x="0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19" name="Line 324"/>
              <p:cNvSpPr>
                <a:spLocks noChangeShapeType="1"/>
              </p:cNvSpPr>
              <p:nvPr userDrawn="1"/>
            </p:nvSpPr>
            <p:spPr bwMode="gray">
              <a:xfrm flipH="1">
                <a:off x="2565" y="2010"/>
                <a:ext cx="161" cy="9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20" name="Freeform 325"/>
              <p:cNvSpPr>
                <a:spLocks/>
              </p:cNvSpPr>
              <p:nvPr userDrawn="1"/>
            </p:nvSpPr>
            <p:spPr bwMode="gray">
              <a:xfrm>
                <a:off x="2565" y="2097"/>
                <a:ext cx="13" cy="11"/>
              </a:xfrm>
              <a:custGeom>
                <a:avLst/>
                <a:gdLst>
                  <a:gd name="T0" fmla="*/ 0 w 13"/>
                  <a:gd name="T1" fmla="*/ 9 h 11"/>
                  <a:gd name="T2" fmla="*/ 6 w 13"/>
                  <a:gd name="T3" fmla="*/ 11 h 11"/>
                  <a:gd name="T4" fmla="*/ 7 w 13"/>
                  <a:gd name="T5" fmla="*/ 9 h 11"/>
                  <a:gd name="T6" fmla="*/ 11 w 13"/>
                  <a:gd name="T7" fmla="*/ 7 h 11"/>
                  <a:gd name="T8" fmla="*/ 11 w 13"/>
                  <a:gd name="T9" fmla="*/ 5 h 11"/>
                  <a:gd name="T10" fmla="*/ 13 w 13"/>
                  <a:gd name="T11" fmla="*/ 0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1">
                    <a:moveTo>
                      <a:pt x="0" y="9"/>
                    </a:moveTo>
                    <a:lnTo>
                      <a:pt x="6" y="11"/>
                    </a:lnTo>
                    <a:lnTo>
                      <a:pt x="7" y="9"/>
                    </a:lnTo>
                    <a:lnTo>
                      <a:pt x="11" y="7"/>
                    </a:lnTo>
                    <a:lnTo>
                      <a:pt x="11" y="5"/>
                    </a:lnTo>
                    <a:lnTo>
                      <a:pt x="13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21" name="Line 326"/>
              <p:cNvSpPr>
                <a:spLocks noChangeShapeType="1"/>
              </p:cNvSpPr>
              <p:nvPr userDrawn="1"/>
            </p:nvSpPr>
            <p:spPr bwMode="gray">
              <a:xfrm flipV="1">
                <a:off x="2739" y="1924"/>
                <a:ext cx="1" cy="7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22" name="Line 327"/>
              <p:cNvSpPr>
                <a:spLocks noChangeShapeType="1"/>
              </p:cNvSpPr>
              <p:nvPr userDrawn="1"/>
            </p:nvSpPr>
            <p:spPr bwMode="gray">
              <a:xfrm flipV="1">
                <a:off x="2737" y="1924"/>
                <a:ext cx="1" cy="7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23" name="Line 328"/>
              <p:cNvSpPr>
                <a:spLocks noChangeShapeType="1"/>
              </p:cNvSpPr>
              <p:nvPr userDrawn="1"/>
            </p:nvSpPr>
            <p:spPr bwMode="gray">
              <a:xfrm>
                <a:off x="2733" y="1922"/>
                <a:ext cx="2" cy="7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24" name="Freeform 329"/>
              <p:cNvSpPr>
                <a:spLocks/>
              </p:cNvSpPr>
              <p:nvPr userDrawn="1"/>
            </p:nvSpPr>
            <p:spPr bwMode="gray">
              <a:xfrm>
                <a:off x="2735" y="1992"/>
                <a:ext cx="4" cy="11"/>
              </a:xfrm>
              <a:custGeom>
                <a:avLst/>
                <a:gdLst>
                  <a:gd name="T0" fmla="*/ 2 w 4"/>
                  <a:gd name="T1" fmla="*/ 11 h 11"/>
                  <a:gd name="T2" fmla="*/ 4 w 4"/>
                  <a:gd name="T3" fmla="*/ 7 h 11"/>
                  <a:gd name="T4" fmla="*/ 4 w 4"/>
                  <a:gd name="T5" fmla="*/ 5 h 11"/>
                  <a:gd name="T6" fmla="*/ 2 w 4"/>
                  <a:gd name="T7" fmla="*/ 4 h 11"/>
                  <a:gd name="T8" fmla="*/ 0 w 4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1">
                    <a:moveTo>
                      <a:pt x="2" y="11"/>
                    </a:moveTo>
                    <a:lnTo>
                      <a:pt x="4" y="7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25" name="Freeform 330"/>
              <p:cNvSpPr>
                <a:spLocks/>
              </p:cNvSpPr>
              <p:nvPr userDrawn="1"/>
            </p:nvSpPr>
            <p:spPr bwMode="gray">
              <a:xfrm>
                <a:off x="2732" y="1377"/>
                <a:ext cx="5" cy="8"/>
              </a:xfrm>
              <a:custGeom>
                <a:avLst/>
                <a:gdLst>
                  <a:gd name="T0" fmla="*/ 3 w 5"/>
                  <a:gd name="T1" fmla="*/ 8 h 8"/>
                  <a:gd name="T2" fmla="*/ 5 w 5"/>
                  <a:gd name="T3" fmla="*/ 7 h 8"/>
                  <a:gd name="T4" fmla="*/ 5 w 5"/>
                  <a:gd name="T5" fmla="*/ 5 h 8"/>
                  <a:gd name="T6" fmla="*/ 3 w 5"/>
                  <a:gd name="T7" fmla="*/ 1 h 8"/>
                  <a:gd name="T8" fmla="*/ 0 w 5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3" y="8"/>
                    </a:moveTo>
                    <a:lnTo>
                      <a:pt x="5" y="7"/>
                    </a:lnTo>
                    <a:lnTo>
                      <a:pt x="5" y="5"/>
                    </a:lnTo>
                    <a:lnTo>
                      <a:pt x="3" y="1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26" name="Line 331"/>
              <p:cNvSpPr>
                <a:spLocks noChangeShapeType="1"/>
              </p:cNvSpPr>
              <p:nvPr userDrawn="1"/>
            </p:nvSpPr>
            <p:spPr bwMode="gray">
              <a:xfrm flipH="1" flipV="1">
                <a:off x="2737" y="1265"/>
                <a:ext cx="2" cy="23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27" name="Line 332"/>
              <p:cNvSpPr>
                <a:spLocks noChangeShapeType="1"/>
              </p:cNvSpPr>
              <p:nvPr userDrawn="1"/>
            </p:nvSpPr>
            <p:spPr bwMode="gray">
              <a:xfrm flipV="1">
                <a:off x="2735" y="1270"/>
                <a:ext cx="1" cy="23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28" name="Freeform 333"/>
              <p:cNvSpPr>
                <a:spLocks/>
              </p:cNvSpPr>
              <p:nvPr userDrawn="1"/>
            </p:nvSpPr>
            <p:spPr bwMode="gray">
              <a:xfrm>
                <a:off x="2732" y="1261"/>
                <a:ext cx="5" cy="9"/>
              </a:xfrm>
              <a:custGeom>
                <a:avLst/>
                <a:gdLst>
                  <a:gd name="T0" fmla="*/ 3 w 5"/>
                  <a:gd name="T1" fmla="*/ 9 h 9"/>
                  <a:gd name="T2" fmla="*/ 5 w 5"/>
                  <a:gd name="T3" fmla="*/ 5 h 9"/>
                  <a:gd name="T4" fmla="*/ 5 w 5"/>
                  <a:gd name="T5" fmla="*/ 4 h 9"/>
                  <a:gd name="T6" fmla="*/ 3 w 5"/>
                  <a:gd name="T7" fmla="*/ 2 h 9"/>
                  <a:gd name="T8" fmla="*/ 0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3" y="9"/>
                    </a:moveTo>
                    <a:lnTo>
                      <a:pt x="5" y="5"/>
                    </a:lnTo>
                    <a:lnTo>
                      <a:pt x="5" y="4"/>
                    </a:lnTo>
                    <a:lnTo>
                      <a:pt x="3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29" name="Line 334"/>
              <p:cNvSpPr>
                <a:spLocks noChangeShapeType="1"/>
              </p:cNvSpPr>
              <p:nvPr userDrawn="1"/>
            </p:nvSpPr>
            <p:spPr bwMode="gray">
              <a:xfrm>
                <a:off x="2732" y="1261"/>
                <a:ext cx="1" cy="24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30" name="Freeform 335"/>
              <p:cNvSpPr>
                <a:spLocks/>
              </p:cNvSpPr>
              <p:nvPr userDrawn="1"/>
            </p:nvSpPr>
            <p:spPr bwMode="gray">
              <a:xfrm>
                <a:off x="2733" y="1502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4 w 6"/>
                  <a:gd name="T3" fmla="*/ 0 h 4"/>
                  <a:gd name="T4" fmla="*/ 6 w 6"/>
                  <a:gd name="T5" fmla="*/ 0 h 4"/>
                  <a:gd name="T6" fmla="*/ 4 w 6"/>
                  <a:gd name="T7" fmla="*/ 2 h 4"/>
                  <a:gd name="T8" fmla="*/ 2 w 6"/>
                  <a:gd name="T9" fmla="*/ 2 h 4"/>
                  <a:gd name="T10" fmla="*/ 0 w 6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4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4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31" name="Freeform 336"/>
              <p:cNvSpPr>
                <a:spLocks/>
              </p:cNvSpPr>
              <p:nvPr userDrawn="1"/>
            </p:nvSpPr>
            <p:spPr bwMode="gray">
              <a:xfrm>
                <a:off x="2641" y="1296"/>
                <a:ext cx="12" cy="16"/>
              </a:xfrm>
              <a:custGeom>
                <a:avLst/>
                <a:gdLst>
                  <a:gd name="T0" fmla="*/ 12 w 12"/>
                  <a:gd name="T1" fmla="*/ 16 h 16"/>
                  <a:gd name="T2" fmla="*/ 10 w 12"/>
                  <a:gd name="T3" fmla="*/ 11 h 16"/>
                  <a:gd name="T4" fmla="*/ 8 w 12"/>
                  <a:gd name="T5" fmla="*/ 5 h 16"/>
                  <a:gd name="T6" fmla="*/ 5 w 12"/>
                  <a:gd name="T7" fmla="*/ 2 h 16"/>
                  <a:gd name="T8" fmla="*/ 0 w 12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12" y="16"/>
                    </a:moveTo>
                    <a:lnTo>
                      <a:pt x="10" y="11"/>
                    </a:lnTo>
                    <a:lnTo>
                      <a:pt x="8" y="5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32" name="Line 337"/>
              <p:cNvSpPr>
                <a:spLocks noChangeShapeType="1"/>
              </p:cNvSpPr>
              <p:nvPr userDrawn="1"/>
            </p:nvSpPr>
            <p:spPr bwMode="gray">
              <a:xfrm flipH="1">
                <a:off x="2567" y="1259"/>
                <a:ext cx="165" cy="8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33" name="Line 338"/>
              <p:cNvSpPr>
                <a:spLocks noChangeShapeType="1"/>
              </p:cNvSpPr>
              <p:nvPr userDrawn="1"/>
            </p:nvSpPr>
            <p:spPr bwMode="gray">
              <a:xfrm flipH="1">
                <a:off x="2571" y="1270"/>
                <a:ext cx="164" cy="8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34" name="Freeform 339"/>
              <p:cNvSpPr>
                <a:spLocks/>
              </p:cNvSpPr>
              <p:nvPr userDrawn="1"/>
            </p:nvSpPr>
            <p:spPr bwMode="gray">
              <a:xfrm>
                <a:off x="2558" y="1340"/>
                <a:ext cx="13" cy="16"/>
              </a:xfrm>
              <a:custGeom>
                <a:avLst/>
                <a:gdLst>
                  <a:gd name="T0" fmla="*/ 13 w 13"/>
                  <a:gd name="T1" fmla="*/ 16 h 16"/>
                  <a:gd name="T2" fmla="*/ 11 w 13"/>
                  <a:gd name="T3" fmla="*/ 10 h 16"/>
                  <a:gd name="T4" fmla="*/ 9 w 13"/>
                  <a:gd name="T5" fmla="*/ 7 h 16"/>
                  <a:gd name="T6" fmla="*/ 6 w 13"/>
                  <a:gd name="T7" fmla="*/ 2 h 16"/>
                  <a:gd name="T8" fmla="*/ 0 w 13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6">
                    <a:moveTo>
                      <a:pt x="13" y="16"/>
                    </a:moveTo>
                    <a:lnTo>
                      <a:pt x="11" y="10"/>
                    </a:lnTo>
                    <a:lnTo>
                      <a:pt x="9" y="7"/>
                    </a:lnTo>
                    <a:lnTo>
                      <a:pt x="6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35" name="Line 340"/>
              <p:cNvSpPr>
                <a:spLocks noChangeShapeType="1"/>
              </p:cNvSpPr>
              <p:nvPr userDrawn="1"/>
            </p:nvSpPr>
            <p:spPr bwMode="gray">
              <a:xfrm flipV="1">
                <a:off x="2558" y="1252"/>
                <a:ext cx="165" cy="8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36" name="Freeform 341"/>
              <p:cNvSpPr>
                <a:spLocks/>
              </p:cNvSpPr>
              <p:nvPr userDrawn="1"/>
            </p:nvSpPr>
            <p:spPr bwMode="gray">
              <a:xfrm>
                <a:off x="2723" y="1252"/>
                <a:ext cx="12" cy="18"/>
              </a:xfrm>
              <a:custGeom>
                <a:avLst/>
                <a:gdLst>
                  <a:gd name="T0" fmla="*/ 12 w 12"/>
                  <a:gd name="T1" fmla="*/ 18 h 18"/>
                  <a:gd name="T2" fmla="*/ 10 w 12"/>
                  <a:gd name="T3" fmla="*/ 13 h 18"/>
                  <a:gd name="T4" fmla="*/ 9 w 12"/>
                  <a:gd name="T5" fmla="*/ 7 h 18"/>
                  <a:gd name="T6" fmla="*/ 5 w 12"/>
                  <a:gd name="T7" fmla="*/ 4 h 18"/>
                  <a:gd name="T8" fmla="*/ 0 w 12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8">
                    <a:moveTo>
                      <a:pt x="12" y="18"/>
                    </a:moveTo>
                    <a:lnTo>
                      <a:pt x="10" y="13"/>
                    </a:lnTo>
                    <a:lnTo>
                      <a:pt x="9" y="7"/>
                    </a:lnTo>
                    <a:lnTo>
                      <a:pt x="5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37" name="Freeform 342"/>
              <p:cNvSpPr>
                <a:spLocks/>
              </p:cNvSpPr>
              <p:nvPr userDrawn="1"/>
            </p:nvSpPr>
            <p:spPr bwMode="gray">
              <a:xfrm>
                <a:off x="2551" y="1474"/>
                <a:ext cx="20" cy="2"/>
              </a:xfrm>
              <a:custGeom>
                <a:avLst/>
                <a:gdLst>
                  <a:gd name="T0" fmla="*/ 20 w 20"/>
                  <a:gd name="T1" fmla="*/ 0 h 2"/>
                  <a:gd name="T2" fmla="*/ 16 w 20"/>
                  <a:gd name="T3" fmla="*/ 2 h 2"/>
                  <a:gd name="T4" fmla="*/ 11 w 20"/>
                  <a:gd name="T5" fmla="*/ 2 h 2"/>
                  <a:gd name="T6" fmla="*/ 6 w 20"/>
                  <a:gd name="T7" fmla="*/ 2 h 2"/>
                  <a:gd name="T8" fmla="*/ 0 w 20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">
                    <a:moveTo>
                      <a:pt x="20" y="0"/>
                    </a:moveTo>
                    <a:lnTo>
                      <a:pt x="16" y="2"/>
                    </a:lnTo>
                    <a:lnTo>
                      <a:pt x="11" y="2"/>
                    </a:lnTo>
                    <a:lnTo>
                      <a:pt x="6" y="2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38" name="Line 343"/>
              <p:cNvSpPr>
                <a:spLocks noChangeShapeType="1"/>
              </p:cNvSpPr>
              <p:nvPr userDrawn="1"/>
            </p:nvSpPr>
            <p:spPr bwMode="gray">
              <a:xfrm>
                <a:off x="2560" y="1359"/>
                <a:ext cx="2" cy="24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39" name="Line 344"/>
              <p:cNvSpPr>
                <a:spLocks noChangeShapeType="1"/>
              </p:cNvSpPr>
              <p:nvPr userDrawn="1"/>
            </p:nvSpPr>
            <p:spPr bwMode="gray">
              <a:xfrm>
                <a:off x="2571" y="1356"/>
                <a:ext cx="1" cy="23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40" name="Freeform 345"/>
              <p:cNvSpPr>
                <a:spLocks/>
              </p:cNvSpPr>
              <p:nvPr userDrawn="1"/>
            </p:nvSpPr>
            <p:spPr bwMode="gray">
              <a:xfrm>
                <a:off x="2551" y="1592"/>
                <a:ext cx="21" cy="14"/>
              </a:xfrm>
              <a:custGeom>
                <a:avLst/>
                <a:gdLst>
                  <a:gd name="T0" fmla="*/ 21 w 21"/>
                  <a:gd name="T1" fmla="*/ 0 h 14"/>
                  <a:gd name="T2" fmla="*/ 16 w 21"/>
                  <a:gd name="T3" fmla="*/ 5 h 14"/>
                  <a:gd name="T4" fmla="*/ 13 w 21"/>
                  <a:gd name="T5" fmla="*/ 8 h 14"/>
                  <a:gd name="T6" fmla="*/ 7 w 21"/>
                  <a:gd name="T7" fmla="*/ 10 h 14"/>
                  <a:gd name="T8" fmla="*/ 0 w 21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4">
                    <a:moveTo>
                      <a:pt x="21" y="0"/>
                    </a:moveTo>
                    <a:lnTo>
                      <a:pt x="16" y="5"/>
                    </a:lnTo>
                    <a:lnTo>
                      <a:pt x="13" y="8"/>
                    </a:lnTo>
                    <a:lnTo>
                      <a:pt x="7" y="10"/>
                    </a:lnTo>
                    <a:lnTo>
                      <a:pt x="0" y="14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41" name="Line 346"/>
              <p:cNvSpPr>
                <a:spLocks noChangeShapeType="1"/>
              </p:cNvSpPr>
              <p:nvPr userDrawn="1"/>
            </p:nvSpPr>
            <p:spPr bwMode="gray">
              <a:xfrm flipH="1" flipV="1">
                <a:off x="2550" y="1357"/>
                <a:ext cx="1" cy="24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42" name="Freeform 347"/>
              <p:cNvSpPr>
                <a:spLocks/>
              </p:cNvSpPr>
              <p:nvPr userDrawn="1"/>
            </p:nvSpPr>
            <p:spPr bwMode="gray">
              <a:xfrm>
                <a:off x="2550" y="1356"/>
                <a:ext cx="21" cy="3"/>
              </a:xfrm>
              <a:custGeom>
                <a:avLst/>
                <a:gdLst>
                  <a:gd name="T0" fmla="*/ 0 w 21"/>
                  <a:gd name="T1" fmla="*/ 1 h 3"/>
                  <a:gd name="T2" fmla="*/ 7 w 21"/>
                  <a:gd name="T3" fmla="*/ 3 h 3"/>
                  <a:gd name="T4" fmla="*/ 14 w 21"/>
                  <a:gd name="T5" fmla="*/ 3 h 3"/>
                  <a:gd name="T6" fmla="*/ 21 w 2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3">
                    <a:moveTo>
                      <a:pt x="0" y="1"/>
                    </a:moveTo>
                    <a:lnTo>
                      <a:pt x="7" y="3"/>
                    </a:lnTo>
                    <a:lnTo>
                      <a:pt x="14" y="3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43" name="Freeform 348"/>
              <p:cNvSpPr>
                <a:spLocks/>
              </p:cNvSpPr>
              <p:nvPr userDrawn="1"/>
            </p:nvSpPr>
            <p:spPr bwMode="gray">
              <a:xfrm>
                <a:off x="2726" y="2010"/>
                <a:ext cx="9" cy="7"/>
              </a:xfrm>
              <a:custGeom>
                <a:avLst/>
                <a:gdLst>
                  <a:gd name="T0" fmla="*/ 0 w 9"/>
                  <a:gd name="T1" fmla="*/ 0 h 7"/>
                  <a:gd name="T2" fmla="*/ 2 w 9"/>
                  <a:gd name="T3" fmla="*/ 0 h 7"/>
                  <a:gd name="T4" fmla="*/ 6 w 9"/>
                  <a:gd name="T5" fmla="*/ 0 h 7"/>
                  <a:gd name="T6" fmla="*/ 7 w 9"/>
                  <a:gd name="T7" fmla="*/ 1 h 7"/>
                  <a:gd name="T8" fmla="*/ 7 w 9"/>
                  <a:gd name="T9" fmla="*/ 5 h 7"/>
                  <a:gd name="T10" fmla="*/ 9 w 9"/>
                  <a:gd name="T11" fmla="*/ 7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7">
                    <a:moveTo>
                      <a:pt x="0" y="0"/>
                    </a:moveTo>
                    <a:lnTo>
                      <a:pt x="2" y="0"/>
                    </a:lnTo>
                    <a:lnTo>
                      <a:pt x="6" y="0"/>
                    </a:lnTo>
                    <a:lnTo>
                      <a:pt x="7" y="1"/>
                    </a:lnTo>
                    <a:lnTo>
                      <a:pt x="7" y="5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44" name="Freeform 349"/>
              <p:cNvSpPr>
                <a:spLocks/>
              </p:cNvSpPr>
              <p:nvPr userDrawn="1"/>
            </p:nvSpPr>
            <p:spPr bwMode="gray">
              <a:xfrm>
                <a:off x="2735" y="1992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4 h 9"/>
                  <a:gd name="T4" fmla="*/ 0 w 9"/>
                  <a:gd name="T5" fmla="*/ 7 h 9"/>
                  <a:gd name="T6" fmla="*/ 2 w 9"/>
                  <a:gd name="T7" fmla="*/ 9 h 9"/>
                  <a:gd name="T8" fmla="*/ 5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2" y="9"/>
                    </a:lnTo>
                    <a:lnTo>
                      <a:pt x="5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45" name="Freeform 350"/>
              <p:cNvSpPr>
                <a:spLocks/>
              </p:cNvSpPr>
              <p:nvPr userDrawn="1"/>
            </p:nvSpPr>
            <p:spPr bwMode="gray">
              <a:xfrm>
                <a:off x="2632" y="1209"/>
                <a:ext cx="9" cy="19"/>
              </a:xfrm>
              <a:custGeom>
                <a:avLst/>
                <a:gdLst>
                  <a:gd name="T0" fmla="*/ 0 w 9"/>
                  <a:gd name="T1" fmla="*/ 19 h 19"/>
                  <a:gd name="T2" fmla="*/ 0 w 9"/>
                  <a:gd name="T3" fmla="*/ 12 h 19"/>
                  <a:gd name="T4" fmla="*/ 2 w 9"/>
                  <a:gd name="T5" fmla="*/ 8 h 19"/>
                  <a:gd name="T6" fmla="*/ 5 w 9"/>
                  <a:gd name="T7" fmla="*/ 3 h 19"/>
                  <a:gd name="T8" fmla="*/ 9 w 9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9">
                    <a:moveTo>
                      <a:pt x="0" y="19"/>
                    </a:moveTo>
                    <a:lnTo>
                      <a:pt x="0" y="12"/>
                    </a:lnTo>
                    <a:lnTo>
                      <a:pt x="2" y="8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46" name="Line 351"/>
              <p:cNvSpPr>
                <a:spLocks noChangeShapeType="1"/>
              </p:cNvSpPr>
              <p:nvPr userDrawn="1"/>
            </p:nvSpPr>
            <p:spPr bwMode="gray">
              <a:xfrm>
                <a:off x="2536" y="1184"/>
                <a:ext cx="199" cy="6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47" name="Line 352"/>
              <p:cNvSpPr>
                <a:spLocks noChangeShapeType="1"/>
              </p:cNvSpPr>
              <p:nvPr userDrawn="1"/>
            </p:nvSpPr>
            <p:spPr bwMode="gray">
              <a:xfrm>
                <a:off x="2532" y="1195"/>
                <a:ext cx="200" cy="6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48" name="Freeform 353"/>
              <p:cNvSpPr>
                <a:spLocks/>
              </p:cNvSpPr>
              <p:nvPr userDrawn="1"/>
            </p:nvSpPr>
            <p:spPr bwMode="gray">
              <a:xfrm>
                <a:off x="2732" y="1244"/>
                <a:ext cx="8" cy="17"/>
              </a:xfrm>
              <a:custGeom>
                <a:avLst/>
                <a:gdLst>
                  <a:gd name="T0" fmla="*/ 0 w 8"/>
                  <a:gd name="T1" fmla="*/ 17 h 17"/>
                  <a:gd name="T2" fmla="*/ 1 w 8"/>
                  <a:gd name="T3" fmla="*/ 12 h 17"/>
                  <a:gd name="T4" fmla="*/ 3 w 8"/>
                  <a:gd name="T5" fmla="*/ 7 h 17"/>
                  <a:gd name="T6" fmla="*/ 5 w 8"/>
                  <a:gd name="T7" fmla="*/ 1 h 17"/>
                  <a:gd name="T8" fmla="*/ 8 w 8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lnTo>
                      <a:pt x="1" y="12"/>
                    </a:lnTo>
                    <a:lnTo>
                      <a:pt x="3" y="7"/>
                    </a:lnTo>
                    <a:lnTo>
                      <a:pt x="5" y="1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49" name="Line 354"/>
              <p:cNvSpPr>
                <a:spLocks noChangeShapeType="1"/>
              </p:cNvSpPr>
              <p:nvPr userDrawn="1"/>
            </p:nvSpPr>
            <p:spPr bwMode="gray">
              <a:xfrm flipH="1" flipV="1">
                <a:off x="2543" y="1177"/>
                <a:ext cx="197" cy="6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50" name="Freeform 355"/>
              <p:cNvSpPr>
                <a:spLocks/>
              </p:cNvSpPr>
              <p:nvPr userDrawn="1"/>
            </p:nvSpPr>
            <p:spPr bwMode="gray">
              <a:xfrm>
                <a:off x="2532" y="1177"/>
                <a:ext cx="11" cy="18"/>
              </a:xfrm>
              <a:custGeom>
                <a:avLst/>
                <a:gdLst>
                  <a:gd name="T0" fmla="*/ 0 w 11"/>
                  <a:gd name="T1" fmla="*/ 18 h 18"/>
                  <a:gd name="T2" fmla="*/ 2 w 11"/>
                  <a:gd name="T3" fmla="*/ 12 h 18"/>
                  <a:gd name="T4" fmla="*/ 4 w 11"/>
                  <a:gd name="T5" fmla="*/ 7 h 18"/>
                  <a:gd name="T6" fmla="*/ 5 w 11"/>
                  <a:gd name="T7" fmla="*/ 2 h 18"/>
                  <a:gd name="T8" fmla="*/ 11 w 1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8">
                    <a:moveTo>
                      <a:pt x="0" y="18"/>
                    </a:moveTo>
                    <a:lnTo>
                      <a:pt x="2" y="12"/>
                    </a:lnTo>
                    <a:lnTo>
                      <a:pt x="4" y="7"/>
                    </a:lnTo>
                    <a:lnTo>
                      <a:pt x="5" y="2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51" name="Freeform 356"/>
              <p:cNvSpPr>
                <a:spLocks/>
              </p:cNvSpPr>
              <p:nvPr userDrawn="1"/>
            </p:nvSpPr>
            <p:spPr bwMode="gray">
              <a:xfrm>
                <a:off x="2623" y="1202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4 w 9"/>
                  <a:gd name="T3" fmla="*/ 14 h 17"/>
                  <a:gd name="T4" fmla="*/ 5 w 9"/>
                  <a:gd name="T5" fmla="*/ 10 h 17"/>
                  <a:gd name="T6" fmla="*/ 9 w 9"/>
                  <a:gd name="T7" fmla="*/ 5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4" y="14"/>
                    </a:lnTo>
                    <a:lnTo>
                      <a:pt x="5" y="10"/>
                    </a:lnTo>
                    <a:lnTo>
                      <a:pt x="9" y="5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52" name="Line 357"/>
              <p:cNvSpPr>
                <a:spLocks noChangeShapeType="1"/>
              </p:cNvSpPr>
              <p:nvPr userDrawn="1"/>
            </p:nvSpPr>
            <p:spPr bwMode="gray">
              <a:xfrm flipH="1" flipV="1">
                <a:off x="2530" y="1179"/>
                <a:ext cx="200" cy="6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53" name="Line 358"/>
              <p:cNvSpPr>
                <a:spLocks noChangeShapeType="1"/>
              </p:cNvSpPr>
              <p:nvPr userDrawn="1"/>
            </p:nvSpPr>
            <p:spPr bwMode="gray">
              <a:xfrm flipH="1" flipV="1">
                <a:off x="2523" y="1186"/>
                <a:ext cx="200" cy="6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54" name="Freeform 359"/>
              <p:cNvSpPr>
                <a:spLocks/>
              </p:cNvSpPr>
              <p:nvPr userDrawn="1"/>
            </p:nvSpPr>
            <p:spPr bwMode="gray">
              <a:xfrm>
                <a:off x="2523" y="1168"/>
                <a:ext cx="9" cy="18"/>
              </a:xfrm>
              <a:custGeom>
                <a:avLst/>
                <a:gdLst>
                  <a:gd name="T0" fmla="*/ 0 w 9"/>
                  <a:gd name="T1" fmla="*/ 18 h 18"/>
                  <a:gd name="T2" fmla="*/ 4 w 9"/>
                  <a:gd name="T3" fmla="*/ 14 h 18"/>
                  <a:gd name="T4" fmla="*/ 7 w 9"/>
                  <a:gd name="T5" fmla="*/ 9 h 18"/>
                  <a:gd name="T6" fmla="*/ 9 w 9"/>
                  <a:gd name="T7" fmla="*/ 6 h 18"/>
                  <a:gd name="T8" fmla="*/ 9 w 9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0" y="18"/>
                    </a:moveTo>
                    <a:lnTo>
                      <a:pt x="4" y="14"/>
                    </a:lnTo>
                    <a:lnTo>
                      <a:pt x="7" y="9"/>
                    </a:lnTo>
                    <a:lnTo>
                      <a:pt x="9" y="6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55" name="Line 360"/>
              <p:cNvSpPr>
                <a:spLocks noChangeShapeType="1"/>
              </p:cNvSpPr>
              <p:nvPr userDrawn="1"/>
            </p:nvSpPr>
            <p:spPr bwMode="gray">
              <a:xfrm>
                <a:off x="2532" y="1168"/>
                <a:ext cx="200" cy="6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56" name="Freeform 361"/>
              <p:cNvSpPr>
                <a:spLocks/>
              </p:cNvSpPr>
              <p:nvPr userDrawn="1"/>
            </p:nvSpPr>
            <p:spPr bwMode="gray">
              <a:xfrm>
                <a:off x="2723" y="1235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3 w 9"/>
                  <a:gd name="T3" fmla="*/ 14 h 17"/>
                  <a:gd name="T4" fmla="*/ 7 w 9"/>
                  <a:gd name="T5" fmla="*/ 10 h 17"/>
                  <a:gd name="T6" fmla="*/ 9 w 9"/>
                  <a:gd name="T7" fmla="*/ 5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3" y="14"/>
                    </a:lnTo>
                    <a:lnTo>
                      <a:pt x="7" y="10"/>
                    </a:lnTo>
                    <a:lnTo>
                      <a:pt x="9" y="5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57" name="Freeform 362"/>
              <p:cNvSpPr>
                <a:spLocks/>
              </p:cNvSpPr>
              <p:nvPr userDrawn="1"/>
            </p:nvSpPr>
            <p:spPr bwMode="gray">
              <a:xfrm>
                <a:off x="2448" y="1305"/>
                <a:ext cx="9" cy="17"/>
              </a:xfrm>
              <a:custGeom>
                <a:avLst/>
                <a:gdLst>
                  <a:gd name="T0" fmla="*/ 9 w 9"/>
                  <a:gd name="T1" fmla="*/ 0 h 17"/>
                  <a:gd name="T2" fmla="*/ 6 w 9"/>
                  <a:gd name="T3" fmla="*/ 3 h 17"/>
                  <a:gd name="T4" fmla="*/ 4 w 9"/>
                  <a:gd name="T5" fmla="*/ 7 h 17"/>
                  <a:gd name="T6" fmla="*/ 2 w 9"/>
                  <a:gd name="T7" fmla="*/ 12 h 17"/>
                  <a:gd name="T8" fmla="*/ 0 w 9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9" y="0"/>
                    </a:moveTo>
                    <a:lnTo>
                      <a:pt x="6" y="3"/>
                    </a:lnTo>
                    <a:lnTo>
                      <a:pt x="4" y="7"/>
                    </a:lnTo>
                    <a:lnTo>
                      <a:pt x="2" y="12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58" name="Line 363"/>
              <p:cNvSpPr>
                <a:spLocks noChangeShapeType="1"/>
              </p:cNvSpPr>
              <p:nvPr userDrawn="1"/>
            </p:nvSpPr>
            <p:spPr bwMode="gray">
              <a:xfrm>
                <a:off x="2352" y="1277"/>
                <a:ext cx="199" cy="7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59" name="Line 364"/>
              <p:cNvSpPr>
                <a:spLocks noChangeShapeType="1"/>
              </p:cNvSpPr>
              <p:nvPr userDrawn="1"/>
            </p:nvSpPr>
            <p:spPr bwMode="gray">
              <a:xfrm>
                <a:off x="2357" y="1270"/>
                <a:ext cx="201" cy="7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60" name="Freeform 365"/>
              <p:cNvSpPr>
                <a:spLocks/>
              </p:cNvSpPr>
              <p:nvPr userDrawn="1"/>
            </p:nvSpPr>
            <p:spPr bwMode="gray">
              <a:xfrm>
                <a:off x="2550" y="1340"/>
                <a:ext cx="8" cy="17"/>
              </a:xfrm>
              <a:custGeom>
                <a:avLst/>
                <a:gdLst>
                  <a:gd name="T0" fmla="*/ 8 w 8"/>
                  <a:gd name="T1" fmla="*/ 0 h 17"/>
                  <a:gd name="T2" fmla="*/ 5 w 8"/>
                  <a:gd name="T3" fmla="*/ 3 h 17"/>
                  <a:gd name="T4" fmla="*/ 1 w 8"/>
                  <a:gd name="T5" fmla="*/ 7 h 17"/>
                  <a:gd name="T6" fmla="*/ 0 w 8"/>
                  <a:gd name="T7" fmla="*/ 12 h 17"/>
                  <a:gd name="T8" fmla="*/ 0 w 8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8" y="0"/>
                    </a:moveTo>
                    <a:lnTo>
                      <a:pt x="5" y="3"/>
                    </a:lnTo>
                    <a:lnTo>
                      <a:pt x="1" y="7"/>
                    </a:lnTo>
                    <a:lnTo>
                      <a:pt x="0" y="12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61" name="Line 366"/>
              <p:cNvSpPr>
                <a:spLocks noChangeShapeType="1"/>
              </p:cNvSpPr>
              <p:nvPr userDrawn="1"/>
            </p:nvSpPr>
            <p:spPr bwMode="gray">
              <a:xfrm flipH="1" flipV="1">
                <a:off x="2349" y="1287"/>
                <a:ext cx="201" cy="7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62" name="Freeform 367"/>
              <p:cNvSpPr>
                <a:spLocks/>
              </p:cNvSpPr>
              <p:nvPr userDrawn="1"/>
            </p:nvSpPr>
            <p:spPr bwMode="gray">
              <a:xfrm>
                <a:off x="2349" y="1270"/>
                <a:ext cx="8" cy="17"/>
              </a:xfrm>
              <a:custGeom>
                <a:avLst/>
                <a:gdLst>
                  <a:gd name="T0" fmla="*/ 0 w 8"/>
                  <a:gd name="T1" fmla="*/ 17 h 17"/>
                  <a:gd name="T2" fmla="*/ 1 w 8"/>
                  <a:gd name="T3" fmla="*/ 14 h 17"/>
                  <a:gd name="T4" fmla="*/ 3 w 8"/>
                  <a:gd name="T5" fmla="*/ 9 h 17"/>
                  <a:gd name="T6" fmla="*/ 5 w 8"/>
                  <a:gd name="T7" fmla="*/ 3 h 17"/>
                  <a:gd name="T8" fmla="*/ 8 w 8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lnTo>
                      <a:pt x="1" y="14"/>
                    </a:lnTo>
                    <a:lnTo>
                      <a:pt x="3" y="9"/>
                    </a:lnTo>
                    <a:lnTo>
                      <a:pt x="5" y="3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63" name="Freeform 368"/>
              <p:cNvSpPr>
                <a:spLocks/>
              </p:cNvSpPr>
              <p:nvPr userDrawn="1"/>
            </p:nvSpPr>
            <p:spPr bwMode="gray">
              <a:xfrm>
                <a:off x="2459" y="2060"/>
                <a:ext cx="10" cy="9"/>
              </a:xfrm>
              <a:custGeom>
                <a:avLst/>
                <a:gdLst>
                  <a:gd name="T0" fmla="*/ 0 w 10"/>
                  <a:gd name="T1" fmla="*/ 0 h 9"/>
                  <a:gd name="T2" fmla="*/ 2 w 10"/>
                  <a:gd name="T3" fmla="*/ 6 h 9"/>
                  <a:gd name="T4" fmla="*/ 3 w 10"/>
                  <a:gd name="T5" fmla="*/ 7 h 9"/>
                  <a:gd name="T6" fmla="*/ 7 w 10"/>
                  <a:gd name="T7" fmla="*/ 9 h 9"/>
                  <a:gd name="T8" fmla="*/ 10 w 10"/>
                  <a:gd name="T9" fmla="*/ 7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9">
                    <a:moveTo>
                      <a:pt x="0" y="0"/>
                    </a:moveTo>
                    <a:lnTo>
                      <a:pt x="2" y="6"/>
                    </a:lnTo>
                    <a:lnTo>
                      <a:pt x="3" y="7"/>
                    </a:lnTo>
                    <a:lnTo>
                      <a:pt x="7" y="9"/>
                    </a:lnTo>
                    <a:lnTo>
                      <a:pt x="10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64" name="Line 369"/>
              <p:cNvSpPr>
                <a:spLocks noChangeShapeType="1"/>
              </p:cNvSpPr>
              <p:nvPr userDrawn="1"/>
            </p:nvSpPr>
            <p:spPr bwMode="gray">
              <a:xfrm>
                <a:off x="2366" y="2031"/>
                <a:ext cx="194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65" name="Line 370"/>
              <p:cNvSpPr>
                <a:spLocks noChangeShapeType="1"/>
              </p:cNvSpPr>
              <p:nvPr userDrawn="1"/>
            </p:nvSpPr>
            <p:spPr bwMode="gray">
              <a:xfrm>
                <a:off x="2363" y="2024"/>
                <a:ext cx="194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66" name="Freeform 371"/>
              <p:cNvSpPr>
                <a:spLocks/>
              </p:cNvSpPr>
              <p:nvPr userDrawn="1"/>
            </p:nvSpPr>
            <p:spPr bwMode="gray">
              <a:xfrm>
                <a:off x="2557" y="2099"/>
                <a:ext cx="8" cy="9"/>
              </a:xfrm>
              <a:custGeom>
                <a:avLst/>
                <a:gdLst>
                  <a:gd name="T0" fmla="*/ 0 w 8"/>
                  <a:gd name="T1" fmla="*/ 0 h 9"/>
                  <a:gd name="T2" fmla="*/ 0 w 8"/>
                  <a:gd name="T3" fmla="*/ 3 h 9"/>
                  <a:gd name="T4" fmla="*/ 1 w 8"/>
                  <a:gd name="T5" fmla="*/ 7 h 9"/>
                  <a:gd name="T6" fmla="*/ 3 w 8"/>
                  <a:gd name="T7" fmla="*/ 9 h 9"/>
                  <a:gd name="T8" fmla="*/ 7 w 8"/>
                  <a:gd name="T9" fmla="*/ 9 h 9"/>
                  <a:gd name="T10" fmla="*/ 8 w 8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0" y="3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7" y="9"/>
                    </a:lnTo>
                    <a:lnTo>
                      <a:pt x="8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67" name="Line 372"/>
              <p:cNvSpPr>
                <a:spLocks noChangeShapeType="1"/>
              </p:cNvSpPr>
              <p:nvPr userDrawn="1"/>
            </p:nvSpPr>
            <p:spPr bwMode="gray">
              <a:xfrm flipH="1" flipV="1">
                <a:off x="2371" y="2031"/>
                <a:ext cx="194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68" name="Freeform 373"/>
              <p:cNvSpPr>
                <a:spLocks/>
              </p:cNvSpPr>
              <p:nvPr userDrawn="1"/>
            </p:nvSpPr>
            <p:spPr bwMode="gray">
              <a:xfrm>
                <a:off x="2363" y="2024"/>
                <a:ext cx="8" cy="7"/>
              </a:xfrm>
              <a:custGeom>
                <a:avLst/>
                <a:gdLst>
                  <a:gd name="T0" fmla="*/ 8 w 8"/>
                  <a:gd name="T1" fmla="*/ 7 h 7"/>
                  <a:gd name="T2" fmla="*/ 7 w 8"/>
                  <a:gd name="T3" fmla="*/ 7 h 7"/>
                  <a:gd name="T4" fmla="*/ 3 w 8"/>
                  <a:gd name="T5" fmla="*/ 7 h 7"/>
                  <a:gd name="T6" fmla="*/ 1 w 8"/>
                  <a:gd name="T7" fmla="*/ 5 h 7"/>
                  <a:gd name="T8" fmla="*/ 0 w 8"/>
                  <a:gd name="T9" fmla="*/ 3 h 7"/>
                  <a:gd name="T10" fmla="*/ 0 w 8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8" y="7"/>
                    </a:moveTo>
                    <a:lnTo>
                      <a:pt x="7" y="7"/>
                    </a:lnTo>
                    <a:lnTo>
                      <a:pt x="3" y="7"/>
                    </a:lnTo>
                    <a:lnTo>
                      <a:pt x="1" y="5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69" name="Freeform 374"/>
              <p:cNvSpPr>
                <a:spLocks/>
              </p:cNvSpPr>
              <p:nvPr userDrawn="1"/>
            </p:nvSpPr>
            <p:spPr bwMode="gray">
              <a:xfrm>
                <a:off x="3031" y="1392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2 h 16"/>
                  <a:gd name="T4" fmla="*/ 7 w 10"/>
                  <a:gd name="T5" fmla="*/ 7 h 16"/>
                  <a:gd name="T6" fmla="*/ 10 w 10"/>
                  <a:gd name="T7" fmla="*/ 11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2"/>
                    </a:lnTo>
                    <a:lnTo>
                      <a:pt x="7" y="7"/>
                    </a:lnTo>
                    <a:lnTo>
                      <a:pt x="10" y="11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70" name="Freeform 375"/>
              <p:cNvSpPr>
                <a:spLocks/>
              </p:cNvSpPr>
              <p:nvPr userDrawn="1"/>
            </p:nvSpPr>
            <p:spPr bwMode="gray">
              <a:xfrm>
                <a:off x="2835" y="1314"/>
                <a:ext cx="9" cy="15"/>
              </a:xfrm>
              <a:custGeom>
                <a:avLst/>
                <a:gdLst>
                  <a:gd name="T0" fmla="*/ 9 w 9"/>
                  <a:gd name="T1" fmla="*/ 15 h 15"/>
                  <a:gd name="T2" fmla="*/ 5 w 9"/>
                  <a:gd name="T3" fmla="*/ 14 h 15"/>
                  <a:gd name="T4" fmla="*/ 2 w 9"/>
                  <a:gd name="T5" fmla="*/ 10 h 15"/>
                  <a:gd name="T6" fmla="*/ 0 w 9"/>
                  <a:gd name="T7" fmla="*/ 5 h 15"/>
                  <a:gd name="T8" fmla="*/ 0 w 9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5">
                    <a:moveTo>
                      <a:pt x="9" y="15"/>
                    </a:moveTo>
                    <a:lnTo>
                      <a:pt x="5" y="14"/>
                    </a:lnTo>
                    <a:lnTo>
                      <a:pt x="2" y="10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71" name="Freeform 376"/>
              <p:cNvSpPr>
                <a:spLocks/>
              </p:cNvSpPr>
              <p:nvPr userDrawn="1"/>
            </p:nvSpPr>
            <p:spPr bwMode="gray">
              <a:xfrm>
                <a:off x="2954" y="1361"/>
                <a:ext cx="7" cy="9"/>
              </a:xfrm>
              <a:custGeom>
                <a:avLst/>
                <a:gdLst>
                  <a:gd name="T0" fmla="*/ 7 w 7"/>
                  <a:gd name="T1" fmla="*/ 9 h 9"/>
                  <a:gd name="T2" fmla="*/ 5 w 7"/>
                  <a:gd name="T3" fmla="*/ 9 h 9"/>
                  <a:gd name="T4" fmla="*/ 1 w 7"/>
                  <a:gd name="T5" fmla="*/ 7 h 9"/>
                  <a:gd name="T6" fmla="*/ 0 w 7"/>
                  <a:gd name="T7" fmla="*/ 5 h 9"/>
                  <a:gd name="T8" fmla="*/ 0 w 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9">
                    <a:moveTo>
                      <a:pt x="7" y="9"/>
                    </a:moveTo>
                    <a:lnTo>
                      <a:pt x="5" y="9"/>
                    </a:lnTo>
                    <a:lnTo>
                      <a:pt x="1" y="7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72" name="Line 377"/>
              <p:cNvSpPr>
                <a:spLocks noChangeShapeType="1"/>
              </p:cNvSpPr>
              <p:nvPr userDrawn="1"/>
            </p:nvSpPr>
            <p:spPr bwMode="gray">
              <a:xfrm>
                <a:off x="2838" y="1329"/>
                <a:ext cx="193" cy="6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73" name="Line 378"/>
              <p:cNvSpPr>
                <a:spLocks noChangeShapeType="1"/>
              </p:cNvSpPr>
              <p:nvPr userDrawn="1"/>
            </p:nvSpPr>
            <p:spPr bwMode="gray">
              <a:xfrm>
                <a:off x="2844" y="1329"/>
                <a:ext cx="187" cy="6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74" name="Freeform 379"/>
              <p:cNvSpPr>
                <a:spLocks/>
              </p:cNvSpPr>
              <p:nvPr userDrawn="1"/>
            </p:nvSpPr>
            <p:spPr bwMode="gray">
              <a:xfrm>
                <a:off x="3031" y="1389"/>
                <a:ext cx="3" cy="5"/>
              </a:xfrm>
              <a:custGeom>
                <a:avLst/>
                <a:gdLst>
                  <a:gd name="T0" fmla="*/ 0 w 3"/>
                  <a:gd name="T1" fmla="*/ 3 h 5"/>
                  <a:gd name="T2" fmla="*/ 0 w 3"/>
                  <a:gd name="T3" fmla="*/ 5 h 5"/>
                  <a:gd name="T4" fmla="*/ 0 w 3"/>
                  <a:gd name="T5" fmla="*/ 5 h 5"/>
                  <a:gd name="T6" fmla="*/ 0 w 3"/>
                  <a:gd name="T7" fmla="*/ 5 h 5"/>
                  <a:gd name="T8" fmla="*/ 0 w 3"/>
                  <a:gd name="T9" fmla="*/ 3 h 5"/>
                  <a:gd name="T10" fmla="*/ 0 w 3"/>
                  <a:gd name="T11" fmla="*/ 3 h 5"/>
                  <a:gd name="T12" fmla="*/ 1 w 3"/>
                  <a:gd name="T13" fmla="*/ 2 h 5"/>
                  <a:gd name="T14" fmla="*/ 3 w 3"/>
                  <a:gd name="T15" fmla="*/ 0 h 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" h="5">
                    <a:moveTo>
                      <a:pt x="0" y="3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75" name="Line 380"/>
              <p:cNvSpPr>
                <a:spLocks noChangeShapeType="1"/>
              </p:cNvSpPr>
              <p:nvPr userDrawn="1"/>
            </p:nvSpPr>
            <p:spPr bwMode="gray">
              <a:xfrm flipH="1" flipV="1">
                <a:off x="2837" y="1322"/>
                <a:ext cx="197" cy="6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76" name="Freeform 381"/>
              <p:cNvSpPr>
                <a:spLocks/>
              </p:cNvSpPr>
              <p:nvPr userDrawn="1"/>
            </p:nvSpPr>
            <p:spPr bwMode="gray">
              <a:xfrm>
                <a:off x="2837" y="1322"/>
                <a:ext cx="7" cy="9"/>
              </a:xfrm>
              <a:custGeom>
                <a:avLst/>
                <a:gdLst>
                  <a:gd name="T0" fmla="*/ 7 w 7"/>
                  <a:gd name="T1" fmla="*/ 7 h 9"/>
                  <a:gd name="T2" fmla="*/ 5 w 7"/>
                  <a:gd name="T3" fmla="*/ 9 h 9"/>
                  <a:gd name="T4" fmla="*/ 1 w 7"/>
                  <a:gd name="T5" fmla="*/ 7 h 9"/>
                  <a:gd name="T6" fmla="*/ 0 w 7"/>
                  <a:gd name="T7" fmla="*/ 6 h 9"/>
                  <a:gd name="T8" fmla="*/ 0 w 7"/>
                  <a:gd name="T9" fmla="*/ 4 h 9"/>
                  <a:gd name="T10" fmla="*/ 0 w 7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7" y="7"/>
                    </a:moveTo>
                    <a:lnTo>
                      <a:pt x="5" y="9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77" name="Line 382"/>
              <p:cNvSpPr>
                <a:spLocks noChangeShapeType="1"/>
              </p:cNvSpPr>
              <p:nvPr userDrawn="1"/>
            </p:nvSpPr>
            <p:spPr bwMode="gray">
              <a:xfrm flipH="1">
                <a:off x="3370" y="1144"/>
                <a:ext cx="35" cy="1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78" name="Line 383"/>
              <p:cNvSpPr>
                <a:spLocks noChangeShapeType="1"/>
              </p:cNvSpPr>
              <p:nvPr userDrawn="1"/>
            </p:nvSpPr>
            <p:spPr bwMode="gray">
              <a:xfrm flipH="1">
                <a:off x="3382" y="1149"/>
                <a:ext cx="30" cy="1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79" name="Line 384"/>
              <p:cNvSpPr>
                <a:spLocks noChangeShapeType="1"/>
              </p:cNvSpPr>
              <p:nvPr userDrawn="1"/>
            </p:nvSpPr>
            <p:spPr bwMode="gray">
              <a:xfrm flipV="1">
                <a:off x="3356" y="1133"/>
                <a:ext cx="45" cy="2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80" name="Freeform 385"/>
              <p:cNvSpPr>
                <a:spLocks/>
              </p:cNvSpPr>
              <p:nvPr userDrawn="1"/>
            </p:nvSpPr>
            <p:spPr bwMode="gray">
              <a:xfrm>
                <a:off x="3401" y="1133"/>
                <a:ext cx="11" cy="16"/>
              </a:xfrm>
              <a:custGeom>
                <a:avLst/>
                <a:gdLst>
                  <a:gd name="T0" fmla="*/ 11 w 11"/>
                  <a:gd name="T1" fmla="*/ 16 h 16"/>
                  <a:gd name="T2" fmla="*/ 6 w 11"/>
                  <a:gd name="T3" fmla="*/ 14 h 16"/>
                  <a:gd name="T4" fmla="*/ 4 w 11"/>
                  <a:gd name="T5" fmla="*/ 11 h 16"/>
                  <a:gd name="T6" fmla="*/ 0 w 11"/>
                  <a:gd name="T7" fmla="*/ 6 h 16"/>
                  <a:gd name="T8" fmla="*/ 0 w 1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11" y="16"/>
                    </a:moveTo>
                    <a:lnTo>
                      <a:pt x="6" y="14"/>
                    </a:lnTo>
                    <a:lnTo>
                      <a:pt x="4" y="11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81" name="Freeform 386"/>
              <p:cNvSpPr>
                <a:spLocks/>
              </p:cNvSpPr>
              <p:nvPr userDrawn="1"/>
            </p:nvSpPr>
            <p:spPr bwMode="gray">
              <a:xfrm>
                <a:off x="3540" y="1252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3 w 10"/>
                  <a:gd name="T3" fmla="*/ 2 h 16"/>
                  <a:gd name="T4" fmla="*/ 7 w 10"/>
                  <a:gd name="T5" fmla="*/ 6 h 16"/>
                  <a:gd name="T6" fmla="*/ 8 w 10"/>
                  <a:gd name="T7" fmla="*/ 11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3" y="2"/>
                    </a:lnTo>
                    <a:lnTo>
                      <a:pt x="7" y="6"/>
                    </a:lnTo>
                    <a:lnTo>
                      <a:pt x="8" y="11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82" name="Line 387"/>
              <p:cNvSpPr>
                <a:spLocks noChangeShapeType="1"/>
              </p:cNvSpPr>
              <p:nvPr userDrawn="1"/>
            </p:nvSpPr>
            <p:spPr bwMode="gray">
              <a:xfrm flipV="1">
                <a:off x="3538" y="1217"/>
                <a:ext cx="79" cy="4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83" name="Line 388"/>
              <p:cNvSpPr>
                <a:spLocks noChangeShapeType="1"/>
              </p:cNvSpPr>
              <p:nvPr userDrawn="1"/>
            </p:nvSpPr>
            <p:spPr bwMode="gray">
              <a:xfrm flipV="1">
                <a:off x="3538" y="1212"/>
                <a:ext cx="72" cy="4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84" name="Freeform 389"/>
              <p:cNvSpPr>
                <a:spLocks/>
              </p:cNvSpPr>
              <p:nvPr userDrawn="1"/>
            </p:nvSpPr>
            <p:spPr bwMode="gray">
              <a:xfrm>
                <a:off x="3610" y="1212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3 w 10"/>
                  <a:gd name="T3" fmla="*/ 2 h 16"/>
                  <a:gd name="T4" fmla="*/ 7 w 10"/>
                  <a:gd name="T5" fmla="*/ 5 h 16"/>
                  <a:gd name="T6" fmla="*/ 8 w 10"/>
                  <a:gd name="T7" fmla="*/ 11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3" y="2"/>
                    </a:lnTo>
                    <a:lnTo>
                      <a:pt x="7" y="5"/>
                    </a:lnTo>
                    <a:lnTo>
                      <a:pt x="8" y="11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85" name="Line 390"/>
              <p:cNvSpPr>
                <a:spLocks noChangeShapeType="1"/>
              </p:cNvSpPr>
              <p:nvPr userDrawn="1"/>
            </p:nvSpPr>
            <p:spPr bwMode="gray">
              <a:xfrm flipH="1">
                <a:off x="3538" y="1228"/>
                <a:ext cx="82" cy="4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86" name="Freeform 391"/>
              <p:cNvSpPr>
                <a:spLocks/>
              </p:cNvSpPr>
              <p:nvPr userDrawn="1"/>
            </p:nvSpPr>
            <p:spPr bwMode="gray">
              <a:xfrm>
                <a:off x="3484" y="1172"/>
                <a:ext cx="8" cy="9"/>
              </a:xfrm>
              <a:custGeom>
                <a:avLst/>
                <a:gdLst>
                  <a:gd name="T0" fmla="*/ 0 w 8"/>
                  <a:gd name="T1" fmla="*/ 0 h 9"/>
                  <a:gd name="T2" fmla="*/ 3 w 8"/>
                  <a:gd name="T3" fmla="*/ 0 h 9"/>
                  <a:gd name="T4" fmla="*/ 5 w 8"/>
                  <a:gd name="T5" fmla="*/ 2 h 9"/>
                  <a:gd name="T6" fmla="*/ 7 w 8"/>
                  <a:gd name="T7" fmla="*/ 3 h 9"/>
                  <a:gd name="T8" fmla="*/ 8 w 8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3" y="0"/>
                    </a:lnTo>
                    <a:lnTo>
                      <a:pt x="5" y="2"/>
                    </a:lnTo>
                    <a:lnTo>
                      <a:pt x="7" y="3"/>
                    </a:lnTo>
                    <a:lnTo>
                      <a:pt x="8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87" name="Line 392"/>
              <p:cNvSpPr>
                <a:spLocks noChangeShapeType="1"/>
              </p:cNvSpPr>
              <p:nvPr userDrawn="1"/>
            </p:nvSpPr>
            <p:spPr bwMode="gray">
              <a:xfrm flipH="1" flipV="1">
                <a:off x="3412" y="1147"/>
                <a:ext cx="203" cy="6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88" name="Line 393"/>
              <p:cNvSpPr>
                <a:spLocks noChangeShapeType="1"/>
              </p:cNvSpPr>
              <p:nvPr userDrawn="1"/>
            </p:nvSpPr>
            <p:spPr bwMode="gray">
              <a:xfrm flipH="1" flipV="1">
                <a:off x="3412" y="1149"/>
                <a:ext cx="198" cy="6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89" name="Freeform 394"/>
              <p:cNvSpPr>
                <a:spLocks/>
              </p:cNvSpPr>
              <p:nvPr userDrawn="1"/>
            </p:nvSpPr>
            <p:spPr bwMode="gray">
              <a:xfrm>
                <a:off x="3408" y="1149"/>
                <a:ext cx="4" cy="5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0 h 5"/>
                  <a:gd name="T4" fmla="*/ 4 w 4"/>
                  <a:gd name="T5" fmla="*/ 0 h 5"/>
                  <a:gd name="T6" fmla="*/ 2 w 4"/>
                  <a:gd name="T7" fmla="*/ 2 h 5"/>
                  <a:gd name="T8" fmla="*/ 2 w 4"/>
                  <a:gd name="T9" fmla="*/ 4 h 5"/>
                  <a:gd name="T10" fmla="*/ 0 w 4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0" y="5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90" name="Line 395"/>
              <p:cNvSpPr>
                <a:spLocks noChangeShapeType="1"/>
              </p:cNvSpPr>
              <p:nvPr userDrawn="1"/>
            </p:nvSpPr>
            <p:spPr bwMode="gray">
              <a:xfrm>
                <a:off x="3408" y="1154"/>
                <a:ext cx="209" cy="6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91" name="Freeform 396"/>
              <p:cNvSpPr>
                <a:spLocks/>
              </p:cNvSpPr>
              <p:nvPr userDrawn="1"/>
            </p:nvSpPr>
            <p:spPr bwMode="gray">
              <a:xfrm>
                <a:off x="3610" y="1210"/>
                <a:ext cx="7" cy="9"/>
              </a:xfrm>
              <a:custGeom>
                <a:avLst/>
                <a:gdLst>
                  <a:gd name="T0" fmla="*/ 7 w 7"/>
                  <a:gd name="T1" fmla="*/ 9 h 9"/>
                  <a:gd name="T2" fmla="*/ 7 w 7"/>
                  <a:gd name="T3" fmla="*/ 6 h 9"/>
                  <a:gd name="T4" fmla="*/ 5 w 7"/>
                  <a:gd name="T5" fmla="*/ 4 h 9"/>
                  <a:gd name="T6" fmla="*/ 5 w 7"/>
                  <a:gd name="T7" fmla="*/ 2 h 9"/>
                  <a:gd name="T8" fmla="*/ 1 w 7"/>
                  <a:gd name="T9" fmla="*/ 0 h 9"/>
                  <a:gd name="T10" fmla="*/ 0 w 7"/>
                  <a:gd name="T11" fmla="*/ 2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7" y="9"/>
                    </a:moveTo>
                    <a:lnTo>
                      <a:pt x="7" y="6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1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92" name="Freeform 397"/>
              <p:cNvSpPr>
                <a:spLocks/>
              </p:cNvSpPr>
              <p:nvPr userDrawn="1"/>
            </p:nvSpPr>
            <p:spPr bwMode="gray">
              <a:xfrm>
                <a:off x="3613" y="1329"/>
                <a:ext cx="5" cy="7"/>
              </a:xfrm>
              <a:custGeom>
                <a:avLst/>
                <a:gdLst>
                  <a:gd name="T0" fmla="*/ 4 w 5"/>
                  <a:gd name="T1" fmla="*/ 7 h 7"/>
                  <a:gd name="T2" fmla="*/ 5 w 5"/>
                  <a:gd name="T3" fmla="*/ 6 h 7"/>
                  <a:gd name="T4" fmla="*/ 5 w 5"/>
                  <a:gd name="T5" fmla="*/ 4 h 7"/>
                  <a:gd name="T6" fmla="*/ 4 w 5"/>
                  <a:gd name="T7" fmla="*/ 2 h 7"/>
                  <a:gd name="T8" fmla="*/ 2 w 5"/>
                  <a:gd name="T9" fmla="*/ 2 h 7"/>
                  <a:gd name="T10" fmla="*/ 0 w 5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4" y="7"/>
                    </a:moveTo>
                    <a:lnTo>
                      <a:pt x="5" y="6"/>
                    </a:lnTo>
                    <a:lnTo>
                      <a:pt x="5" y="4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93" name="Line 398"/>
              <p:cNvSpPr>
                <a:spLocks noChangeShapeType="1"/>
              </p:cNvSpPr>
              <p:nvPr userDrawn="1"/>
            </p:nvSpPr>
            <p:spPr bwMode="gray">
              <a:xfrm flipV="1">
                <a:off x="3618" y="1223"/>
                <a:ext cx="4" cy="13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94" name="Line 399"/>
              <p:cNvSpPr>
                <a:spLocks noChangeShapeType="1"/>
              </p:cNvSpPr>
              <p:nvPr userDrawn="1"/>
            </p:nvSpPr>
            <p:spPr bwMode="gray">
              <a:xfrm flipV="1">
                <a:off x="3615" y="1228"/>
                <a:ext cx="5" cy="12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95" name="Freeform 400"/>
              <p:cNvSpPr>
                <a:spLocks/>
              </p:cNvSpPr>
              <p:nvPr userDrawn="1"/>
            </p:nvSpPr>
            <p:spPr bwMode="gray">
              <a:xfrm>
                <a:off x="3617" y="1219"/>
                <a:ext cx="5" cy="9"/>
              </a:xfrm>
              <a:custGeom>
                <a:avLst/>
                <a:gdLst>
                  <a:gd name="T0" fmla="*/ 3 w 5"/>
                  <a:gd name="T1" fmla="*/ 9 h 9"/>
                  <a:gd name="T2" fmla="*/ 5 w 5"/>
                  <a:gd name="T3" fmla="*/ 7 h 9"/>
                  <a:gd name="T4" fmla="*/ 5 w 5"/>
                  <a:gd name="T5" fmla="*/ 5 h 9"/>
                  <a:gd name="T6" fmla="*/ 3 w 5"/>
                  <a:gd name="T7" fmla="*/ 4 h 9"/>
                  <a:gd name="T8" fmla="*/ 1 w 5"/>
                  <a:gd name="T9" fmla="*/ 2 h 9"/>
                  <a:gd name="T10" fmla="*/ 0 w 5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3" y="9"/>
                    </a:moveTo>
                    <a:lnTo>
                      <a:pt x="5" y="7"/>
                    </a:lnTo>
                    <a:lnTo>
                      <a:pt x="5" y="5"/>
                    </a:lnTo>
                    <a:lnTo>
                      <a:pt x="3" y="4"/>
                    </a:lnTo>
                    <a:lnTo>
                      <a:pt x="1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96" name="Line 401"/>
              <p:cNvSpPr>
                <a:spLocks noChangeShapeType="1"/>
              </p:cNvSpPr>
              <p:nvPr userDrawn="1"/>
            </p:nvSpPr>
            <p:spPr bwMode="gray">
              <a:xfrm flipH="1">
                <a:off x="3611" y="1219"/>
                <a:ext cx="6" cy="13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97" name="Freeform 402"/>
              <p:cNvSpPr>
                <a:spLocks/>
              </p:cNvSpPr>
              <p:nvPr userDrawn="1"/>
            </p:nvSpPr>
            <p:spPr bwMode="gray">
              <a:xfrm>
                <a:off x="2816" y="1207"/>
                <a:ext cx="19" cy="2"/>
              </a:xfrm>
              <a:custGeom>
                <a:avLst/>
                <a:gdLst>
                  <a:gd name="T0" fmla="*/ 19 w 19"/>
                  <a:gd name="T1" fmla="*/ 0 h 2"/>
                  <a:gd name="T2" fmla="*/ 14 w 19"/>
                  <a:gd name="T3" fmla="*/ 2 h 2"/>
                  <a:gd name="T4" fmla="*/ 10 w 19"/>
                  <a:gd name="T5" fmla="*/ 2 h 2"/>
                  <a:gd name="T6" fmla="*/ 5 w 19"/>
                  <a:gd name="T7" fmla="*/ 2 h 2"/>
                  <a:gd name="T8" fmla="*/ 0 w 19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19" y="0"/>
                    </a:moveTo>
                    <a:lnTo>
                      <a:pt x="14" y="2"/>
                    </a:lnTo>
                    <a:lnTo>
                      <a:pt x="10" y="2"/>
                    </a:lnTo>
                    <a:lnTo>
                      <a:pt x="5" y="2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98" name="Line 403"/>
              <p:cNvSpPr>
                <a:spLocks noChangeShapeType="1"/>
              </p:cNvSpPr>
              <p:nvPr userDrawn="1"/>
            </p:nvSpPr>
            <p:spPr bwMode="gray">
              <a:xfrm flipV="1">
                <a:off x="2826" y="1202"/>
                <a:ext cx="1" cy="11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799" name="Line 404"/>
              <p:cNvSpPr>
                <a:spLocks noChangeShapeType="1"/>
              </p:cNvSpPr>
              <p:nvPr userDrawn="1"/>
            </p:nvSpPr>
            <p:spPr bwMode="gray">
              <a:xfrm flipV="1">
                <a:off x="2835" y="1196"/>
                <a:ext cx="1" cy="11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00" name="Line 405"/>
              <p:cNvSpPr>
                <a:spLocks noChangeShapeType="1"/>
              </p:cNvSpPr>
              <p:nvPr userDrawn="1"/>
            </p:nvSpPr>
            <p:spPr bwMode="gray">
              <a:xfrm>
                <a:off x="2816" y="1207"/>
                <a:ext cx="1" cy="10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01" name="Freeform 406"/>
              <p:cNvSpPr>
                <a:spLocks/>
              </p:cNvSpPr>
              <p:nvPr userDrawn="1"/>
            </p:nvSpPr>
            <p:spPr bwMode="gray">
              <a:xfrm>
                <a:off x="2816" y="1314"/>
                <a:ext cx="19" cy="3"/>
              </a:xfrm>
              <a:custGeom>
                <a:avLst/>
                <a:gdLst>
                  <a:gd name="T0" fmla="*/ 19 w 19"/>
                  <a:gd name="T1" fmla="*/ 0 h 3"/>
                  <a:gd name="T2" fmla="*/ 12 w 19"/>
                  <a:gd name="T3" fmla="*/ 3 h 3"/>
                  <a:gd name="T4" fmla="*/ 7 w 19"/>
                  <a:gd name="T5" fmla="*/ 3 h 3"/>
                  <a:gd name="T6" fmla="*/ 0 w 19"/>
                  <a:gd name="T7" fmla="*/ 1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">
                    <a:moveTo>
                      <a:pt x="19" y="0"/>
                    </a:moveTo>
                    <a:lnTo>
                      <a:pt x="12" y="3"/>
                    </a:lnTo>
                    <a:lnTo>
                      <a:pt x="7" y="3"/>
                    </a:lnTo>
                    <a:lnTo>
                      <a:pt x="0" y="1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02" name="Freeform 407"/>
              <p:cNvSpPr>
                <a:spLocks/>
              </p:cNvSpPr>
              <p:nvPr userDrawn="1"/>
            </p:nvSpPr>
            <p:spPr bwMode="gray">
              <a:xfrm>
                <a:off x="2817" y="1214"/>
                <a:ext cx="20" cy="2"/>
              </a:xfrm>
              <a:custGeom>
                <a:avLst/>
                <a:gdLst>
                  <a:gd name="T0" fmla="*/ 20 w 20"/>
                  <a:gd name="T1" fmla="*/ 2 h 2"/>
                  <a:gd name="T2" fmla="*/ 14 w 20"/>
                  <a:gd name="T3" fmla="*/ 0 h 2"/>
                  <a:gd name="T4" fmla="*/ 9 w 20"/>
                  <a:gd name="T5" fmla="*/ 0 h 2"/>
                  <a:gd name="T6" fmla="*/ 6 w 20"/>
                  <a:gd name="T7" fmla="*/ 0 h 2"/>
                  <a:gd name="T8" fmla="*/ 0 w 20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">
                    <a:moveTo>
                      <a:pt x="20" y="2"/>
                    </a:moveTo>
                    <a:lnTo>
                      <a:pt x="14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03" name="Line 408"/>
              <p:cNvSpPr>
                <a:spLocks noChangeShapeType="1"/>
              </p:cNvSpPr>
              <p:nvPr userDrawn="1"/>
            </p:nvSpPr>
            <p:spPr bwMode="gray">
              <a:xfrm>
                <a:off x="2826" y="1202"/>
                <a:ext cx="1" cy="11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04" name="Line 409"/>
              <p:cNvSpPr>
                <a:spLocks noChangeShapeType="1"/>
              </p:cNvSpPr>
              <p:nvPr userDrawn="1"/>
            </p:nvSpPr>
            <p:spPr bwMode="gray">
              <a:xfrm>
                <a:off x="2837" y="1196"/>
                <a:ext cx="1" cy="12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05" name="Freeform 410"/>
              <p:cNvSpPr>
                <a:spLocks/>
              </p:cNvSpPr>
              <p:nvPr userDrawn="1"/>
            </p:nvSpPr>
            <p:spPr bwMode="gray">
              <a:xfrm>
                <a:off x="2817" y="1321"/>
                <a:ext cx="20" cy="1"/>
              </a:xfrm>
              <a:custGeom>
                <a:avLst/>
                <a:gdLst>
                  <a:gd name="T0" fmla="*/ 20 w 20"/>
                  <a:gd name="T1" fmla="*/ 1 h 1"/>
                  <a:gd name="T2" fmla="*/ 13 w 20"/>
                  <a:gd name="T3" fmla="*/ 0 h 1"/>
                  <a:gd name="T4" fmla="*/ 7 w 20"/>
                  <a:gd name="T5" fmla="*/ 0 h 1"/>
                  <a:gd name="T6" fmla="*/ 0 w 20"/>
                  <a:gd name="T7" fmla="*/ 1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">
                    <a:moveTo>
                      <a:pt x="20" y="1"/>
                    </a:moveTo>
                    <a:lnTo>
                      <a:pt x="13" y="0"/>
                    </a:lnTo>
                    <a:lnTo>
                      <a:pt x="7" y="0"/>
                    </a:lnTo>
                    <a:lnTo>
                      <a:pt x="0" y="1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06" name="Line 411"/>
              <p:cNvSpPr>
                <a:spLocks noChangeShapeType="1"/>
              </p:cNvSpPr>
              <p:nvPr userDrawn="1"/>
            </p:nvSpPr>
            <p:spPr bwMode="gray">
              <a:xfrm flipV="1">
                <a:off x="2817" y="1205"/>
                <a:ext cx="1" cy="11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07" name="Freeform 412"/>
              <p:cNvSpPr>
                <a:spLocks/>
              </p:cNvSpPr>
              <p:nvPr userDrawn="1"/>
            </p:nvSpPr>
            <p:spPr bwMode="gray">
              <a:xfrm>
                <a:off x="3038" y="1515"/>
                <a:ext cx="5" cy="8"/>
              </a:xfrm>
              <a:custGeom>
                <a:avLst/>
                <a:gdLst>
                  <a:gd name="T0" fmla="*/ 3 w 5"/>
                  <a:gd name="T1" fmla="*/ 0 h 8"/>
                  <a:gd name="T2" fmla="*/ 0 w 5"/>
                  <a:gd name="T3" fmla="*/ 1 h 8"/>
                  <a:gd name="T4" fmla="*/ 0 w 5"/>
                  <a:gd name="T5" fmla="*/ 3 h 8"/>
                  <a:gd name="T6" fmla="*/ 1 w 5"/>
                  <a:gd name="T7" fmla="*/ 7 h 8"/>
                  <a:gd name="T8" fmla="*/ 5 w 5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3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1" y="7"/>
                    </a:lnTo>
                    <a:lnTo>
                      <a:pt x="5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08" name="Line 413"/>
              <p:cNvSpPr>
                <a:spLocks noChangeShapeType="1"/>
              </p:cNvSpPr>
              <p:nvPr userDrawn="1"/>
            </p:nvSpPr>
            <p:spPr bwMode="gray">
              <a:xfrm flipH="1">
                <a:off x="3038" y="1406"/>
                <a:ext cx="1" cy="15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09" name="Line 414"/>
              <p:cNvSpPr>
                <a:spLocks noChangeShapeType="1"/>
              </p:cNvSpPr>
              <p:nvPr userDrawn="1"/>
            </p:nvSpPr>
            <p:spPr bwMode="gray">
              <a:xfrm flipH="1">
                <a:off x="3039" y="1408"/>
                <a:ext cx="2" cy="14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10" name="Line 415"/>
              <p:cNvSpPr>
                <a:spLocks noChangeShapeType="1"/>
              </p:cNvSpPr>
              <p:nvPr userDrawn="1"/>
            </p:nvSpPr>
            <p:spPr bwMode="gray">
              <a:xfrm flipV="1">
                <a:off x="3043" y="1405"/>
                <a:ext cx="2" cy="14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11" name="Freeform 416"/>
              <p:cNvSpPr>
                <a:spLocks/>
              </p:cNvSpPr>
              <p:nvPr userDrawn="1"/>
            </p:nvSpPr>
            <p:spPr bwMode="gray">
              <a:xfrm>
                <a:off x="3039" y="1405"/>
                <a:ext cx="6" cy="3"/>
              </a:xfrm>
              <a:custGeom>
                <a:avLst/>
                <a:gdLst>
                  <a:gd name="T0" fmla="*/ 2 w 6"/>
                  <a:gd name="T1" fmla="*/ 3 h 3"/>
                  <a:gd name="T2" fmla="*/ 0 w 6"/>
                  <a:gd name="T3" fmla="*/ 3 h 3"/>
                  <a:gd name="T4" fmla="*/ 0 w 6"/>
                  <a:gd name="T5" fmla="*/ 1 h 3"/>
                  <a:gd name="T6" fmla="*/ 0 w 6"/>
                  <a:gd name="T7" fmla="*/ 1 h 3"/>
                  <a:gd name="T8" fmla="*/ 2 w 6"/>
                  <a:gd name="T9" fmla="*/ 0 h 3"/>
                  <a:gd name="T10" fmla="*/ 6 w 6"/>
                  <a:gd name="T11" fmla="*/ 0 h 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6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12" name="Freeform 417"/>
              <p:cNvSpPr>
                <a:spLocks/>
              </p:cNvSpPr>
              <p:nvPr userDrawn="1"/>
            </p:nvSpPr>
            <p:spPr bwMode="gray">
              <a:xfrm>
                <a:off x="3192" y="847"/>
                <a:ext cx="17" cy="1"/>
              </a:xfrm>
              <a:custGeom>
                <a:avLst/>
                <a:gdLst>
                  <a:gd name="T0" fmla="*/ 0 w 17"/>
                  <a:gd name="T1" fmla="*/ 1 h 1"/>
                  <a:gd name="T2" fmla="*/ 5 w 17"/>
                  <a:gd name="T3" fmla="*/ 0 h 1"/>
                  <a:gd name="T4" fmla="*/ 12 w 17"/>
                  <a:gd name="T5" fmla="*/ 0 h 1"/>
                  <a:gd name="T6" fmla="*/ 17 w 17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">
                    <a:moveTo>
                      <a:pt x="0" y="1"/>
                    </a:moveTo>
                    <a:lnTo>
                      <a:pt x="5" y="0"/>
                    </a:lnTo>
                    <a:lnTo>
                      <a:pt x="12" y="0"/>
                    </a:lnTo>
                    <a:lnTo>
                      <a:pt x="17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13" name="Line 418"/>
              <p:cNvSpPr>
                <a:spLocks noChangeShapeType="1"/>
              </p:cNvSpPr>
              <p:nvPr userDrawn="1"/>
            </p:nvSpPr>
            <p:spPr bwMode="gray">
              <a:xfrm flipH="1">
                <a:off x="3185" y="840"/>
                <a:ext cx="10" cy="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14" name="Line 419"/>
              <p:cNvSpPr>
                <a:spLocks noChangeShapeType="1"/>
              </p:cNvSpPr>
              <p:nvPr userDrawn="1"/>
            </p:nvSpPr>
            <p:spPr bwMode="gray">
              <a:xfrm flipV="1">
                <a:off x="3188" y="840"/>
                <a:ext cx="14" cy="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15" name="Freeform 420"/>
              <p:cNvSpPr>
                <a:spLocks/>
              </p:cNvSpPr>
              <p:nvPr userDrawn="1"/>
            </p:nvSpPr>
            <p:spPr bwMode="gray">
              <a:xfrm>
                <a:off x="3192" y="840"/>
                <a:ext cx="10" cy="8"/>
              </a:xfrm>
              <a:custGeom>
                <a:avLst/>
                <a:gdLst>
                  <a:gd name="T0" fmla="*/ 10 w 10"/>
                  <a:gd name="T1" fmla="*/ 0 h 8"/>
                  <a:gd name="T2" fmla="*/ 5 w 10"/>
                  <a:gd name="T3" fmla="*/ 0 h 8"/>
                  <a:gd name="T4" fmla="*/ 1 w 10"/>
                  <a:gd name="T5" fmla="*/ 1 h 8"/>
                  <a:gd name="T6" fmla="*/ 0 w 10"/>
                  <a:gd name="T7" fmla="*/ 3 h 8"/>
                  <a:gd name="T8" fmla="*/ 0 w 10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lnTo>
                      <a:pt x="5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16" name="Freeform 421"/>
              <p:cNvSpPr>
                <a:spLocks/>
              </p:cNvSpPr>
              <p:nvPr userDrawn="1"/>
            </p:nvSpPr>
            <p:spPr bwMode="gray">
              <a:xfrm>
                <a:off x="3401" y="1016"/>
                <a:ext cx="6" cy="7"/>
              </a:xfrm>
              <a:custGeom>
                <a:avLst/>
                <a:gdLst>
                  <a:gd name="T0" fmla="*/ 2 w 6"/>
                  <a:gd name="T1" fmla="*/ 7 h 7"/>
                  <a:gd name="T2" fmla="*/ 6 w 6"/>
                  <a:gd name="T3" fmla="*/ 7 h 7"/>
                  <a:gd name="T4" fmla="*/ 6 w 6"/>
                  <a:gd name="T5" fmla="*/ 6 h 7"/>
                  <a:gd name="T6" fmla="*/ 4 w 6"/>
                  <a:gd name="T7" fmla="*/ 4 h 7"/>
                  <a:gd name="T8" fmla="*/ 2 w 6"/>
                  <a:gd name="T9" fmla="*/ 2 h 7"/>
                  <a:gd name="T10" fmla="*/ 0 w 6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7">
                    <a:moveTo>
                      <a:pt x="2" y="7"/>
                    </a:moveTo>
                    <a:lnTo>
                      <a:pt x="6" y="7"/>
                    </a:lnTo>
                    <a:lnTo>
                      <a:pt x="6" y="6"/>
                    </a:lnTo>
                    <a:lnTo>
                      <a:pt x="4" y="4"/>
                    </a:ln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17" name="Line 422"/>
              <p:cNvSpPr>
                <a:spLocks noChangeShapeType="1"/>
              </p:cNvSpPr>
              <p:nvPr userDrawn="1"/>
            </p:nvSpPr>
            <p:spPr bwMode="gray">
              <a:xfrm flipV="1">
                <a:off x="3403" y="910"/>
                <a:ext cx="5" cy="22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18" name="Line 423"/>
              <p:cNvSpPr>
                <a:spLocks noChangeShapeType="1"/>
              </p:cNvSpPr>
              <p:nvPr userDrawn="1"/>
            </p:nvSpPr>
            <p:spPr bwMode="gray">
              <a:xfrm flipV="1">
                <a:off x="3401" y="913"/>
                <a:ext cx="6" cy="22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19" name="Freeform 424"/>
              <p:cNvSpPr>
                <a:spLocks/>
              </p:cNvSpPr>
              <p:nvPr userDrawn="1"/>
            </p:nvSpPr>
            <p:spPr bwMode="gray">
              <a:xfrm>
                <a:off x="3403" y="906"/>
                <a:ext cx="5" cy="7"/>
              </a:xfrm>
              <a:custGeom>
                <a:avLst/>
                <a:gdLst>
                  <a:gd name="T0" fmla="*/ 4 w 5"/>
                  <a:gd name="T1" fmla="*/ 7 h 7"/>
                  <a:gd name="T2" fmla="*/ 5 w 5"/>
                  <a:gd name="T3" fmla="*/ 5 h 7"/>
                  <a:gd name="T4" fmla="*/ 5 w 5"/>
                  <a:gd name="T5" fmla="*/ 4 h 7"/>
                  <a:gd name="T6" fmla="*/ 5 w 5"/>
                  <a:gd name="T7" fmla="*/ 2 h 7"/>
                  <a:gd name="T8" fmla="*/ 4 w 5"/>
                  <a:gd name="T9" fmla="*/ 0 h 7"/>
                  <a:gd name="T10" fmla="*/ 0 w 5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4" y="7"/>
                    </a:moveTo>
                    <a:lnTo>
                      <a:pt x="5" y="5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20" name="Line 425"/>
              <p:cNvSpPr>
                <a:spLocks noChangeShapeType="1"/>
              </p:cNvSpPr>
              <p:nvPr userDrawn="1"/>
            </p:nvSpPr>
            <p:spPr bwMode="gray">
              <a:xfrm flipH="1">
                <a:off x="3398" y="906"/>
                <a:ext cx="5" cy="23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21" name="Freeform 426"/>
              <p:cNvSpPr>
                <a:spLocks/>
              </p:cNvSpPr>
              <p:nvPr userDrawn="1"/>
            </p:nvSpPr>
            <p:spPr bwMode="gray">
              <a:xfrm>
                <a:off x="3398" y="1133"/>
                <a:ext cx="5" cy="6"/>
              </a:xfrm>
              <a:custGeom>
                <a:avLst/>
                <a:gdLst>
                  <a:gd name="T0" fmla="*/ 3 w 5"/>
                  <a:gd name="T1" fmla="*/ 0 h 6"/>
                  <a:gd name="T2" fmla="*/ 5 w 5"/>
                  <a:gd name="T3" fmla="*/ 2 h 6"/>
                  <a:gd name="T4" fmla="*/ 5 w 5"/>
                  <a:gd name="T5" fmla="*/ 2 h 6"/>
                  <a:gd name="T6" fmla="*/ 5 w 5"/>
                  <a:gd name="T7" fmla="*/ 4 h 6"/>
                  <a:gd name="T8" fmla="*/ 2 w 5"/>
                  <a:gd name="T9" fmla="*/ 4 h 6"/>
                  <a:gd name="T10" fmla="*/ 0 w 5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6">
                    <a:moveTo>
                      <a:pt x="3" y="0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22" name="Freeform 427"/>
              <p:cNvSpPr>
                <a:spLocks/>
              </p:cNvSpPr>
              <p:nvPr userDrawn="1"/>
            </p:nvSpPr>
            <p:spPr bwMode="gray">
              <a:xfrm>
                <a:off x="3324" y="936"/>
                <a:ext cx="11" cy="16"/>
              </a:xfrm>
              <a:custGeom>
                <a:avLst/>
                <a:gdLst>
                  <a:gd name="T0" fmla="*/ 11 w 11"/>
                  <a:gd name="T1" fmla="*/ 16 h 16"/>
                  <a:gd name="T2" fmla="*/ 11 w 11"/>
                  <a:gd name="T3" fmla="*/ 10 h 16"/>
                  <a:gd name="T4" fmla="*/ 9 w 11"/>
                  <a:gd name="T5" fmla="*/ 5 h 16"/>
                  <a:gd name="T6" fmla="*/ 6 w 11"/>
                  <a:gd name="T7" fmla="*/ 2 h 16"/>
                  <a:gd name="T8" fmla="*/ 0 w 1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11" y="16"/>
                    </a:moveTo>
                    <a:lnTo>
                      <a:pt x="11" y="10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23" name="Line 428"/>
              <p:cNvSpPr>
                <a:spLocks noChangeShapeType="1"/>
              </p:cNvSpPr>
              <p:nvPr userDrawn="1"/>
            </p:nvSpPr>
            <p:spPr bwMode="gray">
              <a:xfrm flipH="1">
                <a:off x="3312" y="904"/>
                <a:ext cx="91" cy="4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24" name="Line 429"/>
              <p:cNvSpPr>
                <a:spLocks noChangeShapeType="1"/>
              </p:cNvSpPr>
              <p:nvPr userDrawn="1"/>
            </p:nvSpPr>
            <p:spPr bwMode="gray">
              <a:xfrm flipH="1">
                <a:off x="3312" y="913"/>
                <a:ext cx="95" cy="5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25" name="Line 430"/>
              <p:cNvSpPr>
                <a:spLocks noChangeShapeType="1"/>
              </p:cNvSpPr>
              <p:nvPr userDrawn="1"/>
            </p:nvSpPr>
            <p:spPr bwMode="gray">
              <a:xfrm flipV="1">
                <a:off x="3314" y="897"/>
                <a:ext cx="82" cy="4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26" name="Freeform 431"/>
              <p:cNvSpPr>
                <a:spLocks/>
              </p:cNvSpPr>
              <p:nvPr userDrawn="1"/>
            </p:nvSpPr>
            <p:spPr bwMode="gray">
              <a:xfrm>
                <a:off x="3396" y="897"/>
                <a:ext cx="11" cy="16"/>
              </a:xfrm>
              <a:custGeom>
                <a:avLst/>
                <a:gdLst>
                  <a:gd name="T0" fmla="*/ 0 w 11"/>
                  <a:gd name="T1" fmla="*/ 0 h 16"/>
                  <a:gd name="T2" fmla="*/ 4 w 11"/>
                  <a:gd name="T3" fmla="*/ 4 h 16"/>
                  <a:gd name="T4" fmla="*/ 7 w 11"/>
                  <a:gd name="T5" fmla="*/ 7 h 16"/>
                  <a:gd name="T6" fmla="*/ 11 w 11"/>
                  <a:gd name="T7" fmla="*/ 11 h 16"/>
                  <a:gd name="T8" fmla="*/ 11 w 11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0" y="0"/>
                    </a:moveTo>
                    <a:lnTo>
                      <a:pt x="4" y="4"/>
                    </a:lnTo>
                    <a:lnTo>
                      <a:pt x="7" y="7"/>
                    </a:lnTo>
                    <a:lnTo>
                      <a:pt x="11" y="11"/>
                    </a:lnTo>
                    <a:lnTo>
                      <a:pt x="11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27" name="Freeform 432"/>
              <p:cNvSpPr>
                <a:spLocks/>
              </p:cNvSpPr>
              <p:nvPr userDrawn="1"/>
            </p:nvSpPr>
            <p:spPr bwMode="gray">
              <a:xfrm>
                <a:off x="3298" y="868"/>
                <a:ext cx="9" cy="8"/>
              </a:xfrm>
              <a:custGeom>
                <a:avLst/>
                <a:gdLst>
                  <a:gd name="T0" fmla="*/ 9 w 9"/>
                  <a:gd name="T1" fmla="*/ 8 h 8"/>
                  <a:gd name="T2" fmla="*/ 7 w 9"/>
                  <a:gd name="T3" fmla="*/ 5 h 8"/>
                  <a:gd name="T4" fmla="*/ 5 w 9"/>
                  <a:gd name="T5" fmla="*/ 1 h 8"/>
                  <a:gd name="T6" fmla="*/ 4 w 9"/>
                  <a:gd name="T7" fmla="*/ 0 h 8"/>
                  <a:gd name="T8" fmla="*/ 0 w 9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8">
                    <a:moveTo>
                      <a:pt x="9" y="8"/>
                    </a:moveTo>
                    <a:lnTo>
                      <a:pt x="7" y="5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28" name="Line 433"/>
              <p:cNvSpPr>
                <a:spLocks noChangeShapeType="1"/>
              </p:cNvSpPr>
              <p:nvPr userDrawn="1"/>
            </p:nvSpPr>
            <p:spPr bwMode="gray">
              <a:xfrm>
                <a:off x="3207" y="840"/>
                <a:ext cx="194" cy="5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29" name="Line 434"/>
              <p:cNvSpPr>
                <a:spLocks noChangeShapeType="1"/>
              </p:cNvSpPr>
              <p:nvPr userDrawn="1"/>
            </p:nvSpPr>
            <p:spPr bwMode="gray">
              <a:xfrm>
                <a:off x="3209" y="847"/>
                <a:ext cx="194" cy="5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30" name="Freeform 435"/>
              <p:cNvSpPr>
                <a:spLocks/>
              </p:cNvSpPr>
              <p:nvPr userDrawn="1"/>
            </p:nvSpPr>
            <p:spPr bwMode="gray">
              <a:xfrm>
                <a:off x="3396" y="897"/>
                <a:ext cx="7" cy="9"/>
              </a:xfrm>
              <a:custGeom>
                <a:avLst/>
                <a:gdLst>
                  <a:gd name="T0" fmla="*/ 7 w 7"/>
                  <a:gd name="T1" fmla="*/ 9 h 9"/>
                  <a:gd name="T2" fmla="*/ 7 w 7"/>
                  <a:gd name="T3" fmla="*/ 6 h 9"/>
                  <a:gd name="T4" fmla="*/ 7 w 7"/>
                  <a:gd name="T5" fmla="*/ 2 h 9"/>
                  <a:gd name="T6" fmla="*/ 5 w 7"/>
                  <a:gd name="T7" fmla="*/ 0 h 9"/>
                  <a:gd name="T8" fmla="*/ 4 w 7"/>
                  <a:gd name="T9" fmla="*/ 0 h 9"/>
                  <a:gd name="T10" fmla="*/ 0 w 7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7" y="9"/>
                    </a:moveTo>
                    <a:lnTo>
                      <a:pt x="7" y="6"/>
                    </a:lnTo>
                    <a:lnTo>
                      <a:pt x="7" y="2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31" name="Line 436"/>
              <p:cNvSpPr>
                <a:spLocks noChangeShapeType="1"/>
              </p:cNvSpPr>
              <p:nvPr userDrawn="1"/>
            </p:nvSpPr>
            <p:spPr bwMode="gray">
              <a:xfrm flipH="1" flipV="1">
                <a:off x="3202" y="840"/>
                <a:ext cx="194" cy="5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32" name="Freeform 437"/>
              <p:cNvSpPr>
                <a:spLocks/>
              </p:cNvSpPr>
              <p:nvPr userDrawn="1"/>
            </p:nvSpPr>
            <p:spPr bwMode="gray">
              <a:xfrm>
                <a:off x="3202" y="838"/>
                <a:ext cx="7" cy="9"/>
              </a:xfrm>
              <a:custGeom>
                <a:avLst/>
                <a:gdLst>
                  <a:gd name="T0" fmla="*/ 0 w 7"/>
                  <a:gd name="T1" fmla="*/ 2 h 9"/>
                  <a:gd name="T2" fmla="*/ 4 w 7"/>
                  <a:gd name="T3" fmla="*/ 0 h 9"/>
                  <a:gd name="T4" fmla="*/ 5 w 7"/>
                  <a:gd name="T5" fmla="*/ 2 h 9"/>
                  <a:gd name="T6" fmla="*/ 7 w 7"/>
                  <a:gd name="T7" fmla="*/ 3 h 9"/>
                  <a:gd name="T8" fmla="*/ 7 w 7"/>
                  <a:gd name="T9" fmla="*/ 7 h 9"/>
                  <a:gd name="T10" fmla="*/ 7 w 7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0" y="2"/>
                    </a:moveTo>
                    <a:lnTo>
                      <a:pt x="4" y="0"/>
                    </a:lnTo>
                    <a:lnTo>
                      <a:pt x="5" y="2"/>
                    </a:lnTo>
                    <a:lnTo>
                      <a:pt x="7" y="3"/>
                    </a:lnTo>
                    <a:lnTo>
                      <a:pt x="7" y="7"/>
                    </a:lnTo>
                    <a:lnTo>
                      <a:pt x="7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33" name="Freeform 438"/>
              <p:cNvSpPr>
                <a:spLocks/>
              </p:cNvSpPr>
              <p:nvPr userDrawn="1"/>
            </p:nvSpPr>
            <p:spPr bwMode="gray">
              <a:xfrm>
                <a:off x="3345" y="1823"/>
                <a:ext cx="9" cy="8"/>
              </a:xfrm>
              <a:custGeom>
                <a:avLst/>
                <a:gdLst>
                  <a:gd name="T0" fmla="*/ 0 w 9"/>
                  <a:gd name="T1" fmla="*/ 0 h 8"/>
                  <a:gd name="T2" fmla="*/ 4 w 9"/>
                  <a:gd name="T3" fmla="*/ 0 h 8"/>
                  <a:gd name="T4" fmla="*/ 6 w 9"/>
                  <a:gd name="T5" fmla="*/ 0 h 8"/>
                  <a:gd name="T6" fmla="*/ 7 w 9"/>
                  <a:gd name="T7" fmla="*/ 1 h 8"/>
                  <a:gd name="T8" fmla="*/ 9 w 9"/>
                  <a:gd name="T9" fmla="*/ 5 h 8"/>
                  <a:gd name="T10" fmla="*/ 9 w 9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8">
                    <a:moveTo>
                      <a:pt x="0" y="0"/>
                    </a:moveTo>
                    <a:lnTo>
                      <a:pt x="4" y="0"/>
                    </a:lnTo>
                    <a:lnTo>
                      <a:pt x="6" y="0"/>
                    </a:lnTo>
                    <a:lnTo>
                      <a:pt x="7" y="1"/>
                    </a:lnTo>
                    <a:lnTo>
                      <a:pt x="9" y="5"/>
                    </a:lnTo>
                    <a:lnTo>
                      <a:pt x="9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34" name="Freeform 439"/>
              <p:cNvSpPr>
                <a:spLocks/>
              </p:cNvSpPr>
              <p:nvPr userDrawn="1"/>
            </p:nvSpPr>
            <p:spPr bwMode="gray">
              <a:xfrm>
                <a:off x="2976" y="1826"/>
                <a:ext cx="11" cy="16"/>
              </a:xfrm>
              <a:custGeom>
                <a:avLst/>
                <a:gdLst>
                  <a:gd name="T0" fmla="*/ 11 w 11"/>
                  <a:gd name="T1" fmla="*/ 16 h 16"/>
                  <a:gd name="T2" fmla="*/ 7 w 11"/>
                  <a:gd name="T3" fmla="*/ 14 h 16"/>
                  <a:gd name="T4" fmla="*/ 4 w 11"/>
                  <a:gd name="T5" fmla="*/ 11 h 16"/>
                  <a:gd name="T6" fmla="*/ 0 w 11"/>
                  <a:gd name="T7" fmla="*/ 5 h 16"/>
                  <a:gd name="T8" fmla="*/ 0 w 1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11" y="16"/>
                    </a:moveTo>
                    <a:lnTo>
                      <a:pt x="7" y="14"/>
                    </a:lnTo>
                    <a:lnTo>
                      <a:pt x="4" y="11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35" name="Freeform 440"/>
              <p:cNvSpPr>
                <a:spLocks/>
              </p:cNvSpPr>
              <p:nvPr userDrawn="1"/>
            </p:nvSpPr>
            <p:spPr bwMode="gray">
              <a:xfrm>
                <a:off x="3081" y="1873"/>
                <a:ext cx="9" cy="7"/>
              </a:xfrm>
              <a:custGeom>
                <a:avLst/>
                <a:gdLst>
                  <a:gd name="T0" fmla="*/ 9 w 9"/>
                  <a:gd name="T1" fmla="*/ 7 h 7"/>
                  <a:gd name="T2" fmla="*/ 7 w 9"/>
                  <a:gd name="T3" fmla="*/ 7 h 7"/>
                  <a:gd name="T4" fmla="*/ 4 w 9"/>
                  <a:gd name="T5" fmla="*/ 7 h 7"/>
                  <a:gd name="T6" fmla="*/ 2 w 9"/>
                  <a:gd name="T7" fmla="*/ 7 h 7"/>
                  <a:gd name="T8" fmla="*/ 0 w 9"/>
                  <a:gd name="T9" fmla="*/ 4 h 7"/>
                  <a:gd name="T10" fmla="*/ 0 w 9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7">
                    <a:moveTo>
                      <a:pt x="9" y="7"/>
                    </a:moveTo>
                    <a:lnTo>
                      <a:pt x="7" y="7"/>
                    </a:lnTo>
                    <a:lnTo>
                      <a:pt x="4" y="7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36" name="Line 441"/>
              <p:cNvSpPr>
                <a:spLocks noChangeShapeType="1"/>
              </p:cNvSpPr>
              <p:nvPr userDrawn="1"/>
            </p:nvSpPr>
            <p:spPr bwMode="gray">
              <a:xfrm>
                <a:off x="2982" y="1842"/>
                <a:ext cx="204" cy="7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37" name="Line 442"/>
              <p:cNvSpPr>
                <a:spLocks noChangeShapeType="1"/>
              </p:cNvSpPr>
              <p:nvPr userDrawn="1"/>
            </p:nvSpPr>
            <p:spPr bwMode="gray">
              <a:xfrm>
                <a:off x="2987" y="1842"/>
                <a:ext cx="206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38" name="Freeform 443"/>
              <p:cNvSpPr>
                <a:spLocks/>
              </p:cNvSpPr>
              <p:nvPr userDrawn="1"/>
            </p:nvSpPr>
            <p:spPr bwMode="gray">
              <a:xfrm>
                <a:off x="3185" y="1910"/>
                <a:ext cx="8" cy="9"/>
              </a:xfrm>
              <a:custGeom>
                <a:avLst/>
                <a:gdLst>
                  <a:gd name="T0" fmla="*/ 8 w 8"/>
                  <a:gd name="T1" fmla="*/ 7 h 9"/>
                  <a:gd name="T2" fmla="*/ 5 w 8"/>
                  <a:gd name="T3" fmla="*/ 9 h 9"/>
                  <a:gd name="T4" fmla="*/ 3 w 8"/>
                  <a:gd name="T5" fmla="*/ 9 h 9"/>
                  <a:gd name="T6" fmla="*/ 1 w 8"/>
                  <a:gd name="T7" fmla="*/ 7 h 9"/>
                  <a:gd name="T8" fmla="*/ 0 w 8"/>
                  <a:gd name="T9" fmla="*/ 3 h 9"/>
                  <a:gd name="T10" fmla="*/ 0 w 8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8" y="7"/>
                    </a:moveTo>
                    <a:lnTo>
                      <a:pt x="5" y="9"/>
                    </a:lnTo>
                    <a:lnTo>
                      <a:pt x="3" y="9"/>
                    </a:lnTo>
                    <a:lnTo>
                      <a:pt x="1" y="7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39" name="Line 444"/>
              <p:cNvSpPr>
                <a:spLocks noChangeShapeType="1"/>
              </p:cNvSpPr>
              <p:nvPr userDrawn="1"/>
            </p:nvSpPr>
            <p:spPr bwMode="gray">
              <a:xfrm flipH="1" flipV="1">
                <a:off x="2978" y="1835"/>
                <a:ext cx="207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40" name="Freeform 445"/>
              <p:cNvSpPr>
                <a:spLocks/>
              </p:cNvSpPr>
              <p:nvPr userDrawn="1"/>
            </p:nvSpPr>
            <p:spPr bwMode="gray">
              <a:xfrm>
                <a:off x="2978" y="1835"/>
                <a:ext cx="9" cy="9"/>
              </a:xfrm>
              <a:custGeom>
                <a:avLst/>
                <a:gdLst>
                  <a:gd name="T0" fmla="*/ 9 w 9"/>
                  <a:gd name="T1" fmla="*/ 7 h 9"/>
                  <a:gd name="T2" fmla="*/ 5 w 9"/>
                  <a:gd name="T3" fmla="*/ 9 h 9"/>
                  <a:gd name="T4" fmla="*/ 4 w 9"/>
                  <a:gd name="T5" fmla="*/ 9 h 9"/>
                  <a:gd name="T6" fmla="*/ 2 w 9"/>
                  <a:gd name="T7" fmla="*/ 7 h 9"/>
                  <a:gd name="T8" fmla="*/ 0 w 9"/>
                  <a:gd name="T9" fmla="*/ 3 h 9"/>
                  <a:gd name="T10" fmla="*/ 0 w 9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9" y="7"/>
                    </a:moveTo>
                    <a:lnTo>
                      <a:pt x="5" y="9"/>
                    </a:lnTo>
                    <a:lnTo>
                      <a:pt x="4" y="9"/>
                    </a:lnTo>
                    <a:lnTo>
                      <a:pt x="2" y="7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41" name="Freeform 446"/>
              <p:cNvSpPr>
                <a:spLocks/>
              </p:cNvSpPr>
              <p:nvPr userDrawn="1"/>
            </p:nvSpPr>
            <p:spPr bwMode="gray">
              <a:xfrm>
                <a:off x="3290" y="1849"/>
                <a:ext cx="12" cy="10"/>
              </a:xfrm>
              <a:custGeom>
                <a:avLst/>
                <a:gdLst>
                  <a:gd name="T0" fmla="*/ 0 w 12"/>
                  <a:gd name="T1" fmla="*/ 8 h 10"/>
                  <a:gd name="T2" fmla="*/ 3 w 12"/>
                  <a:gd name="T3" fmla="*/ 10 h 10"/>
                  <a:gd name="T4" fmla="*/ 7 w 12"/>
                  <a:gd name="T5" fmla="*/ 8 h 10"/>
                  <a:gd name="T6" fmla="*/ 8 w 12"/>
                  <a:gd name="T7" fmla="*/ 8 h 10"/>
                  <a:gd name="T8" fmla="*/ 10 w 12"/>
                  <a:gd name="T9" fmla="*/ 5 h 10"/>
                  <a:gd name="T10" fmla="*/ 12 w 12"/>
                  <a:gd name="T11" fmla="*/ 3 h 10"/>
                  <a:gd name="T12" fmla="*/ 12 w 12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0">
                    <a:moveTo>
                      <a:pt x="0" y="8"/>
                    </a:moveTo>
                    <a:lnTo>
                      <a:pt x="3" y="10"/>
                    </a:lnTo>
                    <a:lnTo>
                      <a:pt x="7" y="8"/>
                    </a:lnTo>
                    <a:lnTo>
                      <a:pt x="8" y="8"/>
                    </a:lnTo>
                    <a:lnTo>
                      <a:pt x="10" y="5"/>
                    </a:lnTo>
                    <a:lnTo>
                      <a:pt x="12" y="3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42" name="Line 447"/>
              <p:cNvSpPr>
                <a:spLocks noChangeShapeType="1"/>
              </p:cNvSpPr>
              <p:nvPr userDrawn="1"/>
            </p:nvSpPr>
            <p:spPr bwMode="gray">
              <a:xfrm flipV="1">
                <a:off x="3202" y="1819"/>
                <a:ext cx="156" cy="9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43" name="Line 448"/>
              <p:cNvSpPr>
                <a:spLocks noChangeShapeType="1"/>
              </p:cNvSpPr>
              <p:nvPr userDrawn="1"/>
            </p:nvSpPr>
            <p:spPr bwMode="gray">
              <a:xfrm flipV="1">
                <a:off x="3193" y="1823"/>
                <a:ext cx="152" cy="9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44" name="Freeform 449"/>
              <p:cNvSpPr>
                <a:spLocks/>
              </p:cNvSpPr>
              <p:nvPr userDrawn="1"/>
            </p:nvSpPr>
            <p:spPr bwMode="gray">
              <a:xfrm>
                <a:off x="3345" y="1810"/>
                <a:ext cx="21" cy="13"/>
              </a:xfrm>
              <a:custGeom>
                <a:avLst/>
                <a:gdLst>
                  <a:gd name="T0" fmla="*/ 0 w 21"/>
                  <a:gd name="T1" fmla="*/ 13 h 13"/>
                  <a:gd name="T2" fmla="*/ 7 w 21"/>
                  <a:gd name="T3" fmla="*/ 13 h 13"/>
                  <a:gd name="T4" fmla="*/ 13 w 21"/>
                  <a:gd name="T5" fmla="*/ 9 h 13"/>
                  <a:gd name="T6" fmla="*/ 18 w 21"/>
                  <a:gd name="T7" fmla="*/ 6 h 13"/>
                  <a:gd name="T8" fmla="*/ 21 w 2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3">
                    <a:moveTo>
                      <a:pt x="0" y="13"/>
                    </a:moveTo>
                    <a:lnTo>
                      <a:pt x="7" y="13"/>
                    </a:lnTo>
                    <a:lnTo>
                      <a:pt x="13" y="9"/>
                    </a:lnTo>
                    <a:lnTo>
                      <a:pt x="18" y="6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45" name="Line 450"/>
              <p:cNvSpPr>
                <a:spLocks noChangeShapeType="1"/>
              </p:cNvSpPr>
              <p:nvPr userDrawn="1"/>
            </p:nvSpPr>
            <p:spPr bwMode="gray">
              <a:xfrm flipH="1">
                <a:off x="3206" y="1810"/>
                <a:ext cx="160" cy="10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46" name="Freeform 451"/>
              <p:cNvSpPr>
                <a:spLocks/>
              </p:cNvSpPr>
              <p:nvPr userDrawn="1"/>
            </p:nvSpPr>
            <p:spPr bwMode="gray">
              <a:xfrm>
                <a:off x="3193" y="1910"/>
                <a:ext cx="13" cy="9"/>
              </a:xfrm>
              <a:custGeom>
                <a:avLst/>
                <a:gdLst>
                  <a:gd name="T0" fmla="*/ 13 w 13"/>
                  <a:gd name="T1" fmla="*/ 0 h 9"/>
                  <a:gd name="T2" fmla="*/ 11 w 13"/>
                  <a:gd name="T3" fmla="*/ 3 h 9"/>
                  <a:gd name="T4" fmla="*/ 9 w 13"/>
                  <a:gd name="T5" fmla="*/ 7 h 9"/>
                  <a:gd name="T6" fmla="*/ 6 w 13"/>
                  <a:gd name="T7" fmla="*/ 9 h 9"/>
                  <a:gd name="T8" fmla="*/ 0 w 13"/>
                  <a:gd name="T9" fmla="*/ 7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9">
                    <a:moveTo>
                      <a:pt x="13" y="0"/>
                    </a:moveTo>
                    <a:lnTo>
                      <a:pt x="11" y="3"/>
                    </a:lnTo>
                    <a:lnTo>
                      <a:pt x="9" y="7"/>
                    </a:lnTo>
                    <a:lnTo>
                      <a:pt x="6" y="9"/>
                    </a:lnTo>
                    <a:lnTo>
                      <a:pt x="0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47" name="Freeform 452"/>
              <p:cNvSpPr>
                <a:spLocks/>
              </p:cNvSpPr>
              <p:nvPr userDrawn="1"/>
            </p:nvSpPr>
            <p:spPr bwMode="gray">
              <a:xfrm>
                <a:off x="3519" y="1711"/>
                <a:ext cx="8" cy="17"/>
              </a:xfrm>
              <a:custGeom>
                <a:avLst/>
                <a:gdLst>
                  <a:gd name="T0" fmla="*/ 8 w 8"/>
                  <a:gd name="T1" fmla="*/ 0 h 17"/>
                  <a:gd name="T2" fmla="*/ 5 w 8"/>
                  <a:gd name="T3" fmla="*/ 3 h 17"/>
                  <a:gd name="T4" fmla="*/ 1 w 8"/>
                  <a:gd name="T5" fmla="*/ 8 h 17"/>
                  <a:gd name="T6" fmla="*/ 0 w 8"/>
                  <a:gd name="T7" fmla="*/ 14 h 17"/>
                  <a:gd name="T8" fmla="*/ 0 w 8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8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48" name="Freeform 453"/>
              <p:cNvSpPr>
                <a:spLocks/>
              </p:cNvSpPr>
              <p:nvPr userDrawn="1"/>
            </p:nvSpPr>
            <p:spPr bwMode="gray">
              <a:xfrm>
                <a:off x="3580" y="1670"/>
                <a:ext cx="12" cy="9"/>
              </a:xfrm>
              <a:custGeom>
                <a:avLst/>
                <a:gdLst>
                  <a:gd name="T0" fmla="*/ 0 w 12"/>
                  <a:gd name="T1" fmla="*/ 9 h 9"/>
                  <a:gd name="T2" fmla="*/ 3 w 12"/>
                  <a:gd name="T3" fmla="*/ 9 h 9"/>
                  <a:gd name="T4" fmla="*/ 9 w 12"/>
                  <a:gd name="T5" fmla="*/ 7 h 9"/>
                  <a:gd name="T6" fmla="*/ 10 w 12"/>
                  <a:gd name="T7" fmla="*/ 4 h 9"/>
                  <a:gd name="T8" fmla="*/ 12 w 12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lnTo>
                      <a:pt x="3" y="9"/>
                    </a:lnTo>
                    <a:lnTo>
                      <a:pt x="9" y="7"/>
                    </a:lnTo>
                    <a:lnTo>
                      <a:pt x="10" y="4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49" name="Line 454"/>
              <p:cNvSpPr>
                <a:spLocks noChangeShapeType="1"/>
              </p:cNvSpPr>
              <p:nvPr userDrawn="1"/>
            </p:nvSpPr>
            <p:spPr bwMode="gray">
              <a:xfrm flipV="1">
                <a:off x="3531" y="1621"/>
                <a:ext cx="147" cy="9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50" name="Line 455"/>
              <p:cNvSpPr>
                <a:spLocks noChangeShapeType="1"/>
              </p:cNvSpPr>
              <p:nvPr userDrawn="1"/>
            </p:nvSpPr>
            <p:spPr bwMode="gray">
              <a:xfrm flipV="1">
                <a:off x="3527" y="1623"/>
                <a:ext cx="142" cy="8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51" name="Freeform 456"/>
              <p:cNvSpPr>
                <a:spLocks/>
              </p:cNvSpPr>
              <p:nvPr userDrawn="1"/>
            </p:nvSpPr>
            <p:spPr bwMode="gray">
              <a:xfrm>
                <a:off x="3669" y="1614"/>
                <a:ext cx="12" cy="9"/>
              </a:xfrm>
              <a:custGeom>
                <a:avLst/>
                <a:gdLst>
                  <a:gd name="T0" fmla="*/ 0 w 12"/>
                  <a:gd name="T1" fmla="*/ 9 h 9"/>
                  <a:gd name="T2" fmla="*/ 5 w 12"/>
                  <a:gd name="T3" fmla="*/ 9 h 9"/>
                  <a:gd name="T4" fmla="*/ 9 w 12"/>
                  <a:gd name="T5" fmla="*/ 7 h 9"/>
                  <a:gd name="T6" fmla="*/ 11 w 12"/>
                  <a:gd name="T7" fmla="*/ 6 h 9"/>
                  <a:gd name="T8" fmla="*/ 12 w 12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lnTo>
                      <a:pt x="5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52" name="Line 457"/>
              <p:cNvSpPr>
                <a:spLocks noChangeShapeType="1"/>
              </p:cNvSpPr>
              <p:nvPr userDrawn="1"/>
            </p:nvSpPr>
            <p:spPr bwMode="gray">
              <a:xfrm flipH="1">
                <a:off x="3531" y="1614"/>
                <a:ext cx="150" cy="9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53" name="Freeform 458"/>
              <p:cNvSpPr>
                <a:spLocks/>
              </p:cNvSpPr>
              <p:nvPr userDrawn="1"/>
            </p:nvSpPr>
            <p:spPr bwMode="gray">
              <a:xfrm>
                <a:off x="3527" y="1707"/>
                <a:ext cx="4" cy="7"/>
              </a:xfrm>
              <a:custGeom>
                <a:avLst/>
                <a:gdLst>
                  <a:gd name="T0" fmla="*/ 0 w 4"/>
                  <a:gd name="T1" fmla="*/ 4 h 7"/>
                  <a:gd name="T2" fmla="*/ 0 w 4"/>
                  <a:gd name="T3" fmla="*/ 5 h 7"/>
                  <a:gd name="T4" fmla="*/ 2 w 4"/>
                  <a:gd name="T5" fmla="*/ 7 h 7"/>
                  <a:gd name="T6" fmla="*/ 4 w 4"/>
                  <a:gd name="T7" fmla="*/ 5 h 7"/>
                  <a:gd name="T8" fmla="*/ 4 w 4"/>
                  <a:gd name="T9" fmla="*/ 4 h 7"/>
                  <a:gd name="T10" fmla="*/ 4 w 4"/>
                  <a:gd name="T11" fmla="*/ 2 h 7"/>
                  <a:gd name="T12" fmla="*/ 4 w 4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7">
                    <a:moveTo>
                      <a:pt x="0" y="4"/>
                    </a:moveTo>
                    <a:lnTo>
                      <a:pt x="0" y="5"/>
                    </a:lnTo>
                    <a:lnTo>
                      <a:pt x="2" y="7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4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54" name="Freeform 459"/>
              <p:cNvSpPr>
                <a:spLocks/>
              </p:cNvSpPr>
              <p:nvPr userDrawn="1"/>
            </p:nvSpPr>
            <p:spPr bwMode="gray">
              <a:xfrm>
                <a:off x="3669" y="1606"/>
                <a:ext cx="9" cy="17"/>
              </a:xfrm>
              <a:custGeom>
                <a:avLst/>
                <a:gdLst>
                  <a:gd name="T0" fmla="*/ 9 w 9"/>
                  <a:gd name="T1" fmla="*/ 0 h 17"/>
                  <a:gd name="T2" fmla="*/ 9 w 9"/>
                  <a:gd name="T3" fmla="*/ 5 h 17"/>
                  <a:gd name="T4" fmla="*/ 7 w 9"/>
                  <a:gd name="T5" fmla="*/ 8 h 17"/>
                  <a:gd name="T6" fmla="*/ 4 w 9"/>
                  <a:gd name="T7" fmla="*/ 14 h 17"/>
                  <a:gd name="T8" fmla="*/ 0 w 9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9" y="0"/>
                    </a:moveTo>
                    <a:lnTo>
                      <a:pt x="9" y="5"/>
                    </a:lnTo>
                    <a:lnTo>
                      <a:pt x="7" y="8"/>
                    </a:lnTo>
                    <a:lnTo>
                      <a:pt x="4" y="14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55" name="Freeform 460"/>
              <p:cNvSpPr>
                <a:spLocks/>
              </p:cNvSpPr>
              <p:nvPr userDrawn="1"/>
            </p:nvSpPr>
            <p:spPr bwMode="gray">
              <a:xfrm>
                <a:off x="3248" y="1515"/>
                <a:ext cx="8" cy="17"/>
              </a:xfrm>
              <a:custGeom>
                <a:avLst/>
                <a:gdLst>
                  <a:gd name="T0" fmla="*/ 0 w 8"/>
                  <a:gd name="T1" fmla="*/ 17 h 17"/>
                  <a:gd name="T2" fmla="*/ 3 w 8"/>
                  <a:gd name="T3" fmla="*/ 15 h 17"/>
                  <a:gd name="T4" fmla="*/ 7 w 8"/>
                  <a:gd name="T5" fmla="*/ 10 h 17"/>
                  <a:gd name="T6" fmla="*/ 8 w 8"/>
                  <a:gd name="T7" fmla="*/ 5 h 17"/>
                  <a:gd name="T8" fmla="*/ 8 w 8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lnTo>
                      <a:pt x="3" y="15"/>
                    </a:lnTo>
                    <a:lnTo>
                      <a:pt x="7" y="10"/>
                    </a:lnTo>
                    <a:lnTo>
                      <a:pt x="8" y="5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56" name="Line 461"/>
              <p:cNvSpPr>
                <a:spLocks noChangeShapeType="1"/>
              </p:cNvSpPr>
              <p:nvPr userDrawn="1"/>
            </p:nvSpPr>
            <p:spPr bwMode="gray">
              <a:xfrm flipH="1" flipV="1">
                <a:off x="3151" y="1490"/>
                <a:ext cx="207" cy="7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57" name="Line 462"/>
              <p:cNvSpPr>
                <a:spLocks noChangeShapeType="1"/>
              </p:cNvSpPr>
              <p:nvPr userDrawn="1"/>
            </p:nvSpPr>
            <p:spPr bwMode="gray">
              <a:xfrm flipH="1" flipV="1">
                <a:off x="3144" y="1497"/>
                <a:ext cx="208" cy="7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58" name="Freeform 463"/>
              <p:cNvSpPr>
                <a:spLocks/>
              </p:cNvSpPr>
              <p:nvPr userDrawn="1"/>
            </p:nvSpPr>
            <p:spPr bwMode="gray">
              <a:xfrm>
                <a:off x="3144" y="1480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4 w 9"/>
                  <a:gd name="T3" fmla="*/ 15 h 17"/>
                  <a:gd name="T4" fmla="*/ 7 w 9"/>
                  <a:gd name="T5" fmla="*/ 10 h 17"/>
                  <a:gd name="T6" fmla="*/ 9 w 9"/>
                  <a:gd name="T7" fmla="*/ 5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4" y="15"/>
                    </a:lnTo>
                    <a:lnTo>
                      <a:pt x="7" y="10"/>
                    </a:lnTo>
                    <a:lnTo>
                      <a:pt x="9" y="5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59" name="Line 464"/>
              <p:cNvSpPr>
                <a:spLocks noChangeShapeType="1"/>
              </p:cNvSpPr>
              <p:nvPr userDrawn="1"/>
            </p:nvSpPr>
            <p:spPr bwMode="gray">
              <a:xfrm>
                <a:off x="3153" y="1480"/>
                <a:ext cx="208" cy="7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60" name="Freeform 465"/>
              <p:cNvSpPr>
                <a:spLocks/>
              </p:cNvSpPr>
              <p:nvPr userDrawn="1"/>
            </p:nvSpPr>
            <p:spPr bwMode="gray">
              <a:xfrm>
                <a:off x="3352" y="1551"/>
                <a:ext cx="9" cy="18"/>
              </a:xfrm>
              <a:custGeom>
                <a:avLst/>
                <a:gdLst>
                  <a:gd name="T0" fmla="*/ 0 w 9"/>
                  <a:gd name="T1" fmla="*/ 18 h 18"/>
                  <a:gd name="T2" fmla="*/ 4 w 9"/>
                  <a:gd name="T3" fmla="*/ 14 h 18"/>
                  <a:gd name="T4" fmla="*/ 6 w 9"/>
                  <a:gd name="T5" fmla="*/ 9 h 18"/>
                  <a:gd name="T6" fmla="*/ 7 w 9"/>
                  <a:gd name="T7" fmla="*/ 4 h 18"/>
                  <a:gd name="T8" fmla="*/ 9 w 9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0" y="18"/>
                    </a:moveTo>
                    <a:lnTo>
                      <a:pt x="4" y="14"/>
                    </a:lnTo>
                    <a:lnTo>
                      <a:pt x="6" y="9"/>
                    </a:lnTo>
                    <a:lnTo>
                      <a:pt x="7" y="4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61" name="Freeform 466"/>
              <p:cNvSpPr>
                <a:spLocks/>
              </p:cNvSpPr>
              <p:nvPr userDrawn="1"/>
            </p:nvSpPr>
            <p:spPr bwMode="gray">
              <a:xfrm>
                <a:off x="3076" y="1530"/>
                <a:ext cx="12" cy="9"/>
              </a:xfrm>
              <a:custGeom>
                <a:avLst/>
                <a:gdLst>
                  <a:gd name="T0" fmla="*/ 12 w 12"/>
                  <a:gd name="T1" fmla="*/ 0 h 9"/>
                  <a:gd name="T2" fmla="*/ 9 w 12"/>
                  <a:gd name="T3" fmla="*/ 0 h 9"/>
                  <a:gd name="T4" fmla="*/ 7 w 12"/>
                  <a:gd name="T5" fmla="*/ 0 h 9"/>
                  <a:gd name="T6" fmla="*/ 4 w 12"/>
                  <a:gd name="T7" fmla="*/ 2 h 9"/>
                  <a:gd name="T8" fmla="*/ 2 w 12"/>
                  <a:gd name="T9" fmla="*/ 6 h 9"/>
                  <a:gd name="T10" fmla="*/ 0 w 12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9">
                    <a:moveTo>
                      <a:pt x="12" y="0"/>
                    </a:moveTo>
                    <a:lnTo>
                      <a:pt x="9" y="0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6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62" name="Line 467"/>
              <p:cNvSpPr>
                <a:spLocks noChangeShapeType="1"/>
              </p:cNvSpPr>
              <p:nvPr userDrawn="1"/>
            </p:nvSpPr>
            <p:spPr bwMode="gray">
              <a:xfrm flipH="1">
                <a:off x="2982" y="1497"/>
                <a:ext cx="159" cy="9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863" name="Line 468"/>
              <p:cNvSpPr>
                <a:spLocks noChangeShapeType="1"/>
              </p:cNvSpPr>
              <p:nvPr userDrawn="1"/>
            </p:nvSpPr>
            <p:spPr bwMode="gray">
              <a:xfrm flipH="1">
                <a:off x="2989" y="1497"/>
                <a:ext cx="155" cy="9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</p:grpSp>
        <p:grpSp>
          <p:nvGrpSpPr>
            <p:cNvPr id="208" name="Group 469"/>
            <p:cNvGrpSpPr>
              <a:grpSpLocks/>
            </p:cNvGrpSpPr>
            <p:nvPr userDrawn="1"/>
          </p:nvGrpSpPr>
          <p:grpSpPr bwMode="auto">
            <a:xfrm>
              <a:off x="2282" y="873"/>
              <a:ext cx="1410" cy="1369"/>
              <a:chOff x="2282" y="873"/>
              <a:chExt cx="1410" cy="1369"/>
            </a:xfrm>
          </p:grpSpPr>
          <p:sp>
            <p:nvSpPr>
              <p:cNvPr id="464" name="Freeform 470"/>
              <p:cNvSpPr>
                <a:spLocks/>
              </p:cNvSpPr>
              <p:nvPr userDrawn="1"/>
            </p:nvSpPr>
            <p:spPr bwMode="gray">
              <a:xfrm>
                <a:off x="2978" y="1586"/>
                <a:ext cx="11" cy="11"/>
              </a:xfrm>
              <a:custGeom>
                <a:avLst/>
                <a:gdLst>
                  <a:gd name="T0" fmla="*/ 11 w 11"/>
                  <a:gd name="T1" fmla="*/ 2 h 11"/>
                  <a:gd name="T2" fmla="*/ 7 w 11"/>
                  <a:gd name="T3" fmla="*/ 0 h 11"/>
                  <a:gd name="T4" fmla="*/ 4 w 11"/>
                  <a:gd name="T5" fmla="*/ 2 h 11"/>
                  <a:gd name="T6" fmla="*/ 0 w 11"/>
                  <a:gd name="T7" fmla="*/ 6 h 11"/>
                  <a:gd name="T8" fmla="*/ 0 w 11"/>
                  <a:gd name="T9" fmla="*/ 1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11" y="2"/>
                    </a:moveTo>
                    <a:lnTo>
                      <a:pt x="7" y="0"/>
                    </a:lnTo>
                    <a:lnTo>
                      <a:pt x="4" y="2"/>
                    </a:lnTo>
                    <a:lnTo>
                      <a:pt x="0" y="6"/>
                    </a:lnTo>
                    <a:lnTo>
                      <a:pt x="0" y="11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65" name="Line 471"/>
              <p:cNvSpPr>
                <a:spLocks noChangeShapeType="1"/>
              </p:cNvSpPr>
              <p:nvPr userDrawn="1"/>
            </p:nvSpPr>
            <p:spPr bwMode="gray">
              <a:xfrm flipV="1">
                <a:off x="2978" y="1502"/>
                <a:ext cx="165" cy="9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66" name="Freeform 472"/>
              <p:cNvSpPr>
                <a:spLocks/>
              </p:cNvSpPr>
              <p:nvPr userDrawn="1"/>
            </p:nvSpPr>
            <p:spPr bwMode="gray">
              <a:xfrm>
                <a:off x="3141" y="1495"/>
                <a:ext cx="3" cy="7"/>
              </a:xfrm>
              <a:custGeom>
                <a:avLst/>
                <a:gdLst>
                  <a:gd name="T0" fmla="*/ 3 w 3"/>
                  <a:gd name="T1" fmla="*/ 2 h 7"/>
                  <a:gd name="T2" fmla="*/ 3 w 3"/>
                  <a:gd name="T3" fmla="*/ 2 h 7"/>
                  <a:gd name="T4" fmla="*/ 2 w 3"/>
                  <a:gd name="T5" fmla="*/ 0 h 7"/>
                  <a:gd name="T6" fmla="*/ 2 w 3"/>
                  <a:gd name="T7" fmla="*/ 0 h 7"/>
                  <a:gd name="T8" fmla="*/ 0 w 3"/>
                  <a:gd name="T9" fmla="*/ 2 h 7"/>
                  <a:gd name="T10" fmla="*/ 0 w 3"/>
                  <a:gd name="T11" fmla="*/ 4 h 7"/>
                  <a:gd name="T12" fmla="*/ 2 w 3"/>
                  <a:gd name="T13" fmla="*/ 7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" h="7">
                    <a:moveTo>
                      <a:pt x="3" y="2"/>
                    </a:moveTo>
                    <a:lnTo>
                      <a:pt x="3" y="2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67" name="Freeform 473"/>
              <p:cNvSpPr>
                <a:spLocks/>
              </p:cNvSpPr>
              <p:nvPr userDrawn="1"/>
            </p:nvSpPr>
            <p:spPr bwMode="gray">
              <a:xfrm>
                <a:off x="3188" y="1660"/>
                <a:ext cx="9" cy="19"/>
              </a:xfrm>
              <a:custGeom>
                <a:avLst/>
                <a:gdLst>
                  <a:gd name="T0" fmla="*/ 9 w 9"/>
                  <a:gd name="T1" fmla="*/ 0 h 19"/>
                  <a:gd name="T2" fmla="*/ 5 w 9"/>
                  <a:gd name="T3" fmla="*/ 3 h 19"/>
                  <a:gd name="T4" fmla="*/ 4 w 9"/>
                  <a:gd name="T5" fmla="*/ 9 h 19"/>
                  <a:gd name="T6" fmla="*/ 2 w 9"/>
                  <a:gd name="T7" fmla="*/ 14 h 19"/>
                  <a:gd name="T8" fmla="*/ 0 w 9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9">
                    <a:moveTo>
                      <a:pt x="9" y="0"/>
                    </a:moveTo>
                    <a:lnTo>
                      <a:pt x="5" y="3"/>
                    </a:lnTo>
                    <a:lnTo>
                      <a:pt x="4" y="9"/>
                    </a:lnTo>
                    <a:lnTo>
                      <a:pt x="2" y="14"/>
                    </a:lnTo>
                    <a:lnTo>
                      <a:pt x="0" y="1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68" name="Freeform 474"/>
              <p:cNvSpPr>
                <a:spLocks/>
              </p:cNvSpPr>
              <p:nvPr userDrawn="1"/>
            </p:nvSpPr>
            <p:spPr bwMode="gray">
              <a:xfrm>
                <a:off x="2980" y="1588"/>
                <a:ext cx="9" cy="18"/>
              </a:xfrm>
              <a:custGeom>
                <a:avLst/>
                <a:gdLst>
                  <a:gd name="T0" fmla="*/ 9 w 9"/>
                  <a:gd name="T1" fmla="*/ 0 h 18"/>
                  <a:gd name="T2" fmla="*/ 5 w 9"/>
                  <a:gd name="T3" fmla="*/ 2 h 18"/>
                  <a:gd name="T4" fmla="*/ 3 w 9"/>
                  <a:gd name="T5" fmla="*/ 7 h 18"/>
                  <a:gd name="T6" fmla="*/ 2 w 9"/>
                  <a:gd name="T7" fmla="*/ 12 h 18"/>
                  <a:gd name="T8" fmla="*/ 0 w 9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9" y="0"/>
                    </a:moveTo>
                    <a:lnTo>
                      <a:pt x="5" y="2"/>
                    </a:lnTo>
                    <a:lnTo>
                      <a:pt x="3" y="7"/>
                    </a:lnTo>
                    <a:lnTo>
                      <a:pt x="2" y="12"/>
                    </a:lnTo>
                    <a:lnTo>
                      <a:pt x="0" y="1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69" name="Freeform 475"/>
              <p:cNvSpPr>
                <a:spLocks/>
              </p:cNvSpPr>
              <p:nvPr userDrawn="1"/>
            </p:nvSpPr>
            <p:spPr bwMode="gray">
              <a:xfrm>
                <a:off x="3295" y="1602"/>
                <a:ext cx="12" cy="18"/>
              </a:xfrm>
              <a:custGeom>
                <a:avLst/>
                <a:gdLst>
                  <a:gd name="T0" fmla="*/ 0 w 12"/>
                  <a:gd name="T1" fmla="*/ 0 h 18"/>
                  <a:gd name="T2" fmla="*/ 5 w 12"/>
                  <a:gd name="T3" fmla="*/ 4 h 18"/>
                  <a:gd name="T4" fmla="*/ 8 w 12"/>
                  <a:gd name="T5" fmla="*/ 7 h 18"/>
                  <a:gd name="T6" fmla="*/ 10 w 12"/>
                  <a:gd name="T7" fmla="*/ 12 h 18"/>
                  <a:gd name="T8" fmla="*/ 12 w 12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8">
                    <a:moveTo>
                      <a:pt x="0" y="0"/>
                    </a:moveTo>
                    <a:lnTo>
                      <a:pt x="5" y="4"/>
                    </a:lnTo>
                    <a:lnTo>
                      <a:pt x="8" y="7"/>
                    </a:lnTo>
                    <a:lnTo>
                      <a:pt x="10" y="12"/>
                    </a:lnTo>
                    <a:lnTo>
                      <a:pt x="12" y="1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70" name="Line 476"/>
              <p:cNvSpPr>
                <a:spLocks noChangeShapeType="1"/>
              </p:cNvSpPr>
              <p:nvPr userDrawn="1"/>
            </p:nvSpPr>
            <p:spPr bwMode="gray">
              <a:xfrm flipV="1">
                <a:off x="3206" y="1572"/>
                <a:ext cx="159" cy="9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71" name="Line 477"/>
              <p:cNvSpPr>
                <a:spLocks noChangeShapeType="1"/>
              </p:cNvSpPr>
              <p:nvPr userDrawn="1"/>
            </p:nvSpPr>
            <p:spPr bwMode="gray">
              <a:xfrm flipV="1">
                <a:off x="3197" y="1569"/>
                <a:ext cx="155" cy="9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72" name="Freeform 478"/>
              <p:cNvSpPr>
                <a:spLocks/>
              </p:cNvSpPr>
              <p:nvPr userDrawn="1"/>
            </p:nvSpPr>
            <p:spPr bwMode="gray">
              <a:xfrm>
                <a:off x="3352" y="1569"/>
                <a:ext cx="20" cy="12"/>
              </a:xfrm>
              <a:custGeom>
                <a:avLst/>
                <a:gdLst>
                  <a:gd name="T0" fmla="*/ 0 w 20"/>
                  <a:gd name="T1" fmla="*/ 0 h 12"/>
                  <a:gd name="T2" fmla="*/ 6 w 20"/>
                  <a:gd name="T3" fmla="*/ 0 h 12"/>
                  <a:gd name="T4" fmla="*/ 11 w 20"/>
                  <a:gd name="T5" fmla="*/ 2 h 12"/>
                  <a:gd name="T6" fmla="*/ 16 w 20"/>
                  <a:gd name="T7" fmla="*/ 7 h 12"/>
                  <a:gd name="T8" fmla="*/ 20 w 20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2">
                    <a:moveTo>
                      <a:pt x="0" y="0"/>
                    </a:moveTo>
                    <a:lnTo>
                      <a:pt x="6" y="0"/>
                    </a:lnTo>
                    <a:lnTo>
                      <a:pt x="11" y="2"/>
                    </a:lnTo>
                    <a:lnTo>
                      <a:pt x="16" y="7"/>
                    </a:lnTo>
                    <a:lnTo>
                      <a:pt x="20" y="1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73" name="Line 479"/>
              <p:cNvSpPr>
                <a:spLocks noChangeShapeType="1"/>
              </p:cNvSpPr>
              <p:nvPr userDrawn="1"/>
            </p:nvSpPr>
            <p:spPr bwMode="gray">
              <a:xfrm flipH="1">
                <a:off x="3209" y="1581"/>
                <a:ext cx="163" cy="9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74" name="Freeform 480"/>
              <p:cNvSpPr>
                <a:spLocks/>
              </p:cNvSpPr>
              <p:nvPr userDrawn="1"/>
            </p:nvSpPr>
            <p:spPr bwMode="gray">
              <a:xfrm>
                <a:off x="3197" y="1660"/>
                <a:ext cx="12" cy="17"/>
              </a:xfrm>
              <a:custGeom>
                <a:avLst/>
                <a:gdLst>
                  <a:gd name="T0" fmla="*/ 12 w 12"/>
                  <a:gd name="T1" fmla="*/ 17 h 17"/>
                  <a:gd name="T2" fmla="*/ 10 w 12"/>
                  <a:gd name="T3" fmla="*/ 12 h 17"/>
                  <a:gd name="T4" fmla="*/ 9 w 12"/>
                  <a:gd name="T5" fmla="*/ 7 h 17"/>
                  <a:gd name="T6" fmla="*/ 5 w 12"/>
                  <a:gd name="T7" fmla="*/ 3 h 17"/>
                  <a:gd name="T8" fmla="*/ 0 w 12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7">
                    <a:moveTo>
                      <a:pt x="12" y="17"/>
                    </a:moveTo>
                    <a:lnTo>
                      <a:pt x="10" y="12"/>
                    </a:lnTo>
                    <a:lnTo>
                      <a:pt x="9" y="7"/>
                    </a:lnTo>
                    <a:lnTo>
                      <a:pt x="5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75" name="Freeform 481"/>
              <p:cNvSpPr>
                <a:spLocks/>
              </p:cNvSpPr>
              <p:nvPr userDrawn="1"/>
            </p:nvSpPr>
            <p:spPr bwMode="gray">
              <a:xfrm>
                <a:off x="3527" y="1452"/>
                <a:ext cx="7" cy="10"/>
              </a:xfrm>
              <a:custGeom>
                <a:avLst/>
                <a:gdLst>
                  <a:gd name="T0" fmla="*/ 7 w 7"/>
                  <a:gd name="T1" fmla="*/ 8 h 10"/>
                  <a:gd name="T2" fmla="*/ 4 w 7"/>
                  <a:gd name="T3" fmla="*/ 10 h 10"/>
                  <a:gd name="T4" fmla="*/ 2 w 7"/>
                  <a:gd name="T5" fmla="*/ 8 h 10"/>
                  <a:gd name="T6" fmla="*/ 0 w 7"/>
                  <a:gd name="T7" fmla="*/ 7 h 10"/>
                  <a:gd name="T8" fmla="*/ 0 w 7"/>
                  <a:gd name="T9" fmla="*/ 3 h 10"/>
                  <a:gd name="T10" fmla="*/ 0 w 7"/>
                  <a:gd name="T11" fmla="*/ 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10">
                    <a:moveTo>
                      <a:pt x="7" y="8"/>
                    </a:moveTo>
                    <a:lnTo>
                      <a:pt x="4" y="10"/>
                    </a:lnTo>
                    <a:lnTo>
                      <a:pt x="2" y="8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76" name="Freeform 482"/>
              <p:cNvSpPr>
                <a:spLocks/>
              </p:cNvSpPr>
              <p:nvPr userDrawn="1"/>
            </p:nvSpPr>
            <p:spPr bwMode="gray">
              <a:xfrm>
                <a:off x="3589" y="1429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3 w 10"/>
                  <a:gd name="T3" fmla="*/ 2 h 16"/>
                  <a:gd name="T4" fmla="*/ 7 w 10"/>
                  <a:gd name="T5" fmla="*/ 5 h 16"/>
                  <a:gd name="T6" fmla="*/ 10 w 10"/>
                  <a:gd name="T7" fmla="*/ 11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3" y="2"/>
                    </a:lnTo>
                    <a:lnTo>
                      <a:pt x="7" y="5"/>
                    </a:lnTo>
                    <a:lnTo>
                      <a:pt x="10" y="11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77" name="Line 483"/>
              <p:cNvSpPr>
                <a:spLocks noChangeShapeType="1"/>
              </p:cNvSpPr>
              <p:nvPr userDrawn="1"/>
            </p:nvSpPr>
            <p:spPr bwMode="gray">
              <a:xfrm flipV="1">
                <a:off x="3538" y="1382"/>
                <a:ext cx="149" cy="8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78" name="Line 484"/>
              <p:cNvSpPr>
                <a:spLocks noChangeShapeType="1"/>
              </p:cNvSpPr>
              <p:nvPr userDrawn="1"/>
            </p:nvSpPr>
            <p:spPr bwMode="gray">
              <a:xfrm flipV="1">
                <a:off x="3534" y="1375"/>
                <a:ext cx="144" cy="8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79" name="Freeform 485"/>
              <p:cNvSpPr>
                <a:spLocks/>
              </p:cNvSpPr>
              <p:nvPr userDrawn="1"/>
            </p:nvSpPr>
            <p:spPr bwMode="gray">
              <a:xfrm>
                <a:off x="3678" y="1375"/>
                <a:ext cx="12" cy="16"/>
              </a:xfrm>
              <a:custGeom>
                <a:avLst/>
                <a:gdLst>
                  <a:gd name="T0" fmla="*/ 0 w 12"/>
                  <a:gd name="T1" fmla="*/ 0 h 16"/>
                  <a:gd name="T2" fmla="*/ 5 w 12"/>
                  <a:gd name="T3" fmla="*/ 2 h 16"/>
                  <a:gd name="T4" fmla="*/ 9 w 12"/>
                  <a:gd name="T5" fmla="*/ 7 h 16"/>
                  <a:gd name="T6" fmla="*/ 10 w 12"/>
                  <a:gd name="T7" fmla="*/ 10 h 16"/>
                  <a:gd name="T8" fmla="*/ 12 w 12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0" y="0"/>
                    </a:moveTo>
                    <a:lnTo>
                      <a:pt x="5" y="2"/>
                    </a:lnTo>
                    <a:lnTo>
                      <a:pt x="9" y="7"/>
                    </a:lnTo>
                    <a:lnTo>
                      <a:pt x="10" y="10"/>
                    </a:lnTo>
                    <a:lnTo>
                      <a:pt x="12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80" name="Line 486"/>
              <p:cNvSpPr>
                <a:spLocks noChangeShapeType="1"/>
              </p:cNvSpPr>
              <p:nvPr userDrawn="1"/>
            </p:nvSpPr>
            <p:spPr bwMode="gray">
              <a:xfrm flipH="1">
                <a:off x="3538" y="1391"/>
                <a:ext cx="152" cy="9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81" name="Freeform 487"/>
              <p:cNvSpPr>
                <a:spLocks/>
              </p:cNvSpPr>
              <p:nvPr userDrawn="1"/>
            </p:nvSpPr>
            <p:spPr bwMode="gray">
              <a:xfrm>
                <a:off x="3534" y="1460"/>
                <a:ext cx="4" cy="21"/>
              </a:xfrm>
              <a:custGeom>
                <a:avLst/>
                <a:gdLst>
                  <a:gd name="T0" fmla="*/ 0 w 4"/>
                  <a:gd name="T1" fmla="*/ 0 h 21"/>
                  <a:gd name="T2" fmla="*/ 4 w 4"/>
                  <a:gd name="T3" fmla="*/ 6 h 21"/>
                  <a:gd name="T4" fmla="*/ 4 w 4"/>
                  <a:gd name="T5" fmla="*/ 11 h 21"/>
                  <a:gd name="T6" fmla="*/ 4 w 4"/>
                  <a:gd name="T7" fmla="*/ 16 h 21"/>
                  <a:gd name="T8" fmla="*/ 4 w 4"/>
                  <a:gd name="T9" fmla="*/ 21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1">
                    <a:moveTo>
                      <a:pt x="0" y="0"/>
                    </a:moveTo>
                    <a:lnTo>
                      <a:pt x="4" y="6"/>
                    </a:lnTo>
                    <a:lnTo>
                      <a:pt x="4" y="11"/>
                    </a:lnTo>
                    <a:lnTo>
                      <a:pt x="4" y="16"/>
                    </a:lnTo>
                    <a:lnTo>
                      <a:pt x="4" y="21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82" name="Freeform 488"/>
              <p:cNvSpPr>
                <a:spLocks/>
              </p:cNvSpPr>
              <p:nvPr userDrawn="1"/>
            </p:nvSpPr>
            <p:spPr bwMode="gray">
              <a:xfrm>
                <a:off x="3576" y="1340"/>
                <a:ext cx="7" cy="9"/>
              </a:xfrm>
              <a:custGeom>
                <a:avLst/>
                <a:gdLst>
                  <a:gd name="T0" fmla="*/ 0 w 7"/>
                  <a:gd name="T1" fmla="*/ 2 h 9"/>
                  <a:gd name="T2" fmla="*/ 2 w 7"/>
                  <a:gd name="T3" fmla="*/ 0 h 9"/>
                  <a:gd name="T4" fmla="*/ 4 w 7"/>
                  <a:gd name="T5" fmla="*/ 2 h 9"/>
                  <a:gd name="T6" fmla="*/ 6 w 7"/>
                  <a:gd name="T7" fmla="*/ 2 h 9"/>
                  <a:gd name="T8" fmla="*/ 7 w 7"/>
                  <a:gd name="T9" fmla="*/ 5 h 9"/>
                  <a:gd name="T10" fmla="*/ 7 w 7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0" y="2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7" y="5"/>
                    </a:lnTo>
                    <a:lnTo>
                      <a:pt x="7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83" name="Line 489"/>
              <p:cNvSpPr>
                <a:spLocks noChangeShapeType="1"/>
              </p:cNvSpPr>
              <p:nvPr userDrawn="1"/>
            </p:nvSpPr>
            <p:spPr bwMode="gray">
              <a:xfrm flipH="1" flipV="1">
                <a:off x="3536" y="1328"/>
                <a:ext cx="149" cy="4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84" name="Line 490"/>
              <p:cNvSpPr>
                <a:spLocks noChangeShapeType="1"/>
              </p:cNvSpPr>
              <p:nvPr userDrawn="1"/>
            </p:nvSpPr>
            <p:spPr bwMode="gray">
              <a:xfrm flipH="1" flipV="1">
                <a:off x="3536" y="1329"/>
                <a:ext cx="142" cy="4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85" name="Line 491"/>
              <p:cNvSpPr>
                <a:spLocks noChangeShapeType="1"/>
              </p:cNvSpPr>
              <p:nvPr userDrawn="1"/>
            </p:nvSpPr>
            <p:spPr bwMode="gray">
              <a:xfrm>
                <a:off x="3536" y="1335"/>
                <a:ext cx="151" cy="4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86" name="Freeform 492"/>
              <p:cNvSpPr>
                <a:spLocks/>
              </p:cNvSpPr>
              <p:nvPr userDrawn="1"/>
            </p:nvSpPr>
            <p:spPr bwMode="gray">
              <a:xfrm>
                <a:off x="3678" y="1373"/>
                <a:ext cx="9" cy="9"/>
              </a:xfrm>
              <a:custGeom>
                <a:avLst/>
                <a:gdLst>
                  <a:gd name="T0" fmla="*/ 9 w 9"/>
                  <a:gd name="T1" fmla="*/ 9 h 9"/>
                  <a:gd name="T2" fmla="*/ 9 w 9"/>
                  <a:gd name="T3" fmla="*/ 7 h 9"/>
                  <a:gd name="T4" fmla="*/ 7 w 9"/>
                  <a:gd name="T5" fmla="*/ 4 h 9"/>
                  <a:gd name="T6" fmla="*/ 5 w 9"/>
                  <a:gd name="T7" fmla="*/ 2 h 9"/>
                  <a:gd name="T8" fmla="*/ 3 w 9"/>
                  <a:gd name="T9" fmla="*/ 0 h 9"/>
                  <a:gd name="T10" fmla="*/ 0 w 9"/>
                  <a:gd name="T11" fmla="*/ 2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9" y="9"/>
                    </a:moveTo>
                    <a:lnTo>
                      <a:pt x="9" y="7"/>
                    </a:lnTo>
                    <a:lnTo>
                      <a:pt x="7" y="4"/>
                    </a:lnTo>
                    <a:lnTo>
                      <a:pt x="5" y="2"/>
                    </a:lnTo>
                    <a:lnTo>
                      <a:pt x="3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87" name="Freeform 493"/>
              <p:cNvSpPr>
                <a:spLocks/>
              </p:cNvSpPr>
              <p:nvPr userDrawn="1"/>
            </p:nvSpPr>
            <p:spPr bwMode="gray">
              <a:xfrm>
                <a:off x="3186" y="1795"/>
                <a:ext cx="21" cy="1"/>
              </a:xfrm>
              <a:custGeom>
                <a:avLst/>
                <a:gdLst>
                  <a:gd name="T0" fmla="*/ 0 w 21"/>
                  <a:gd name="T1" fmla="*/ 0 h 1"/>
                  <a:gd name="T2" fmla="*/ 6 w 21"/>
                  <a:gd name="T3" fmla="*/ 1 h 1"/>
                  <a:gd name="T4" fmla="*/ 11 w 21"/>
                  <a:gd name="T5" fmla="*/ 1 h 1"/>
                  <a:gd name="T6" fmla="*/ 16 w 21"/>
                  <a:gd name="T7" fmla="*/ 1 h 1"/>
                  <a:gd name="T8" fmla="*/ 21 w 21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">
                    <a:moveTo>
                      <a:pt x="0" y="0"/>
                    </a:moveTo>
                    <a:lnTo>
                      <a:pt x="6" y="1"/>
                    </a:lnTo>
                    <a:lnTo>
                      <a:pt x="11" y="1"/>
                    </a:lnTo>
                    <a:lnTo>
                      <a:pt x="16" y="1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88" name="Line 494"/>
              <p:cNvSpPr>
                <a:spLocks noChangeShapeType="1"/>
              </p:cNvSpPr>
              <p:nvPr userDrawn="1"/>
            </p:nvSpPr>
            <p:spPr bwMode="gray">
              <a:xfrm flipV="1">
                <a:off x="3195" y="1679"/>
                <a:ext cx="4" cy="23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89" name="Line 495"/>
              <p:cNvSpPr>
                <a:spLocks noChangeShapeType="1"/>
              </p:cNvSpPr>
              <p:nvPr userDrawn="1"/>
            </p:nvSpPr>
            <p:spPr bwMode="gray">
              <a:xfrm flipV="1">
                <a:off x="3185" y="1679"/>
                <a:ext cx="3" cy="23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90" name="Freeform 496"/>
              <p:cNvSpPr>
                <a:spLocks/>
              </p:cNvSpPr>
              <p:nvPr userDrawn="1"/>
            </p:nvSpPr>
            <p:spPr bwMode="gray">
              <a:xfrm>
                <a:off x="3188" y="1677"/>
                <a:ext cx="21" cy="4"/>
              </a:xfrm>
              <a:custGeom>
                <a:avLst/>
                <a:gdLst>
                  <a:gd name="T0" fmla="*/ 0 w 21"/>
                  <a:gd name="T1" fmla="*/ 2 h 4"/>
                  <a:gd name="T2" fmla="*/ 5 w 21"/>
                  <a:gd name="T3" fmla="*/ 4 h 4"/>
                  <a:gd name="T4" fmla="*/ 11 w 21"/>
                  <a:gd name="T5" fmla="*/ 4 h 4"/>
                  <a:gd name="T6" fmla="*/ 16 w 21"/>
                  <a:gd name="T7" fmla="*/ 2 h 4"/>
                  <a:gd name="T8" fmla="*/ 21 w 2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4">
                    <a:moveTo>
                      <a:pt x="0" y="2"/>
                    </a:moveTo>
                    <a:lnTo>
                      <a:pt x="5" y="4"/>
                    </a:lnTo>
                    <a:lnTo>
                      <a:pt x="11" y="4"/>
                    </a:lnTo>
                    <a:lnTo>
                      <a:pt x="16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91" name="Line 497"/>
              <p:cNvSpPr>
                <a:spLocks noChangeShapeType="1"/>
              </p:cNvSpPr>
              <p:nvPr userDrawn="1"/>
            </p:nvSpPr>
            <p:spPr bwMode="gray">
              <a:xfrm flipH="1">
                <a:off x="3206" y="1677"/>
                <a:ext cx="3" cy="23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92" name="Freeform 498"/>
              <p:cNvSpPr>
                <a:spLocks/>
              </p:cNvSpPr>
              <p:nvPr userDrawn="1"/>
            </p:nvSpPr>
            <p:spPr bwMode="gray">
              <a:xfrm>
                <a:off x="3185" y="1910"/>
                <a:ext cx="21" cy="2"/>
              </a:xfrm>
              <a:custGeom>
                <a:avLst/>
                <a:gdLst>
                  <a:gd name="T0" fmla="*/ 21 w 21"/>
                  <a:gd name="T1" fmla="*/ 0 h 2"/>
                  <a:gd name="T2" fmla="*/ 15 w 21"/>
                  <a:gd name="T3" fmla="*/ 2 h 2"/>
                  <a:gd name="T4" fmla="*/ 10 w 21"/>
                  <a:gd name="T5" fmla="*/ 2 h 2"/>
                  <a:gd name="T6" fmla="*/ 5 w 21"/>
                  <a:gd name="T7" fmla="*/ 2 h 2"/>
                  <a:gd name="T8" fmla="*/ 0 w 2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">
                    <a:moveTo>
                      <a:pt x="21" y="0"/>
                    </a:moveTo>
                    <a:lnTo>
                      <a:pt x="15" y="2"/>
                    </a:lnTo>
                    <a:lnTo>
                      <a:pt x="10" y="2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93" name="Freeform 499"/>
              <p:cNvSpPr>
                <a:spLocks/>
              </p:cNvSpPr>
              <p:nvPr userDrawn="1"/>
            </p:nvSpPr>
            <p:spPr bwMode="gray">
              <a:xfrm>
                <a:off x="3681" y="1495"/>
                <a:ext cx="7" cy="7"/>
              </a:xfrm>
              <a:custGeom>
                <a:avLst/>
                <a:gdLst>
                  <a:gd name="T0" fmla="*/ 4 w 7"/>
                  <a:gd name="T1" fmla="*/ 7 h 7"/>
                  <a:gd name="T2" fmla="*/ 7 w 7"/>
                  <a:gd name="T3" fmla="*/ 6 h 7"/>
                  <a:gd name="T4" fmla="*/ 7 w 7"/>
                  <a:gd name="T5" fmla="*/ 4 h 7"/>
                  <a:gd name="T6" fmla="*/ 6 w 7"/>
                  <a:gd name="T7" fmla="*/ 2 h 7"/>
                  <a:gd name="T8" fmla="*/ 4 w 7"/>
                  <a:gd name="T9" fmla="*/ 0 h 7"/>
                  <a:gd name="T10" fmla="*/ 0 w 7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7">
                    <a:moveTo>
                      <a:pt x="4" y="7"/>
                    </a:moveTo>
                    <a:lnTo>
                      <a:pt x="7" y="6"/>
                    </a:lnTo>
                    <a:lnTo>
                      <a:pt x="7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94" name="Line 500"/>
              <p:cNvSpPr>
                <a:spLocks noChangeShapeType="1"/>
              </p:cNvSpPr>
              <p:nvPr userDrawn="1"/>
            </p:nvSpPr>
            <p:spPr bwMode="gray">
              <a:xfrm flipV="1">
                <a:off x="3683" y="1387"/>
                <a:ext cx="9" cy="22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95" name="Line 501"/>
              <p:cNvSpPr>
                <a:spLocks noChangeShapeType="1"/>
              </p:cNvSpPr>
              <p:nvPr userDrawn="1"/>
            </p:nvSpPr>
            <p:spPr bwMode="gray">
              <a:xfrm flipV="1">
                <a:off x="3681" y="1391"/>
                <a:ext cx="9" cy="22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96" name="Freeform 502"/>
              <p:cNvSpPr>
                <a:spLocks/>
              </p:cNvSpPr>
              <p:nvPr userDrawn="1"/>
            </p:nvSpPr>
            <p:spPr bwMode="gray">
              <a:xfrm>
                <a:off x="3687" y="1382"/>
                <a:ext cx="5" cy="9"/>
              </a:xfrm>
              <a:custGeom>
                <a:avLst/>
                <a:gdLst>
                  <a:gd name="T0" fmla="*/ 3 w 5"/>
                  <a:gd name="T1" fmla="*/ 9 h 9"/>
                  <a:gd name="T2" fmla="*/ 5 w 5"/>
                  <a:gd name="T3" fmla="*/ 7 h 9"/>
                  <a:gd name="T4" fmla="*/ 5 w 5"/>
                  <a:gd name="T5" fmla="*/ 5 h 9"/>
                  <a:gd name="T6" fmla="*/ 3 w 5"/>
                  <a:gd name="T7" fmla="*/ 3 h 9"/>
                  <a:gd name="T8" fmla="*/ 1 w 5"/>
                  <a:gd name="T9" fmla="*/ 2 h 9"/>
                  <a:gd name="T10" fmla="*/ 0 w 5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3" y="9"/>
                    </a:moveTo>
                    <a:lnTo>
                      <a:pt x="5" y="7"/>
                    </a:lnTo>
                    <a:lnTo>
                      <a:pt x="5" y="5"/>
                    </a:lnTo>
                    <a:lnTo>
                      <a:pt x="3" y="3"/>
                    </a:lnTo>
                    <a:lnTo>
                      <a:pt x="1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97" name="Line 503"/>
              <p:cNvSpPr>
                <a:spLocks noChangeShapeType="1"/>
              </p:cNvSpPr>
              <p:nvPr userDrawn="1"/>
            </p:nvSpPr>
            <p:spPr bwMode="gray">
              <a:xfrm flipH="1">
                <a:off x="3678" y="1382"/>
                <a:ext cx="9" cy="22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98" name="Freeform 504"/>
              <p:cNvSpPr>
                <a:spLocks/>
              </p:cNvSpPr>
              <p:nvPr userDrawn="1"/>
            </p:nvSpPr>
            <p:spPr bwMode="gray">
              <a:xfrm>
                <a:off x="3678" y="1606"/>
                <a:ext cx="5" cy="8"/>
              </a:xfrm>
              <a:custGeom>
                <a:avLst/>
                <a:gdLst>
                  <a:gd name="T0" fmla="*/ 0 w 5"/>
                  <a:gd name="T1" fmla="*/ 0 h 8"/>
                  <a:gd name="T2" fmla="*/ 2 w 5"/>
                  <a:gd name="T3" fmla="*/ 1 h 8"/>
                  <a:gd name="T4" fmla="*/ 5 w 5"/>
                  <a:gd name="T5" fmla="*/ 3 h 8"/>
                  <a:gd name="T6" fmla="*/ 5 w 5"/>
                  <a:gd name="T7" fmla="*/ 5 h 8"/>
                  <a:gd name="T8" fmla="*/ 5 w 5"/>
                  <a:gd name="T9" fmla="*/ 7 h 8"/>
                  <a:gd name="T10" fmla="*/ 3 w 5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lnTo>
                      <a:pt x="2" y="1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3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99" name="Freeform 505"/>
              <p:cNvSpPr>
                <a:spLocks/>
              </p:cNvSpPr>
              <p:nvPr userDrawn="1"/>
            </p:nvSpPr>
            <p:spPr bwMode="gray">
              <a:xfrm>
                <a:off x="3351" y="1941"/>
                <a:ext cx="21" cy="4"/>
              </a:xfrm>
              <a:custGeom>
                <a:avLst/>
                <a:gdLst>
                  <a:gd name="T0" fmla="*/ 0 w 21"/>
                  <a:gd name="T1" fmla="*/ 2 h 4"/>
                  <a:gd name="T2" fmla="*/ 5 w 21"/>
                  <a:gd name="T3" fmla="*/ 4 h 4"/>
                  <a:gd name="T4" fmla="*/ 10 w 21"/>
                  <a:gd name="T5" fmla="*/ 4 h 4"/>
                  <a:gd name="T6" fmla="*/ 15 w 21"/>
                  <a:gd name="T7" fmla="*/ 2 h 4"/>
                  <a:gd name="T8" fmla="*/ 21 w 2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4">
                    <a:moveTo>
                      <a:pt x="0" y="2"/>
                    </a:moveTo>
                    <a:lnTo>
                      <a:pt x="5" y="4"/>
                    </a:lnTo>
                    <a:lnTo>
                      <a:pt x="10" y="4"/>
                    </a:lnTo>
                    <a:lnTo>
                      <a:pt x="15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00" name="Line 506"/>
              <p:cNvSpPr>
                <a:spLocks noChangeShapeType="1"/>
              </p:cNvSpPr>
              <p:nvPr userDrawn="1"/>
            </p:nvSpPr>
            <p:spPr bwMode="gray">
              <a:xfrm flipH="1">
                <a:off x="3359" y="1826"/>
                <a:ext cx="6" cy="23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01" name="Line 507"/>
              <p:cNvSpPr>
                <a:spLocks noChangeShapeType="1"/>
              </p:cNvSpPr>
              <p:nvPr userDrawn="1"/>
            </p:nvSpPr>
            <p:spPr bwMode="gray">
              <a:xfrm flipH="1">
                <a:off x="3349" y="1831"/>
                <a:ext cx="5" cy="22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02" name="Freeform 508"/>
              <p:cNvSpPr>
                <a:spLocks/>
              </p:cNvSpPr>
              <p:nvPr userDrawn="1"/>
            </p:nvSpPr>
            <p:spPr bwMode="gray">
              <a:xfrm>
                <a:off x="3349" y="2053"/>
                <a:ext cx="19" cy="4"/>
              </a:xfrm>
              <a:custGeom>
                <a:avLst/>
                <a:gdLst>
                  <a:gd name="T0" fmla="*/ 0 w 19"/>
                  <a:gd name="T1" fmla="*/ 2 h 4"/>
                  <a:gd name="T2" fmla="*/ 5 w 19"/>
                  <a:gd name="T3" fmla="*/ 4 h 4"/>
                  <a:gd name="T4" fmla="*/ 10 w 19"/>
                  <a:gd name="T5" fmla="*/ 4 h 4"/>
                  <a:gd name="T6" fmla="*/ 14 w 19"/>
                  <a:gd name="T7" fmla="*/ 2 h 4"/>
                  <a:gd name="T8" fmla="*/ 19 w 19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0" y="2"/>
                    </a:moveTo>
                    <a:lnTo>
                      <a:pt x="5" y="4"/>
                    </a:lnTo>
                    <a:lnTo>
                      <a:pt x="10" y="4"/>
                    </a:lnTo>
                    <a:lnTo>
                      <a:pt x="14" y="2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03" name="Line 509"/>
              <p:cNvSpPr>
                <a:spLocks noChangeShapeType="1"/>
              </p:cNvSpPr>
              <p:nvPr userDrawn="1"/>
            </p:nvSpPr>
            <p:spPr bwMode="gray">
              <a:xfrm flipV="1">
                <a:off x="3368" y="1817"/>
                <a:ext cx="5" cy="23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04" name="Freeform 510"/>
              <p:cNvSpPr>
                <a:spLocks/>
              </p:cNvSpPr>
              <p:nvPr userDrawn="1"/>
            </p:nvSpPr>
            <p:spPr bwMode="gray">
              <a:xfrm>
                <a:off x="3354" y="1817"/>
                <a:ext cx="19" cy="14"/>
              </a:xfrm>
              <a:custGeom>
                <a:avLst/>
                <a:gdLst>
                  <a:gd name="T0" fmla="*/ 0 w 19"/>
                  <a:gd name="T1" fmla="*/ 14 h 14"/>
                  <a:gd name="T2" fmla="*/ 5 w 19"/>
                  <a:gd name="T3" fmla="*/ 11 h 14"/>
                  <a:gd name="T4" fmla="*/ 11 w 19"/>
                  <a:gd name="T5" fmla="*/ 9 h 14"/>
                  <a:gd name="T6" fmla="*/ 16 w 19"/>
                  <a:gd name="T7" fmla="*/ 6 h 14"/>
                  <a:gd name="T8" fmla="*/ 19 w 19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4">
                    <a:moveTo>
                      <a:pt x="0" y="14"/>
                    </a:moveTo>
                    <a:lnTo>
                      <a:pt x="5" y="11"/>
                    </a:lnTo>
                    <a:lnTo>
                      <a:pt x="11" y="9"/>
                    </a:lnTo>
                    <a:lnTo>
                      <a:pt x="16" y="6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05" name="Freeform 511"/>
              <p:cNvSpPr>
                <a:spLocks/>
              </p:cNvSpPr>
              <p:nvPr userDrawn="1"/>
            </p:nvSpPr>
            <p:spPr bwMode="gray">
              <a:xfrm>
                <a:off x="3248" y="2017"/>
                <a:ext cx="7" cy="8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3 h 8"/>
                  <a:gd name="T4" fmla="*/ 1 w 7"/>
                  <a:gd name="T5" fmla="*/ 7 h 8"/>
                  <a:gd name="T6" fmla="*/ 3 w 7"/>
                  <a:gd name="T7" fmla="*/ 8 h 8"/>
                  <a:gd name="T8" fmla="*/ 5 w 7"/>
                  <a:gd name="T9" fmla="*/ 8 h 8"/>
                  <a:gd name="T10" fmla="*/ 7 w 7"/>
                  <a:gd name="T11" fmla="*/ 7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8">
                    <a:moveTo>
                      <a:pt x="0" y="0"/>
                    </a:moveTo>
                    <a:lnTo>
                      <a:pt x="0" y="3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5" y="8"/>
                    </a:lnTo>
                    <a:lnTo>
                      <a:pt x="7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06" name="Line 512"/>
              <p:cNvSpPr>
                <a:spLocks noChangeShapeType="1"/>
              </p:cNvSpPr>
              <p:nvPr userDrawn="1"/>
            </p:nvSpPr>
            <p:spPr bwMode="gray">
              <a:xfrm flipH="1" flipV="1">
                <a:off x="3150" y="1987"/>
                <a:ext cx="201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07" name="Line 513"/>
              <p:cNvSpPr>
                <a:spLocks noChangeShapeType="1"/>
              </p:cNvSpPr>
              <p:nvPr userDrawn="1"/>
            </p:nvSpPr>
            <p:spPr bwMode="gray">
              <a:xfrm flipH="1" flipV="1">
                <a:off x="3146" y="1980"/>
                <a:ext cx="203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08" name="Freeform 514"/>
              <p:cNvSpPr>
                <a:spLocks/>
              </p:cNvSpPr>
              <p:nvPr userDrawn="1"/>
            </p:nvSpPr>
            <p:spPr bwMode="gray">
              <a:xfrm>
                <a:off x="3146" y="1980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3 h 9"/>
                  <a:gd name="T4" fmla="*/ 2 w 9"/>
                  <a:gd name="T5" fmla="*/ 5 h 9"/>
                  <a:gd name="T6" fmla="*/ 4 w 9"/>
                  <a:gd name="T7" fmla="*/ 7 h 9"/>
                  <a:gd name="T8" fmla="*/ 5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3"/>
                    </a:lnTo>
                    <a:lnTo>
                      <a:pt x="2" y="5"/>
                    </a:lnTo>
                    <a:lnTo>
                      <a:pt x="4" y="7"/>
                    </a:lnTo>
                    <a:lnTo>
                      <a:pt x="5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09" name="Line 515"/>
              <p:cNvSpPr>
                <a:spLocks noChangeShapeType="1"/>
              </p:cNvSpPr>
              <p:nvPr userDrawn="1"/>
            </p:nvSpPr>
            <p:spPr bwMode="gray">
              <a:xfrm>
                <a:off x="3155" y="1987"/>
                <a:ext cx="203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10" name="Freeform 516"/>
              <p:cNvSpPr>
                <a:spLocks/>
              </p:cNvSpPr>
              <p:nvPr userDrawn="1"/>
            </p:nvSpPr>
            <p:spPr bwMode="gray">
              <a:xfrm>
                <a:off x="3349" y="2055"/>
                <a:ext cx="9" cy="7"/>
              </a:xfrm>
              <a:custGeom>
                <a:avLst/>
                <a:gdLst>
                  <a:gd name="T0" fmla="*/ 9 w 9"/>
                  <a:gd name="T1" fmla="*/ 7 h 7"/>
                  <a:gd name="T2" fmla="*/ 5 w 9"/>
                  <a:gd name="T3" fmla="*/ 7 h 7"/>
                  <a:gd name="T4" fmla="*/ 2 w 9"/>
                  <a:gd name="T5" fmla="*/ 7 h 7"/>
                  <a:gd name="T6" fmla="*/ 2 w 9"/>
                  <a:gd name="T7" fmla="*/ 5 h 7"/>
                  <a:gd name="T8" fmla="*/ 0 w 9"/>
                  <a:gd name="T9" fmla="*/ 4 h 7"/>
                  <a:gd name="T10" fmla="*/ 0 w 9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7">
                    <a:moveTo>
                      <a:pt x="9" y="7"/>
                    </a:moveTo>
                    <a:lnTo>
                      <a:pt x="5" y="7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11" name="Freeform 517"/>
              <p:cNvSpPr>
                <a:spLocks/>
              </p:cNvSpPr>
              <p:nvPr userDrawn="1"/>
            </p:nvSpPr>
            <p:spPr bwMode="gray">
              <a:xfrm>
                <a:off x="3150" y="1357"/>
                <a:ext cx="5" cy="7"/>
              </a:xfrm>
              <a:custGeom>
                <a:avLst/>
                <a:gdLst>
                  <a:gd name="T0" fmla="*/ 5 w 5"/>
                  <a:gd name="T1" fmla="*/ 7 h 7"/>
                  <a:gd name="T2" fmla="*/ 3 w 5"/>
                  <a:gd name="T3" fmla="*/ 7 h 7"/>
                  <a:gd name="T4" fmla="*/ 1 w 5"/>
                  <a:gd name="T5" fmla="*/ 6 h 7"/>
                  <a:gd name="T6" fmla="*/ 0 w 5"/>
                  <a:gd name="T7" fmla="*/ 4 h 7"/>
                  <a:gd name="T8" fmla="*/ 0 w 5"/>
                  <a:gd name="T9" fmla="*/ 2 h 7"/>
                  <a:gd name="T10" fmla="*/ 3 w 5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5" y="7"/>
                    </a:moveTo>
                    <a:lnTo>
                      <a:pt x="3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12" name="Line 518"/>
              <p:cNvSpPr>
                <a:spLocks noChangeShapeType="1"/>
              </p:cNvSpPr>
              <p:nvPr userDrawn="1"/>
            </p:nvSpPr>
            <p:spPr bwMode="gray">
              <a:xfrm flipV="1">
                <a:off x="3148" y="1245"/>
                <a:ext cx="3" cy="23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13" name="Line 519"/>
              <p:cNvSpPr>
                <a:spLocks noChangeShapeType="1"/>
              </p:cNvSpPr>
              <p:nvPr userDrawn="1"/>
            </p:nvSpPr>
            <p:spPr bwMode="gray">
              <a:xfrm flipV="1">
                <a:off x="3153" y="1249"/>
                <a:ext cx="4" cy="23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14" name="Freeform 520"/>
              <p:cNvSpPr>
                <a:spLocks/>
              </p:cNvSpPr>
              <p:nvPr userDrawn="1"/>
            </p:nvSpPr>
            <p:spPr bwMode="gray">
              <a:xfrm>
                <a:off x="3151" y="1240"/>
                <a:ext cx="6" cy="9"/>
              </a:xfrm>
              <a:custGeom>
                <a:avLst/>
                <a:gdLst>
                  <a:gd name="T0" fmla="*/ 6 w 6"/>
                  <a:gd name="T1" fmla="*/ 9 h 9"/>
                  <a:gd name="T2" fmla="*/ 4 w 6"/>
                  <a:gd name="T3" fmla="*/ 7 h 9"/>
                  <a:gd name="T4" fmla="*/ 2 w 6"/>
                  <a:gd name="T5" fmla="*/ 5 h 9"/>
                  <a:gd name="T6" fmla="*/ 0 w 6"/>
                  <a:gd name="T7" fmla="*/ 4 h 9"/>
                  <a:gd name="T8" fmla="*/ 0 w 6"/>
                  <a:gd name="T9" fmla="*/ 2 h 9"/>
                  <a:gd name="T10" fmla="*/ 4 w 6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9">
                    <a:moveTo>
                      <a:pt x="6" y="9"/>
                    </a:moveTo>
                    <a:lnTo>
                      <a:pt x="4" y="7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15" name="Line 521"/>
              <p:cNvSpPr>
                <a:spLocks noChangeShapeType="1"/>
              </p:cNvSpPr>
              <p:nvPr userDrawn="1"/>
            </p:nvSpPr>
            <p:spPr bwMode="gray">
              <a:xfrm flipH="1">
                <a:off x="3151" y="1240"/>
                <a:ext cx="4" cy="24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16" name="Freeform 522"/>
              <p:cNvSpPr>
                <a:spLocks/>
              </p:cNvSpPr>
              <p:nvPr userDrawn="1"/>
            </p:nvSpPr>
            <p:spPr bwMode="gray">
              <a:xfrm>
                <a:off x="3148" y="1480"/>
                <a:ext cx="5" cy="5"/>
              </a:xfrm>
              <a:custGeom>
                <a:avLst/>
                <a:gdLst>
                  <a:gd name="T0" fmla="*/ 5 w 5"/>
                  <a:gd name="T1" fmla="*/ 0 h 5"/>
                  <a:gd name="T2" fmla="*/ 3 w 5"/>
                  <a:gd name="T3" fmla="*/ 1 h 5"/>
                  <a:gd name="T4" fmla="*/ 2 w 5"/>
                  <a:gd name="T5" fmla="*/ 1 h 5"/>
                  <a:gd name="T6" fmla="*/ 0 w 5"/>
                  <a:gd name="T7" fmla="*/ 3 h 5"/>
                  <a:gd name="T8" fmla="*/ 2 w 5"/>
                  <a:gd name="T9" fmla="*/ 3 h 5"/>
                  <a:gd name="T10" fmla="*/ 3 w 5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lnTo>
                      <a:pt x="3" y="1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3" y="5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17" name="Freeform 523"/>
              <p:cNvSpPr>
                <a:spLocks/>
              </p:cNvSpPr>
              <p:nvPr userDrawn="1"/>
            </p:nvSpPr>
            <p:spPr bwMode="gray">
              <a:xfrm>
                <a:off x="3262" y="1265"/>
                <a:ext cx="8" cy="17"/>
              </a:xfrm>
              <a:custGeom>
                <a:avLst/>
                <a:gdLst>
                  <a:gd name="T0" fmla="*/ 0 w 8"/>
                  <a:gd name="T1" fmla="*/ 17 h 17"/>
                  <a:gd name="T2" fmla="*/ 0 w 8"/>
                  <a:gd name="T3" fmla="*/ 12 h 17"/>
                  <a:gd name="T4" fmla="*/ 1 w 8"/>
                  <a:gd name="T5" fmla="*/ 7 h 17"/>
                  <a:gd name="T6" fmla="*/ 5 w 8"/>
                  <a:gd name="T7" fmla="*/ 3 h 17"/>
                  <a:gd name="T8" fmla="*/ 8 w 8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lnTo>
                      <a:pt x="0" y="12"/>
                    </a:lnTo>
                    <a:lnTo>
                      <a:pt x="1" y="7"/>
                    </a:lnTo>
                    <a:lnTo>
                      <a:pt x="5" y="3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18" name="Line 524"/>
              <p:cNvSpPr>
                <a:spLocks noChangeShapeType="1"/>
              </p:cNvSpPr>
              <p:nvPr userDrawn="1"/>
            </p:nvSpPr>
            <p:spPr bwMode="gray">
              <a:xfrm>
                <a:off x="3160" y="1238"/>
                <a:ext cx="208" cy="6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19" name="Line 525"/>
              <p:cNvSpPr>
                <a:spLocks noChangeShapeType="1"/>
              </p:cNvSpPr>
              <p:nvPr userDrawn="1"/>
            </p:nvSpPr>
            <p:spPr bwMode="gray">
              <a:xfrm>
                <a:off x="3157" y="1249"/>
                <a:ext cx="209" cy="6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20" name="Freeform 526"/>
              <p:cNvSpPr>
                <a:spLocks/>
              </p:cNvSpPr>
              <p:nvPr userDrawn="1"/>
            </p:nvSpPr>
            <p:spPr bwMode="gray">
              <a:xfrm>
                <a:off x="3366" y="1300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0 w 9"/>
                  <a:gd name="T3" fmla="*/ 12 h 17"/>
                  <a:gd name="T4" fmla="*/ 2 w 9"/>
                  <a:gd name="T5" fmla="*/ 7 h 17"/>
                  <a:gd name="T6" fmla="*/ 6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0" y="12"/>
                    </a:lnTo>
                    <a:lnTo>
                      <a:pt x="2" y="7"/>
                    </a:lnTo>
                    <a:lnTo>
                      <a:pt x="6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21" name="Line 527"/>
              <p:cNvSpPr>
                <a:spLocks noChangeShapeType="1"/>
              </p:cNvSpPr>
              <p:nvPr userDrawn="1"/>
            </p:nvSpPr>
            <p:spPr bwMode="gray">
              <a:xfrm flipH="1" flipV="1">
                <a:off x="3165" y="1231"/>
                <a:ext cx="210" cy="6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22" name="Freeform 528"/>
              <p:cNvSpPr>
                <a:spLocks/>
              </p:cNvSpPr>
              <p:nvPr userDrawn="1"/>
            </p:nvSpPr>
            <p:spPr bwMode="gray">
              <a:xfrm>
                <a:off x="3157" y="1231"/>
                <a:ext cx="8" cy="18"/>
              </a:xfrm>
              <a:custGeom>
                <a:avLst/>
                <a:gdLst>
                  <a:gd name="T0" fmla="*/ 0 w 8"/>
                  <a:gd name="T1" fmla="*/ 18 h 18"/>
                  <a:gd name="T2" fmla="*/ 1 w 8"/>
                  <a:gd name="T3" fmla="*/ 13 h 18"/>
                  <a:gd name="T4" fmla="*/ 3 w 8"/>
                  <a:gd name="T5" fmla="*/ 7 h 18"/>
                  <a:gd name="T6" fmla="*/ 5 w 8"/>
                  <a:gd name="T7" fmla="*/ 4 h 18"/>
                  <a:gd name="T8" fmla="*/ 8 w 8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8">
                    <a:moveTo>
                      <a:pt x="0" y="18"/>
                    </a:moveTo>
                    <a:lnTo>
                      <a:pt x="1" y="13"/>
                    </a:lnTo>
                    <a:lnTo>
                      <a:pt x="3" y="7"/>
                    </a:lnTo>
                    <a:lnTo>
                      <a:pt x="5" y="4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23" name="Freeform 529"/>
              <p:cNvSpPr>
                <a:spLocks/>
              </p:cNvSpPr>
              <p:nvPr userDrawn="1"/>
            </p:nvSpPr>
            <p:spPr bwMode="gray">
              <a:xfrm>
                <a:off x="3363" y="1433"/>
                <a:ext cx="21" cy="3"/>
              </a:xfrm>
              <a:custGeom>
                <a:avLst/>
                <a:gdLst>
                  <a:gd name="T0" fmla="*/ 0 w 21"/>
                  <a:gd name="T1" fmla="*/ 1 h 3"/>
                  <a:gd name="T2" fmla="*/ 5 w 21"/>
                  <a:gd name="T3" fmla="*/ 3 h 3"/>
                  <a:gd name="T4" fmla="*/ 10 w 21"/>
                  <a:gd name="T5" fmla="*/ 3 h 3"/>
                  <a:gd name="T6" fmla="*/ 16 w 21"/>
                  <a:gd name="T7" fmla="*/ 1 h 3"/>
                  <a:gd name="T8" fmla="*/ 21 w 21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3">
                    <a:moveTo>
                      <a:pt x="0" y="1"/>
                    </a:moveTo>
                    <a:lnTo>
                      <a:pt x="5" y="3"/>
                    </a:lnTo>
                    <a:lnTo>
                      <a:pt x="10" y="3"/>
                    </a:lnTo>
                    <a:lnTo>
                      <a:pt x="16" y="1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24" name="Line 530"/>
              <p:cNvSpPr>
                <a:spLocks noChangeShapeType="1"/>
              </p:cNvSpPr>
              <p:nvPr userDrawn="1"/>
            </p:nvSpPr>
            <p:spPr bwMode="gray">
              <a:xfrm flipH="1">
                <a:off x="3372" y="1319"/>
                <a:ext cx="5" cy="23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25" name="Line 531"/>
              <p:cNvSpPr>
                <a:spLocks noChangeShapeType="1"/>
              </p:cNvSpPr>
              <p:nvPr userDrawn="1"/>
            </p:nvSpPr>
            <p:spPr bwMode="gray">
              <a:xfrm flipH="1">
                <a:off x="3361" y="1317"/>
                <a:ext cx="5" cy="23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26" name="Freeform 532"/>
              <p:cNvSpPr>
                <a:spLocks/>
              </p:cNvSpPr>
              <p:nvPr userDrawn="1"/>
            </p:nvSpPr>
            <p:spPr bwMode="gray">
              <a:xfrm>
                <a:off x="3361" y="1551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5 w 19"/>
                  <a:gd name="T3" fmla="*/ 6 h 11"/>
                  <a:gd name="T4" fmla="*/ 12 w 19"/>
                  <a:gd name="T5" fmla="*/ 9 h 11"/>
                  <a:gd name="T6" fmla="*/ 19 w 19"/>
                  <a:gd name="T7" fmla="*/ 11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1">
                    <a:moveTo>
                      <a:pt x="0" y="0"/>
                    </a:moveTo>
                    <a:lnTo>
                      <a:pt x="5" y="6"/>
                    </a:lnTo>
                    <a:lnTo>
                      <a:pt x="12" y="9"/>
                    </a:lnTo>
                    <a:lnTo>
                      <a:pt x="19" y="11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27" name="Line 533"/>
              <p:cNvSpPr>
                <a:spLocks noChangeShapeType="1"/>
              </p:cNvSpPr>
              <p:nvPr userDrawn="1"/>
            </p:nvSpPr>
            <p:spPr bwMode="gray">
              <a:xfrm flipV="1">
                <a:off x="3380" y="1315"/>
                <a:ext cx="6" cy="24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28" name="Freeform 534"/>
              <p:cNvSpPr>
                <a:spLocks/>
              </p:cNvSpPr>
              <p:nvPr userDrawn="1"/>
            </p:nvSpPr>
            <p:spPr bwMode="gray">
              <a:xfrm>
                <a:off x="3366" y="1315"/>
                <a:ext cx="20" cy="4"/>
              </a:xfrm>
              <a:custGeom>
                <a:avLst/>
                <a:gdLst>
                  <a:gd name="T0" fmla="*/ 20 w 20"/>
                  <a:gd name="T1" fmla="*/ 0 h 4"/>
                  <a:gd name="T2" fmla="*/ 14 w 20"/>
                  <a:gd name="T3" fmla="*/ 4 h 4"/>
                  <a:gd name="T4" fmla="*/ 11 w 20"/>
                  <a:gd name="T5" fmla="*/ 4 h 4"/>
                  <a:gd name="T6" fmla="*/ 6 w 20"/>
                  <a:gd name="T7" fmla="*/ 4 h 4"/>
                  <a:gd name="T8" fmla="*/ 0 w 20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">
                    <a:moveTo>
                      <a:pt x="20" y="0"/>
                    </a:moveTo>
                    <a:lnTo>
                      <a:pt x="14" y="4"/>
                    </a:lnTo>
                    <a:lnTo>
                      <a:pt x="11" y="4"/>
                    </a:lnTo>
                    <a:lnTo>
                      <a:pt x="6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29" name="Freeform 535"/>
              <p:cNvSpPr>
                <a:spLocks/>
              </p:cNvSpPr>
              <p:nvPr userDrawn="1"/>
            </p:nvSpPr>
            <p:spPr bwMode="gray">
              <a:xfrm>
                <a:off x="3515" y="1840"/>
                <a:ext cx="5" cy="9"/>
              </a:xfrm>
              <a:custGeom>
                <a:avLst/>
                <a:gdLst>
                  <a:gd name="T0" fmla="*/ 0 w 5"/>
                  <a:gd name="T1" fmla="*/ 0 h 9"/>
                  <a:gd name="T2" fmla="*/ 2 w 5"/>
                  <a:gd name="T3" fmla="*/ 2 h 9"/>
                  <a:gd name="T4" fmla="*/ 5 w 5"/>
                  <a:gd name="T5" fmla="*/ 4 h 9"/>
                  <a:gd name="T6" fmla="*/ 5 w 5"/>
                  <a:gd name="T7" fmla="*/ 5 h 9"/>
                  <a:gd name="T8" fmla="*/ 5 w 5"/>
                  <a:gd name="T9" fmla="*/ 7 h 9"/>
                  <a:gd name="T10" fmla="*/ 4 w 5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0" y="0"/>
                    </a:moveTo>
                    <a:lnTo>
                      <a:pt x="2" y="2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30" name="Line 536"/>
              <p:cNvSpPr>
                <a:spLocks noChangeShapeType="1"/>
              </p:cNvSpPr>
              <p:nvPr userDrawn="1"/>
            </p:nvSpPr>
            <p:spPr bwMode="gray">
              <a:xfrm flipH="1">
                <a:off x="3517" y="1726"/>
                <a:ext cx="7" cy="22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31" name="Line 537"/>
              <p:cNvSpPr>
                <a:spLocks noChangeShapeType="1"/>
              </p:cNvSpPr>
              <p:nvPr userDrawn="1"/>
            </p:nvSpPr>
            <p:spPr bwMode="gray">
              <a:xfrm flipH="1">
                <a:off x="3512" y="1728"/>
                <a:ext cx="7" cy="22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32" name="Freeform 538"/>
              <p:cNvSpPr>
                <a:spLocks/>
              </p:cNvSpPr>
              <p:nvPr userDrawn="1"/>
            </p:nvSpPr>
            <p:spPr bwMode="gray">
              <a:xfrm>
                <a:off x="3512" y="1950"/>
                <a:ext cx="5" cy="9"/>
              </a:xfrm>
              <a:custGeom>
                <a:avLst/>
                <a:gdLst>
                  <a:gd name="T0" fmla="*/ 0 w 5"/>
                  <a:gd name="T1" fmla="*/ 0 h 9"/>
                  <a:gd name="T2" fmla="*/ 3 w 5"/>
                  <a:gd name="T3" fmla="*/ 2 h 9"/>
                  <a:gd name="T4" fmla="*/ 5 w 5"/>
                  <a:gd name="T5" fmla="*/ 4 h 9"/>
                  <a:gd name="T6" fmla="*/ 5 w 5"/>
                  <a:gd name="T7" fmla="*/ 5 h 9"/>
                  <a:gd name="T8" fmla="*/ 5 w 5"/>
                  <a:gd name="T9" fmla="*/ 7 h 9"/>
                  <a:gd name="T10" fmla="*/ 3 w 5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0" y="0"/>
                    </a:moveTo>
                    <a:lnTo>
                      <a:pt x="3" y="2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3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33" name="Line 539"/>
              <p:cNvSpPr>
                <a:spLocks noChangeShapeType="1"/>
              </p:cNvSpPr>
              <p:nvPr userDrawn="1"/>
            </p:nvSpPr>
            <p:spPr bwMode="gray">
              <a:xfrm flipV="1">
                <a:off x="3515" y="1725"/>
                <a:ext cx="7" cy="23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34" name="Freeform 540"/>
              <p:cNvSpPr>
                <a:spLocks/>
              </p:cNvSpPr>
              <p:nvPr userDrawn="1"/>
            </p:nvSpPr>
            <p:spPr bwMode="gray">
              <a:xfrm>
                <a:off x="3519" y="1725"/>
                <a:ext cx="5" cy="3"/>
              </a:xfrm>
              <a:custGeom>
                <a:avLst/>
                <a:gdLst>
                  <a:gd name="T0" fmla="*/ 0 w 5"/>
                  <a:gd name="T1" fmla="*/ 3 h 3"/>
                  <a:gd name="T2" fmla="*/ 1 w 5"/>
                  <a:gd name="T3" fmla="*/ 3 h 3"/>
                  <a:gd name="T4" fmla="*/ 3 w 5"/>
                  <a:gd name="T5" fmla="*/ 3 h 3"/>
                  <a:gd name="T6" fmla="*/ 5 w 5"/>
                  <a:gd name="T7" fmla="*/ 1 h 3"/>
                  <a:gd name="T8" fmla="*/ 5 w 5"/>
                  <a:gd name="T9" fmla="*/ 1 h 3"/>
                  <a:gd name="T10" fmla="*/ 5 w 5"/>
                  <a:gd name="T11" fmla="*/ 1 h 3"/>
                  <a:gd name="T12" fmla="*/ 5 w 5"/>
                  <a:gd name="T13" fmla="*/ 1 h 3"/>
                  <a:gd name="T14" fmla="*/ 3 w 5"/>
                  <a:gd name="T15" fmla="*/ 0 h 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" h="3">
                    <a:moveTo>
                      <a:pt x="0" y="3"/>
                    </a:moveTo>
                    <a:lnTo>
                      <a:pt x="1" y="3"/>
                    </a:lnTo>
                    <a:lnTo>
                      <a:pt x="3" y="3"/>
                    </a:lnTo>
                    <a:lnTo>
                      <a:pt x="5" y="1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35" name="Freeform 541"/>
              <p:cNvSpPr>
                <a:spLocks/>
              </p:cNvSpPr>
              <p:nvPr userDrawn="1"/>
            </p:nvSpPr>
            <p:spPr bwMode="gray">
              <a:xfrm>
                <a:off x="3503" y="1950"/>
                <a:ext cx="9" cy="18"/>
              </a:xfrm>
              <a:custGeom>
                <a:avLst/>
                <a:gdLst>
                  <a:gd name="T0" fmla="*/ 0 w 9"/>
                  <a:gd name="T1" fmla="*/ 18 h 18"/>
                  <a:gd name="T2" fmla="*/ 3 w 9"/>
                  <a:gd name="T3" fmla="*/ 14 h 18"/>
                  <a:gd name="T4" fmla="*/ 7 w 9"/>
                  <a:gd name="T5" fmla="*/ 9 h 18"/>
                  <a:gd name="T6" fmla="*/ 9 w 9"/>
                  <a:gd name="T7" fmla="*/ 5 h 18"/>
                  <a:gd name="T8" fmla="*/ 9 w 9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0" y="18"/>
                    </a:moveTo>
                    <a:lnTo>
                      <a:pt x="3" y="14"/>
                    </a:lnTo>
                    <a:lnTo>
                      <a:pt x="7" y="9"/>
                    </a:lnTo>
                    <a:lnTo>
                      <a:pt x="9" y="5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36" name="Freeform 542"/>
              <p:cNvSpPr>
                <a:spLocks/>
              </p:cNvSpPr>
              <p:nvPr userDrawn="1"/>
            </p:nvSpPr>
            <p:spPr bwMode="gray">
              <a:xfrm>
                <a:off x="3307" y="1154"/>
                <a:ext cx="19" cy="2"/>
              </a:xfrm>
              <a:custGeom>
                <a:avLst/>
                <a:gdLst>
                  <a:gd name="T0" fmla="*/ 19 w 19"/>
                  <a:gd name="T1" fmla="*/ 2 h 2"/>
                  <a:gd name="T2" fmla="*/ 14 w 19"/>
                  <a:gd name="T3" fmla="*/ 0 h 2"/>
                  <a:gd name="T4" fmla="*/ 9 w 19"/>
                  <a:gd name="T5" fmla="*/ 0 h 2"/>
                  <a:gd name="T6" fmla="*/ 3 w 19"/>
                  <a:gd name="T7" fmla="*/ 0 h 2"/>
                  <a:gd name="T8" fmla="*/ 0 w 19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19" y="2"/>
                    </a:moveTo>
                    <a:lnTo>
                      <a:pt x="14" y="0"/>
                    </a:lnTo>
                    <a:lnTo>
                      <a:pt x="9" y="0"/>
                    </a:lnTo>
                    <a:lnTo>
                      <a:pt x="3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37" name="Freeform 543"/>
              <p:cNvSpPr>
                <a:spLocks/>
              </p:cNvSpPr>
              <p:nvPr userDrawn="1"/>
            </p:nvSpPr>
            <p:spPr bwMode="gray">
              <a:xfrm>
                <a:off x="2347" y="1774"/>
                <a:ext cx="10" cy="17"/>
              </a:xfrm>
              <a:custGeom>
                <a:avLst/>
                <a:gdLst>
                  <a:gd name="T0" fmla="*/ 0 w 10"/>
                  <a:gd name="T1" fmla="*/ 0 h 17"/>
                  <a:gd name="T2" fmla="*/ 3 w 10"/>
                  <a:gd name="T3" fmla="*/ 3 h 17"/>
                  <a:gd name="T4" fmla="*/ 7 w 10"/>
                  <a:gd name="T5" fmla="*/ 7 h 17"/>
                  <a:gd name="T6" fmla="*/ 9 w 10"/>
                  <a:gd name="T7" fmla="*/ 12 h 17"/>
                  <a:gd name="T8" fmla="*/ 10 w 10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0" y="0"/>
                    </a:moveTo>
                    <a:lnTo>
                      <a:pt x="3" y="3"/>
                    </a:lnTo>
                    <a:lnTo>
                      <a:pt x="7" y="7"/>
                    </a:lnTo>
                    <a:lnTo>
                      <a:pt x="9" y="12"/>
                    </a:lnTo>
                    <a:lnTo>
                      <a:pt x="10" y="1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38" name="Freeform 544"/>
              <p:cNvSpPr>
                <a:spLocks/>
              </p:cNvSpPr>
              <p:nvPr userDrawn="1"/>
            </p:nvSpPr>
            <p:spPr bwMode="gray">
              <a:xfrm>
                <a:off x="3529" y="1338"/>
                <a:ext cx="7" cy="9"/>
              </a:xfrm>
              <a:custGeom>
                <a:avLst/>
                <a:gdLst>
                  <a:gd name="T0" fmla="*/ 0 w 7"/>
                  <a:gd name="T1" fmla="*/ 0 h 9"/>
                  <a:gd name="T2" fmla="*/ 4 w 7"/>
                  <a:gd name="T3" fmla="*/ 0 h 9"/>
                  <a:gd name="T4" fmla="*/ 5 w 7"/>
                  <a:gd name="T5" fmla="*/ 2 h 9"/>
                  <a:gd name="T6" fmla="*/ 7 w 7"/>
                  <a:gd name="T7" fmla="*/ 4 h 9"/>
                  <a:gd name="T8" fmla="*/ 7 w 7"/>
                  <a:gd name="T9" fmla="*/ 7 h 9"/>
                  <a:gd name="T10" fmla="*/ 4 w 7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0" y="0"/>
                    </a:moveTo>
                    <a:lnTo>
                      <a:pt x="4" y="0"/>
                    </a:lnTo>
                    <a:lnTo>
                      <a:pt x="5" y="2"/>
                    </a:lnTo>
                    <a:lnTo>
                      <a:pt x="7" y="4"/>
                    </a:lnTo>
                    <a:lnTo>
                      <a:pt x="7" y="7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39" name="Line 545"/>
              <p:cNvSpPr>
                <a:spLocks noChangeShapeType="1"/>
              </p:cNvSpPr>
              <p:nvPr userDrawn="1"/>
            </p:nvSpPr>
            <p:spPr bwMode="gray">
              <a:xfrm flipH="1">
                <a:off x="3533" y="1226"/>
                <a:ext cx="7" cy="23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40" name="Line 546"/>
              <p:cNvSpPr>
                <a:spLocks noChangeShapeType="1"/>
              </p:cNvSpPr>
              <p:nvPr userDrawn="1"/>
            </p:nvSpPr>
            <p:spPr bwMode="gray">
              <a:xfrm flipH="1">
                <a:off x="3527" y="1221"/>
                <a:ext cx="6" cy="23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41" name="Freeform 547"/>
              <p:cNvSpPr>
                <a:spLocks/>
              </p:cNvSpPr>
              <p:nvPr userDrawn="1"/>
            </p:nvSpPr>
            <p:spPr bwMode="gray">
              <a:xfrm>
                <a:off x="3527" y="1452"/>
                <a:ext cx="6" cy="22"/>
              </a:xfrm>
              <a:custGeom>
                <a:avLst/>
                <a:gdLst>
                  <a:gd name="T0" fmla="*/ 0 w 6"/>
                  <a:gd name="T1" fmla="*/ 0 h 22"/>
                  <a:gd name="T2" fmla="*/ 2 w 6"/>
                  <a:gd name="T3" fmla="*/ 5 h 22"/>
                  <a:gd name="T4" fmla="*/ 6 w 6"/>
                  <a:gd name="T5" fmla="*/ 8 h 22"/>
                  <a:gd name="T6" fmla="*/ 6 w 6"/>
                  <a:gd name="T7" fmla="*/ 12 h 22"/>
                  <a:gd name="T8" fmla="*/ 6 w 6"/>
                  <a:gd name="T9" fmla="*/ 17 h 22"/>
                  <a:gd name="T10" fmla="*/ 2 w 6"/>
                  <a:gd name="T11" fmla="*/ 22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22">
                    <a:moveTo>
                      <a:pt x="0" y="0"/>
                    </a:moveTo>
                    <a:lnTo>
                      <a:pt x="2" y="5"/>
                    </a:lnTo>
                    <a:lnTo>
                      <a:pt x="6" y="8"/>
                    </a:lnTo>
                    <a:lnTo>
                      <a:pt x="6" y="12"/>
                    </a:lnTo>
                    <a:lnTo>
                      <a:pt x="6" y="17"/>
                    </a:lnTo>
                    <a:lnTo>
                      <a:pt x="2" y="2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42" name="Line 548"/>
              <p:cNvSpPr>
                <a:spLocks noChangeShapeType="1"/>
              </p:cNvSpPr>
              <p:nvPr userDrawn="1"/>
            </p:nvSpPr>
            <p:spPr bwMode="gray">
              <a:xfrm flipV="1">
                <a:off x="3529" y="1230"/>
                <a:ext cx="7" cy="24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43" name="Freeform 549"/>
              <p:cNvSpPr>
                <a:spLocks/>
              </p:cNvSpPr>
              <p:nvPr userDrawn="1"/>
            </p:nvSpPr>
            <p:spPr bwMode="gray">
              <a:xfrm>
                <a:off x="3533" y="1221"/>
                <a:ext cx="7" cy="9"/>
              </a:xfrm>
              <a:custGeom>
                <a:avLst/>
                <a:gdLst>
                  <a:gd name="T0" fmla="*/ 3 w 7"/>
                  <a:gd name="T1" fmla="*/ 9 h 9"/>
                  <a:gd name="T2" fmla="*/ 7 w 7"/>
                  <a:gd name="T3" fmla="*/ 7 h 9"/>
                  <a:gd name="T4" fmla="*/ 7 w 7"/>
                  <a:gd name="T5" fmla="*/ 5 h 9"/>
                  <a:gd name="T6" fmla="*/ 5 w 7"/>
                  <a:gd name="T7" fmla="*/ 3 h 9"/>
                  <a:gd name="T8" fmla="*/ 3 w 7"/>
                  <a:gd name="T9" fmla="*/ 2 h 9"/>
                  <a:gd name="T10" fmla="*/ 0 w 7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3" y="9"/>
                    </a:moveTo>
                    <a:lnTo>
                      <a:pt x="7" y="7"/>
                    </a:lnTo>
                    <a:lnTo>
                      <a:pt x="7" y="5"/>
                    </a:lnTo>
                    <a:lnTo>
                      <a:pt x="5" y="3"/>
                    </a:lnTo>
                    <a:lnTo>
                      <a:pt x="3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44" name="Freeform 550"/>
              <p:cNvSpPr>
                <a:spLocks/>
              </p:cNvSpPr>
              <p:nvPr userDrawn="1"/>
            </p:nvSpPr>
            <p:spPr bwMode="gray">
              <a:xfrm>
                <a:off x="3143" y="1985"/>
                <a:ext cx="12" cy="9"/>
              </a:xfrm>
              <a:custGeom>
                <a:avLst/>
                <a:gdLst>
                  <a:gd name="T0" fmla="*/ 12 w 12"/>
                  <a:gd name="T1" fmla="*/ 2 h 9"/>
                  <a:gd name="T2" fmla="*/ 8 w 12"/>
                  <a:gd name="T3" fmla="*/ 0 h 9"/>
                  <a:gd name="T4" fmla="*/ 5 w 12"/>
                  <a:gd name="T5" fmla="*/ 2 h 9"/>
                  <a:gd name="T6" fmla="*/ 1 w 12"/>
                  <a:gd name="T7" fmla="*/ 4 h 9"/>
                  <a:gd name="T8" fmla="*/ 1 w 12"/>
                  <a:gd name="T9" fmla="*/ 5 h 9"/>
                  <a:gd name="T10" fmla="*/ 0 w 12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9">
                    <a:moveTo>
                      <a:pt x="12" y="2"/>
                    </a:moveTo>
                    <a:lnTo>
                      <a:pt x="8" y="0"/>
                    </a:lnTo>
                    <a:lnTo>
                      <a:pt x="5" y="2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45" name="Freeform 551"/>
              <p:cNvSpPr>
                <a:spLocks/>
              </p:cNvSpPr>
              <p:nvPr userDrawn="1"/>
            </p:nvSpPr>
            <p:spPr bwMode="gray">
              <a:xfrm>
                <a:off x="3220" y="1182"/>
                <a:ext cx="10" cy="16"/>
              </a:xfrm>
              <a:custGeom>
                <a:avLst/>
                <a:gdLst>
                  <a:gd name="T0" fmla="*/ 10 w 10"/>
                  <a:gd name="T1" fmla="*/ 16 h 16"/>
                  <a:gd name="T2" fmla="*/ 10 w 10"/>
                  <a:gd name="T3" fmla="*/ 11 h 16"/>
                  <a:gd name="T4" fmla="*/ 8 w 10"/>
                  <a:gd name="T5" fmla="*/ 6 h 16"/>
                  <a:gd name="T6" fmla="*/ 5 w 10"/>
                  <a:gd name="T7" fmla="*/ 2 h 16"/>
                  <a:gd name="T8" fmla="*/ 0 w 10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10" y="16"/>
                    </a:moveTo>
                    <a:lnTo>
                      <a:pt x="10" y="11"/>
                    </a:lnTo>
                    <a:lnTo>
                      <a:pt x="8" y="6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46" name="Line 552"/>
              <p:cNvSpPr>
                <a:spLocks noChangeShapeType="1"/>
              </p:cNvSpPr>
              <p:nvPr userDrawn="1"/>
            </p:nvSpPr>
            <p:spPr bwMode="gray">
              <a:xfrm flipV="1">
                <a:off x="3151" y="1147"/>
                <a:ext cx="152" cy="8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47" name="Line 553"/>
              <p:cNvSpPr>
                <a:spLocks noChangeShapeType="1"/>
              </p:cNvSpPr>
              <p:nvPr userDrawn="1"/>
            </p:nvSpPr>
            <p:spPr bwMode="gray">
              <a:xfrm flipV="1">
                <a:off x="3155" y="1156"/>
                <a:ext cx="152" cy="8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48" name="Freeform 554"/>
              <p:cNvSpPr>
                <a:spLocks/>
              </p:cNvSpPr>
              <p:nvPr userDrawn="1"/>
            </p:nvSpPr>
            <p:spPr bwMode="gray">
              <a:xfrm>
                <a:off x="3295" y="1140"/>
                <a:ext cx="12" cy="16"/>
              </a:xfrm>
              <a:custGeom>
                <a:avLst/>
                <a:gdLst>
                  <a:gd name="T0" fmla="*/ 12 w 12"/>
                  <a:gd name="T1" fmla="*/ 16 h 16"/>
                  <a:gd name="T2" fmla="*/ 10 w 12"/>
                  <a:gd name="T3" fmla="*/ 11 h 16"/>
                  <a:gd name="T4" fmla="*/ 8 w 12"/>
                  <a:gd name="T5" fmla="*/ 7 h 16"/>
                  <a:gd name="T6" fmla="*/ 5 w 12"/>
                  <a:gd name="T7" fmla="*/ 2 h 16"/>
                  <a:gd name="T8" fmla="*/ 0 w 12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12" y="16"/>
                    </a:moveTo>
                    <a:lnTo>
                      <a:pt x="10" y="11"/>
                    </a:lnTo>
                    <a:lnTo>
                      <a:pt x="8" y="7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49" name="Line 555"/>
              <p:cNvSpPr>
                <a:spLocks noChangeShapeType="1"/>
              </p:cNvSpPr>
              <p:nvPr userDrawn="1"/>
            </p:nvSpPr>
            <p:spPr bwMode="gray">
              <a:xfrm flipH="1">
                <a:off x="3143" y="1140"/>
                <a:ext cx="152" cy="8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50" name="Freeform 556"/>
              <p:cNvSpPr>
                <a:spLocks/>
              </p:cNvSpPr>
              <p:nvPr userDrawn="1"/>
            </p:nvSpPr>
            <p:spPr bwMode="gray">
              <a:xfrm>
                <a:off x="3143" y="1223"/>
                <a:ext cx="12" cy="17"/>
              </a:xfrm>
              <a:custGeom>
                <a:avLst/>
                <a:gdLst>
                  <a:gd name="T0" fmla="*/ 12 w 12"/>
                  <a:gd name="T1" fmla="*/ 17 h 17"/>
                  <a:gd name="T2" fmla="*/ 10 w 12"/>
                  <a:gd name="T3" fmla="*/ 12 h 17"/>
                  <a:gd name="T4" fmla="*/ 8 w 12"/>
                  <a:gd name="T5" fmla="*/ 7 h 17"/>
                  <a:gd name="T6" fmla="*/ 5 w 12"/>
                  <a:gd name="T7" fmla="*/ 3 h 17"/>
                  <a:gd name="T8" fmla="*/ 0 w 12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7">
                    <a:moveTo>
                      <a:pt x="12" y="17"/>
                    </a:moveTo>
                    <a:lnTo>
                      <a:pt x="10" y="12"/>
                    </a:lnTo>
                    <a:lnTo>
                      <a:pt x="8" y="7"/>
                    </a:lnTo>
                    <a:lnTo>
                      <a:pt x="5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51" name="Freeform 557"/>
              <p:cNvSpPr>
                <a:spLocks/>
              </p:cNvSpPr>
              <p:nvPr userDrawn="1"/>
            </p:nvSpPr>
            <p:spPr bwMode="gray">
              <a:xfrm>
                <a:off x="3232" y="1172"/>
                <a:ext cx="10" cy="17"/>
              </a:xfrm>
              <a:custGeom>
                <a:avLst/>
                <a:gdLst>
                  <a:gd name="T0" fmla="*/ 10 w 10"/>
                  <a:gd name="T1" fmla="*/ 17 h 17"/>
                  <a:gd name="T2" fmla="*/ 7 w 10"/>
                  <a:gd name="T3" fmla="*/ 14 h 17"/>
                  <a:gd name="T4" fmla="*/ 3 w 10"/>
                  <a:gd name="T5" fmla="*/ 10 h 17"/>
                  <a:gd name="T6" fmla="*/ 0 w 10"/>
                  <a:gd name="T7" fmla="*/ 5 h 17"/>
                  <a:gd name="T8" fmla="*/ 0 w 10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10" y="17"/>
                    </a:moveTo>
                    <a:lnTo>
                      <a:pt x="7" y="14"/>
                    </a:lnTo>
                    <a:lnTo>
                      <a:pt x="3" y="10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52" name="Line 558"/>
              <p:cNvSpPr>
                <a:spLocks noChangeShapeType="1"/>
              </p:cNvSpPr>
              <p:nvPr userDrawn="1"/>
            </p:nvSpPr>
            <p:spPr bwMode="gray">
              <a:xfrm flipH="1">
                <a:off x="3158" y="1140"/>
                <a:ext cx="152" cy="8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53" name="Line 559"/>
              <p:cNvSpPr>
                <a:spLocks noChangeShapeType="1"/>
              </p:cNvSpPr>
              <p:nvPr userDrawn="1"/>
            </p:nvSpPr>
            <p:spPr bwMode="gray">
              <a:xfrm flipH="1">
                <a:off x="3165" y="1147"/>
                <a:ext cx="152" cy="8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54" name="Freeform 560"/>
              <p:cNvSpPr>
                <a:spLocks/>
              </p:cNvSpPr>
              <p:nvPr userDrawn="1"/>
            </p:nvSpPr>
            <p:spPr bwMode="gray">
              <a:xfrm>
                <a:off x="3155" y="1214"/>
                <a:ext cx="10" cy="17"/>
              </a:xfrm>
              <a:custGeom>
                <a:avLst/>
                <a:gdLst>
                  <a:gd name="T0" fmla="*/ 10 w 10"/>
                  <a:gd name="T1" fmla="*/ 17 h 17"/>
                  <a:gd name="T2" fmla="*/ 7 w 10"/>
                  <a:gd name="T3" fmla="*/ 14 h 17"/>
                  <a:gd name="T4" fmla="*/ 3 w 10"/>
                  <a:gd name="T5" fmla="*/ 10 h 17"/>
                  <a:gd name="T6" fmla="*/ 0 w 10"/>
                  <a:gd name="T7" fmla="*/ 5 h 17"/>
                  <a:gd name="T8" fmla="*/ 0 w 10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10" y="17"/>
                    </a:moveTo>
                    <a:lnTo>
                      <a:pt x="7" y="14"/>
                    </a:lnTo>
                    <a:lnTo>
                      <a:pt x="3" y="10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55" name="Line 561"/>
              <p:cNvSpPr>
                <a:spLocks noChangeShapeType="1"/>
              </p:cNvSpPr>
              <p:nvPr userDrawn="1"/>
            </p:nvSpPr>
            <p:spPr bwMode="gray">
              <a:xfrm flipV="1">
                <a:off x="3155" y="1132"/>
                <a:ext cx="152" cy="8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56" name="Freeform 562"/>
              <p:cNvSpPr>
                <a:spLocks/>
              </p:cNvSpPr>
              <p:nvPr userDrawn="1"/>
            </p:nvSpPr>
            <p:spPr bwMode="gray">
              <a:xfrm>
                <a:off x="3307" y="1132"/>
                <a:ext cx="10" cy="15"/>
              </a:xfrm>
              <a:custGeom>
                <a:avLst/>
                <a:gdLst>
                  <a:gd name="T0" fmla="*/ 10 w 10"/>
                  <a:gd name="T1" fmla="*/ 15 h 15"/>
                  <a:gd name="T2" fmla="*/ 7 w 10"/>
                  <a:gd name="T3" fmla="*/ 14 h 15"/>
                  <a:gd name="T4" fmla="*/ 3 w 10"/>
                  <a:gd name="T5" fmla="*/ 8 h 15"/>
                  <a:gd name="T6" fmla="*/ 0 w 10"/>
                  <a:gd name="T7" fmla="*/ 5 h 15"/>
                  <a:gd name="T8" fmla="*/ 0 w 10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5">
                    <a:moveTo>
                      <a:pt x="10" y="15"/>
                    </a:moveTo>
                    <a:lnTo>
                      <a:pt x="7" y="14"/>
                    </a:lnTo>
                    <a:lnTo>
                      <a:pt x="3" y="8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57" name="Freeform 563"/>
              <p:cNvSpPr>
                <a:spLocks/>
              </p:cNvSpPr>
              <p:nvPr userDrawn="1"/>
            </p:nvSpPr>
            <p:spPr bwMode="gray">
              <a:xfrm>
                <a:off x="3450" y="1256"/>
                <a:ext cx="13" cy="17"/>
              </a:xfrm>
              <a:custGeom>
                <a:avLst/>
                <a:gdLst>
                  <a:gd name="T0" fmla="*/ 0 w 13"/>
                  <a:gd name="T1" fmla="*/ 0 h 17"/>
                  <a:gd name="T2" fmla="*/ 6 w 13"/>
                  <a:gd name="T3" fmla="*/ 2 h 17"/>
                  <a:gd name="T4" fmla="*/ 9 w 13"/>
                  <a:gd name="T5" fmla="*/ 7 h 17"/>
                  <a:gd name="T6" fmla="*/ 11 w 13"/>
                  <a:gd name="T7" fmla="*/ 10 h 17"/>
                  <a:gd name="T8" fmla="*/ 13 w 13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7">
                    <a:moveTo>
                      <a:pt x="0" y="0"/>
                    </a:moveTo>
                    <a:lnTo>
                      <a:pt x="6" y="2"/>
                    </a:lnTo>
                    <a:lnTo>
                      <a:pt x="9" y="7"/>
                    </a:lnTo>
                    <a:lnTo>
                      <a:pt x="11" y="10"/>
                    </a:lnTo>
                    <a:lnTo>
                      <a:pt x="13" y="1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58" name="Line 564"/>
              <p:cNvSpPr>
                <a:spLocks noChangeShapeType="1"/>
              </p:cNvSpPr>
              <p:nvPr userDrawn="1"/>
            </p:nvSpPr>
            <p:spPr bwMode="gray">
              <a:xfrm flipV="1">
                <a:off x="3384" y="1219"/>
                <a:ext cx="150" cy="8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59" name="Line 565"/>
              <p:cNvSpPr>
                <a:spLocks noChangeShapeType="1"/>
              </p:cNvSpPr>
              <p:nvPr userDrawn="1"/>
            </p:nvSpPr>
            <p:spPr bwMode="gray">
              <a:xfrm flipV="1">
                <a:off x="3375" y="1214"/>
                <a:ext cx="151" cy="8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60" name="Freeform 566"/>
              <p:cNvSpPr>
                <a:spLocks/>
              </p:cNvSpPr>
              <p:nvPr userDrawn="1"/>
            </p:nvSpPr>
            <p:spPr bwMode="gray">
              <a:xfrm>
                <a:off x="3526" y="1214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2 h 16"/>
                  <a:gd name="T4" fmla="*/ 8 w 10"/>
                  <a:gd name="T5" fmla="*/ 5 h 16"/>
                  <a:gd name="T6" fmla="*/ 10 w 10"/>
                  <a:gd name="T7" fmla="*/ 10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2"/>
                    </a:lnTo>
                    <a:lnTo>
                      <a:pt x="8" y="5"/>
                    </a:lnTo>
                    <a:lnTo>
                      <a:pt x="10" y="10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61" name="Line 567"/>
              <p:cNvSpPr>
                <a:spLocks noChangeShapeType="1"/>
              </p:cNvSpPr>
              <p:nvPr userDrawn="1"/>
            </p:nvSpPr>
            <p:spPr bwMode="gray">
              <a:xfrm flipH="1">
                <a:off x="3386" y="1230"/>
                <a:ext cx="150" cy="8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62" name="Freeform 568"/>
              <p:cNvSpPr>
                <a:spLocks/>
              </p:cNvSpPr>
              <p:nvPr userDrawn="1"/>
            </p:nvSpPr>
            <p:spPr bwMode="gray">
              <a:xfrm>
                <a:off x="3375" y="1300"/>
                <a:ext cx="11" cy="15"/>
              </a:xfrm>
              <a:custGeom>
                <a:avLst/>
                <a:gdLst>
                  <a:gd name="T0" fmla="*/ 11 w 11"/>
                  <a:gd name="T1" fmla="*/ 15 h 15"/>
                  <a:gd name="T2" fmla="*/ 11 w 11"/>
                  <a:gd name="T3" fmla="*/ 10 h 15"/>
                  <a:gd name="T4" fmla="*/ 9 w 11"/>
                  <a:gd name="T5" fmla="*/ 5 h 15"/>
                  <a:gd name="T6" fmla="*/ 5 w 11"/>
                  <a:gd name="T7" fmla="*/ 1 h 15"/>
                  <a:gd name="T8" fmla="*/ 0 w 11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5">
                    <a:moveTo>
                      <a:pt x="11" y="15"/>
                    </a:moveTo>
                    <a:lnTo>
                      <a:pt x="11" y="10"/>
                    </a:lnTo>
                    <a:lnTo>
                      <a:pt x="9" y="5"/>
                    </a:lnTo>
                    <a:lnTo>
                      <a:pt x="5" y="1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63" name="Freeform 569"/>
              <p:cNvSpPr>
                <a:spLocks/>
              </p:cNvSpPr>
              <p:nvPr userDrawn="1"/>
            </p:nvSpPr>
            <p:spPr bwMode="gray">
              <a:xfrm>
                <a:off x="3431" y="2006"/>
                <a:ext cx="11" cy="9"/>
              </a:xfrm>
              <a:custGeom>
                <a:avLst/>
                <a:gdLst>
                  <a:gd name="T0" fmla="*/ 11 w 11"/>
                  <a:gd name="T1" fmla="*/ 0 h 9"/>
                  <a:gd name="T2" fmla="*/ 11 w 11"/>
                  <a:gd name="T3" fmla="*/ 4 h 9"/>
                  <a:gd name="T4" fmla="*/ 7 w 11"/>
                  <a:gd name="T5" fmla="*/ 7 h 9"/>
                  <a:gd name="T6" fmla="*/ 4 w 11"/>
                  <a:gd name="T7" fmla="*/ 9 h 9"/>
                  <a:gd name="T8" fmla="*/ 0 w 11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9">
                    <a:moveTo>
                      <a:pt x="11" y="0"/>
                    </a:moveTo>
                    <a:lnTo>
                      <a:pt x="11" y="4"/>
                    </a:lnTo>
                    <a:lnTo>
                      <a:pt x="7" y="7"/>
                    </a:lnTo>
                    <a:lnTo>
                      <a:pt x="4" y="9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64" name="Line 570"/>
              <p:cNvSpPr>
                <a:spLocks noChangeShapeType="1"/>
              </p:cNvSpPr>
              <p:nvPr userDrawn="1"/>
            </p:nvSpPr>
            <p:spPr bwMode="gray">
              <a:xfrm flipV="1">
                <a:off x="3365" y="1966"/>
                <a:ext cx="147" cy="9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65" name="Line 571"/>
              <p:cNvSpPr>
                <a:spLocks noChangeShapeType="1"/>
              </p:cNvSpPr>
              <p:nvPr userDrawn="1"/>
            </p:nvSpPr>
            <p:spPr bwMode="gray">
              <a:xfrm flipV="1">
                <a:off x="3368" y="1959"/>
                <a:ext cx="147" cy="9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66" name="Freeform 572"/>
              <p:cNvSpPr>
                <a:spLocks/>
              </p:cNvSpPr>
              <p:nvPr userDrawn="1"/>
            </p:nvSpPr>
            <p:spPr bwMode="gray">
              <a:xfrm>
                <a:off x="3503" y="1959"/>
                <a:ext cx="12" cy="9"/>
              </a:xfrm>
              <a:custGeom>
                <a:avLst/>
                <a:gdLst>
                  <a:gd name="T0" fmla="*/ 12 w 12"/>
                  <a:gd name="T1" fmla="*/ 0 h 9"/>
                  <a:gd name="T2" fmla="*/ 10 w 12"/>
                  <a:gd name="T3" fmla="*/ 5 h 9"/>
                  <a:gd name="T4" fmla="*/ 9 w 12"/>
                  <a:gd name="T5" fmla="*/ 7 h 9"/>
                  <a:gd name="T6" fmla="*/ 5 w 12"/>
                  <a:gd name="T7" fmla="*/ 9 h 9"/>
                  <a:gd name="T8" fmla="*/ 0 w 12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12" y="0"/>
                    </a:moveTo>
                    <a:lnTo>
                      <a:pt x="10" y="5"/>
                    </a:lnTo>
                    <a:lnTo>
                      <a:pt x="9" y="7"/>
                    </a:lnTo>
                    <a:lnTo>
                      <a:pt x="5" y="9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67" name="Line 573"/>
              <p:cNvSpPr>
                <a:spLocks noChangeShapeType="1"/>
              </p:cNvSpPr>
              <p:nvPr userDrawn="1"/>
            </p:nvSpPr>
            <p:spPr bwMode="gray">
              <a:xfrm flipH="1">
                <a:off x="3358" y="1968"/>
                <a:ext cx="145" cy="9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68" name="Freeform 574"/>
              <p:cNvSpPr>
                <a:spLocks/>
              </p:cNvSpPr>
              <p:nvPr userDrawn="1"/>
            </p:nvSpPr>
            <p:spPr bwMode="gray">
              <a:xfrm>
                <a:off x="3358" y="2053"/>
                <a:ext cx="10" cy="9"/>
              </a:xfrm>
              <a:custGeom>
                <a:avLst/>
                <a:gdLst>
                  <a:gd name="T0" fmla="*/ 0 w 10"/>
                  <a:gd name="T1" fmla="*/ 9 h 9"/>
                  <a:gd name="T2" fmla="*/ 3 w 10"/>
                  <a:gd name="T3" fmla="*/ 9 h 9"/>
                  <a:gd name="T4" fmla="*/ 7 w 10"/>
                  <a:gd name="T5" fmla="*/ 9 h 9"/>
                  <a:gd name="T6" fmla="*/ 10 w 10"/>
                  <a:gd name="T7" fmla="*/ 6 h 9"/>
                  <a:gd name="T8" fmla="*/ 10 w 10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9">
                    <a:moveTo>
                      <a:pt x="0" y="9"/>
                    </a:moveTo>
                    <a:lnTo>
                      <a:pt x="3" y="9"/>
                    </a:lnTo>
                    <a:lnTo>
                      <a:pt x="7" y="9"/>
                    </a:lnTo>
                    <a:lnTo>
                      <a:pt x="10" y="6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69" name="Freeform 575"/>
              <p:cNvSpPr>
                <a:spLocks/>
              </p:cNvSpPr>
              <p:nvPr userDrawn="1"/>
            </p:nvSpPr>
            <p:spPr bwMode="gray">
              <a:xfrm>
                <a:off x="2377" y="1219"/>
                <a:ext cx="8" cy="16"/>
              </a:xfrm>
              <a:custGeom>
                <a:avLst/>
                <a:gdLst>
                  <a:gd name="T0" fmla="*/ 8 w 8"/>
                  <a:gd name="T1" fmla="*/ 0 h 16"/>
                  <a:gd name="T2" fmla="*/ 7 w 8"/>
                  <a:gd name="T3" fmla="*/ 5 h 16"/>
                  <a:gd name="T4" fmla="*/ 5 w 8"/>
                  <a:gd name="T5" fmla="*/ 9 h 16"/>
                  <a:gd name="T6" fmla="*/ 3 w 8"/>
                  <a:gd name="T7" fmla="*/ 14 h 16"/>
                  <a:gd name="T8" fmla="*/ 0 w 8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6">
                    <a:moveTo>
                      <a:pt x="8" y="0"/>
                    </a:moveTo>
                    <a:lnTo>
                      <a:pt x="7" y="5"/>
                    </a:lnTo>
                    <a:lnTo>
                      <a:pt x="5" y="9"/>
                    </a:lnTo>
                    <a:lnTo>
                      <a:pt x="3" y="14"/>
                    </a:lnTo>
                    <a:lnTo>
                      <a:pt x="0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70" name="Line 576"/>
              <p:cNvSpPr>
                <a:spLocks noChangeShapeType="1"/>
              </p:cNvSpPr>
              <p:nvPr userDrawn="1"/>
            </p:nvSpPr>
            <p:spPr bwMode="gray">
              <a:xfrm flipH="1" flipV="1">
                <a:off x="2289" y="1196"/>
                <a:ext cx="124" cy="4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71" name="Line 577"/>
              <p:cNvSpPr>
                <a:spLocks noChangeShapeType="1"/>
              </p:cNvSpPr>
              <p:nvPr userDrawn="1"/>
            </p:nvSpPr>
            <p:spPr bwMode="gray">
              <a:xfrm flipH="1" flipV="1">
                <a:off x="2293" y="1188"/>
                <a:ext cx="133" cy="4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72" name="Freeform 578"/>
              <p:cNvSpPr>
                <a:spLocks/>
              </p:cNvSpPr>
              <p:nvPr userDrawn="1"/>
            </p:nvSpPr>
            <p:spPr bwMode="gray">
              <a:xfrm>
                <a:off x="2284" y="1188"/>
                <a:ext cx="9" cy="15"/>
              </a:xfrm>
              <a:custGeom>
                <a:avLst/>
                <a:gdLst>
                  <a:gd name="T0" fmla="*/ 9 w 9"/>
                  <a:gd name="T1" fmla="*/ 0 h 15"/>
                  <a:gd name="T2" fmla="*/ 7 w 9"/>
                  <a:gd name="T3" fmla="*/ 3 h 15"/>
                  <a:gd name="T4" fmla="*/ 5 w 9"/>
                  <a:gd name="T5" fmla="*/ 8 h 15"/>
                  <a:gd name="T6" fmla="*/ 3 w 9"/>
                  <a:gd name="T7" fmla="*/ 12 h 15"/>
                  <a:gd name="T8" fmla="*/ 0 w 9"/>
                  <a:gd name="T9" fmla="*/ 15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5">
                    <a:moveTo>
                      <a:pt x="9" y="0"/>
                    </a:moveTo>
                    <a:lnTo>
                      <a:pt x="7" y="3"/>
                    </a:lnTo>
                    <a:lnTo>
                      <a:pt x="5" y="8"/>
                    </a:lnTo>
                    <a:lnTo>
                      <a:pt x="3" y="12"/>
                    </a:lnTo>
                    <a:lnTo>
                      <a:pt x="0" y="15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73" name="Line 579"/>
              <p:cNvSpPr>
                <a:spLocks noChangeShapeType="1"/>
              </p:cNvSpPr>
              <p:nvPr userDrawn="1"/>
            </p:nvSpPr>
            <p:spPr bwMode="gray">
              <a:xfrm>
                <a:off x="2284" y="1203"/>
                <a:ext cx="119" cy="4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74" name="Freeform 580"/>
              <p:cNvSpPr>
                <a:spLocks/>
              </p:cNvSpPr>
              <p:nvPr userDrawn="1"/>
            </p:nvSpPr>
            <p:spPr bwMode="gray">
              <a:xfrm>
                <a:off x="2286" y="1097"/>
                <a:ext cx="5" cy="8"/>
              </a:xfrm>
              <a:custGeom>
                <a:avLst/>
                <a:gdLst>
                  <a:gd name="T0" fmla="*/ 5 w 5"/>
                  <a:gd name="T1" fmla="*/ 8 h 8"/>
                  <a:gd name="T2" fmla="*/ 1 w 5"/>
                  <a:gd name="T3" fmla="*/ 7 h 8"/>
                  <a:gd name="T4" fmla="*/ 0 w 5"/>
                  <a:gd name="T5" fmla="*/ 5 h 8"/>
                  <a:gd name="T6" fmla="*/ 1 w 5"/>
                  <a:gd name="T7" fmla="*/ 3 h 8"/>
                  <a:gd name="T8" fmla="*/ 3 w 5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5" y="8"/>
                    </a:moveTo>
                    <a:lnTo>
                      <a:pt x="1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75" name="Line 581"/>
              <p:cNvSpPr>
                <a:spLocks noChangeShapeType="1"/>
              </p:cNvSpPr>
              <p:nvPr userDrawn="1"/>
            </p:nvSpPr>
            <p:spPr bwMode="gray">
              <a:xfrm flipH="1" flipV="1">
                <a:off x="2282" y="960"/>
                <a:ext cx="5" cy="22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76" name="Line 582"/>
              <p:cNvSpPr>
                <a:spLocks noChangeShapeType="1"/>
              </p:cNvSpPr>
              <p:nvPr userDrawn="1"/>
            </p:nvSpPr>
            <p:spPr bwMode="gray">
              <a:xfrm flipH="1" flipV="1">
                <a:off x="2287" y="966"/>
                <a:ext cx="6" cy="22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77" name="Freeform 583"/>
              <p:cNvSpPr>
                <a:spLocks/>
              </p:cNvSpPr>
              <p:nvPr userDrawn="1"/>
            </p:nvSpPr>
            <p:spPr bwMode="gray">
              <a:xfrm>
                <a:off x="2284" y="957"/>
                <a:ext cx="3" cy="9"/>
              </a:xfrm>
              <a:custGeom>
                <a:avLst/>
                <a:gdLst>
                  <a:gd name="T0" fmla="*/ 3 w 3"/>
                  <a:gd name="T1" fmla="*/ 9 h 9"/>
                  <a:gd name="T2" fmla="*/ 0 w 3"/>
                  <a:gd name="T3" fmla="*/ 7 h 9"/>
                  <a:gd name="T4" fmla="*/ 0 w 3"/>
                  <a:gd name="T5" fmla="*/ 5 h 9"/>
                  <a:gd name="T6" fmla="*/ 0 w 3"/>
                  <a:gd name="T7" fmla="*/ 2 h 9"/>
                  <a:gd name="T8" fmla="*/ 2 w 3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9">
                    <a:moveTo>
                      <a:pt x="3" y="9"/>
                    </a:moveTo>
                    <a:lnTo>
                      <a:pt x="0" y="7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78" name="Line 584"/>
              <p:cNvSpPr>
                <a:spLocks noChangeShapeType="1"/>
              </p:cNvSpPr>
              <p:nvPr userDrawn="1"/>
            </p:nvSpPr>
            <p:spPr bwMode="gray">
              <a:xfrm>
                <a:off x="2286" y="957"/>
                <a:ext cx="5" cy="23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79" name="Freeform 585"/>
              <p:cNvSpPr>
                <a:spLocks/>
              </p:cNvSpPr>
              <p:nvPr userDrawn="1"/>
            </p:nvSpPr>
            <p:spPr bwMode="gray">
              <a:xfrm>
                <a:off x="2287" y="1188"/>
                <a:ext cx="6" cy="3"/>
              </a:xfrm>
              <a:custGeom>
                <a:avLst/>
                <a:gdLst>
                  <a:gd name="T0" fmla="*/ 6 w 6"/>
                  <a:gd name="T1" fmla="*/ 0 h 3"/>
                  <a:gd name="T2" fmla="*/ 2 w 6"/>
                  <a:gd name="T3" fmla="*/ 0 h 3"/>
                  <a:gd name="T4" fmla="*/ 0 w 6"/>
                  <a:gd name="T5" fmla="*/ 1 h 3"/>
                  <a:gd name="T6" fmla="*/ 0 w 6"/>
                  <a:gd name="T7" fmla="*/ 1 h 3"/>
                  <a:gd name="T8" fmla="*/ 0 w 6"/>
                  <a:gd name="T9" fmla="*/ 3 h 3"/>
                  <a:gd name="T10" fmla="*/ 2 w 6"/>
                  <a:gd name="T11" fmla="*/ 3 h 3"/>
                  <a:gd name="T12" fmla="*/ 4 w 6"/>
                  <a:gd name="T13" fmla="*/ 3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3">
                    <a:moveTo>
                      <a:pt x="6" y="0"/>
                    </a:moveTo>
                    <a:lnTo>
                      <a:pt x="2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4" y="3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80" name="Freeform 586"/>
              <p:cNvSpPr>
                <a:spLocks/>
              </p:cNvSpPr>
              <p:nvPr userDrawn="1"/>
            </p:nvSpPr>
            <p:spPr bwMode="gray">
              <a:xfrm>
                <a:off x="2380" y="978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2 w 9"/>
                  <a:gd name="T3" fmla="*/ 12 h 17"/>
                  <a:gd name="T4" fmla="*/ 4 w 9"/>
                  <a:gd name="T5" fmla="*/ 7 h 17"/>
                  <a:gd name="T6" fmla="*/ 5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2" y="12"/>
                    </a:lnTo>
                    <a:lnTo>
                      <a:pt x="4" y="7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81" name="Line 587"/>
              <p:cNvSpPr>
                <a:spLocks noChangeShapeType="1"/>
              </p:cNvSpPr>
              <p:nvPr userDrawn="1"/>
            </p:nvSpPr>
            <p:spPr bwMode="gray">
              <a:xfrm>
                <a:off x="2289" y="955"/>
                <a:ext cx="189" cy="6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82" name="Line 588"/>
              <p:cNvSpPr>
                <a:spLocks noChangeShapeType="1"/>
              </p:cNvSpPr>
              <p:nvPr userDrawn="1"/>
            </p:nvSpPr>
            <p:spPr bwMode="gray">
              <a:xfrm>
                <a:off x="2287" y="966"/>
                <a:ext cx="188" cy="6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83" name="Freeform 589"/>
              <p:cNvSpPr>
                <a:spLocks/>
              </p:cNvSpPr>
              <p:nvPr userDrawn="1"/>
            </p:nvSpPr>
            <p:spPr bwMode="gray">
              <a:xfrm>
                <a:off x="2475" y="1009"/>
                <a:ext cx="8" cy="18"/>
              </a:xfrm>
              <a:custGeom>
                <a:avLst/>
                <a:gdLst>
                  <a:gd name="T0" fmla="*/ 0 w 8"/>
                  <a:gd name="T1" fmla="*/ 18 h 18"/>
                  <a:gd name="T2" fmla="*/ 1 w 8"/>
                  <a:gd name="T3" fmla="*/ 13 h 18"/>
                  <a:gd name="T4" fmla="*/ 3 w 8"/>
                  <a:gd name="T5" fmla="*/ 7 h 18"/>
                  <a:gd name="T6" fmla="*/ 5 w 8"/>
                  <a:gd name="T7" fmla="*/ 4 h 18"/>
                  <a:gd name="T8" fmla="*/ 8 w 8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8">
                    <a:moveTo>
                      <a:pt x="0" y="18"/>
                    </a:moveTo>
                    <a:lnTo>
                      <a:pt x="1" y="13"/>
                    </a:lnTo>
                    <a:lnTo>
                      <a:pt x="3" y="7"/>
                    </a:lnTo>
                    <a:lnTo>
                      <a:pt x="5" y="4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84" name="Line 590"/>
              <p:cNvSpPr>
                <a:spLocks noChangeShapeType="1"/>
              </p:cNvSpPr>
              <p:nvPr userDrawn="1"/>
            </p:nvSpPr>
            <p:spPr bwMode="gray">
              <a:xfrm flipH="1" flipV="1">
                <a:off x="2296" y="948"/>
                <a:ext cx="187" cy="6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85" name="Freeform 591"/>
              <p:cNvSpPr>
                <a:spLocks/>
              </p:cNvSpPr>
              <p:nvPr userDrawn="1"/>
            </p:nvSpPr>
            <p:spPr bwMode="gray">
              <a:xfrm>
                <a:off x="2287" y="948"/>
                <a:ext cx="9" cy="18"/>
              </a:xfrm>
              <a:custGeom>
                <a:avLst/>
                <a:gdLst>
                  <a:gd name="T0" fmla="*/ 9 w 9"/>
                  <a:gd name="T1" fmla="*/ 0 h 18"/>
                  <a:gd name="T2" fmla="*/ 6 w 9"/>
                  <a:gd name="T3" fmla="*/ 4 h 18"/>
                  <a:gd name="T4" fmla="*/ 2 w 9"/>
                  <a:gd name="T5" fmla="*/ 7 h 18"/>
                  <a:gd name="T6" fmla="*/ 0 w 9"/>
                  <a:gd name="T7" fmla="*/ 12 h 18"/>
                  <a:gd name="T8" fmla="*/ 0 w 9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9" y="0"/>
                    </a:moveTo>
                    <a:lnTo>
                      <a:pt x="6" y="4"/>
                    </a:lnTo>
                    <a:lnTo>
                      <a:pt x="2" y="7"/>
                    </a:lnTo>
                    <a:lnTo>
                      <a:pt x="0" y="12"/>
                    </a:lnTo>
                    <a:lnTo>
                      <a:pt x="0" y="1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86" name="Freeform 592"/>
              <p:cNvSpPr>
                <a:spLocks/>
              </p:cNvSpPr>
              <p:nvPr userDrawn="1"/>
            </p:nvSpPr>
            <p:spPr bwMode="gray">
              <a:xfrm>
                <a:off x="2476" y="1167"/>
                <a:ext cx="20" cy="1"/>
              </a:xfrm>
              <a:custGeom>
                <a:avLst/>
                <a:gdLst>
                  <a:gd name="T0" fmla="*/ 0 w 20"/>
                  <a:gd name="T1" fmla="*/ 1 h 1"/>
                  <a:gd name="T2" fmla="*/ 6 w 20"/>
                  <a:gd name="T3" fmla="*/ 1 h 1"/>
                  <a:gd name="T4" fmla="*/ 11 w 20"/>
                  <a:gd name="T5" fmla="*/ 1 h 1"/>
                  <a:gd name="T6" fmla="*/ 16 w 20"/>
                  <a:gd name="T7" fmla="*/ 1 h 1"/>
                  <a:gd name="T8" fmla="*/ 20 w 20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">
                    <a:moveTo>
                      <a:pt x="0" y="1"/>
                    </a:moveTo>
                    <a:lnTo>
                      <a:pt x="6" y="1"/>
                    </a:lnTo>
                    <a:lnTo>
                      <a:pt x="11" y="1"/>
                    </a:lnTo>
                    <a:lnTo>
                      <a:pt x="16" y="1"/>
                    </a:lnTo>
                    <a:lnTo>
                      <a:pt x="2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87" name="Line 593"/>
              <p:cNvSpPr>
                <a:spLocks noChangeShapeType="1"/>
              </p:cNvSpPr>
              <p:nvPr userDrawn="1"/>
            </p:nvSpPr>
            <p:spPr bwMode="gray">
              <a:xfrm>
                <a:off x="2485" y="1027"/>
                <a:ext cx="4" cy="1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88" name="Line 594"/>
              <p:cNvSpPr>
                <a:spLocks noChangeShapeType="1"/>
              </p:cNvSpPr>
              <p:nvPr userDrawn="1"/>
            </p:nvSpPr>
            <p:spPr bwMode="gray">
              <a:xfrm>
                <a:off x="2475" y="1027"/>
                <a:ext cx="3" cy="18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89" name="Line 595"/>
              <p:cNvSpPr>
                <a:spLocks noChangeShapeType="1"/>
              </p:cNvSpPr>
              <p:nvPr userDrawn="1"/>
            </p:nvSpPr>
            <p:spPr bwMode="gray">
              <a:xfrm flipH="1" flipV="1">
                <a:off x="2494" y="1025"/>
                <a:ext cx="3" cy="17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90" name="Freeform 596"/>
              <p:cNvSpPr>
                <a:spLocks/>
              </p:cNvSpPr>
              <p:nvPr userDrawn="1"/>
            </p:nvSpPr>
            <p:spPr bwMode="gray">
              <a:xfrm>
                <a:off x="2475" y="1025"/>
                <a:ext cx="19" cy="2"/>
              </a:xfrm>
              <a:custGeom>
                <a:avLst/>
                <a:gdLst>
                  <a:gd name="T0" fmla="*/ 0 w 19"/>
                  <a:gd name="T1" fmla="*/ 2 h 2"/>
                  <a:gd name="T2" fmla="*/ 7 w 19"/>
                  <a:gd name="T3" fmla="*/ 2 h 2"/>
                  <a:gd name="T4" fmla="*/ 14 w 19"/>
                  <a:gd name="T5" fmla="*/ 2 h 2"/>
                  <a:gd name="T6" fmla="*/ 19 w 19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0" y="2"/>
                    </a:moveTo>
                    <a:lnTo>
                      <a:pt x="7" y="2"/>
                    </a:lnTo>
                    <a:lnTo>
                      <a:pt x="14" y="2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91" name="Freeform 597"/>
              <p:cNvSpPr>
                <a:spLocks/>
              </p:cNvSpPr>
              <p:nvPr userDrawn="1"/>
            </p:nvSpPr>
            <p:spPr bwMode="gray">
              <a:xfrm>
                <a:off x="2443" y="880"/>
                <a:ext cx="19" cy="2"/>
              </a:xfrm>
              <a:custGeom>
                <a:avLst/>
                <a:gdLst>
                  <a:gd name="T0" fmla="*/ 19 w 19"/>
                  <a:gd name="T1" fmla="*/ 2 h 2"/>
                  <a:gd name="T2" fmla="*/ 12 w 19"/>
                  <a:gd name="T3" fmla="*/ 0 h 2"/>
                  <a:gd name="T4" fmla="*/ 5 w 19"/>
                  <a:gd name="T5" fmla="*/ 0 h 2"/>
                  <a:gd name="T6" fmla="*/ 0 w 19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19" y="2"/>
                    </a:move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92" name="Line 598"/>
              <p:cNvSpPr>
                <a:spLocks noChangeShapeType="1"/>
              </p:cNvSpPr>
              <p:nvPr userDrawn="1"/>
            </p:nvSpPr>
            <p:spPr bwMode="gray">
              <a:xfrm>
                <a:off x="2459" y="873"/>
                <a:ext cx="31" cy="1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93" name="Line 599"/>
              <p:cNvSpPr>
                <a:spLocks noChangeShapeType="1"/>
              </p:cNvSpPr>
              <p:nvPr userDrawn="1"/>
            </p:nvSpPr>
            <p:spPr bwMode="gray">
              <a:xfrm>
                <a:off x="2462" y="882"/>
                <a:ext cx="28" cy="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94" name="Line 600"/>
              <p:cNvSpPr>
                <a:spLocks noChangeShapeType="1"/>
              </p:cNvSpPr>
              <p:nvPr userDrawn="1"/>
            </p:nvSpPr>
            <p:spPr bwMode="gray">
              <a:xfrm flipH="1" flipV="1">
                <a:off x="2454" y="873"/>
                <a:ext cx="36" cy="1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95" name="Freeform 601"/>
              <p:cNvSpPr>
                <a:spLocks/>
              </p:cNvSpPr>
              <p:nvPr userDrawn="1"/>
            </p:nvSpPr>
            <p:spPr bwMode="gray">
              <a:xfrm>
                <a:off x="2454" y="873"/>
                <a:ext cx="8" cy="9"/>
              </a:xfrm>
              <a:custGeom>
                <a:avLst/>
                <a:gdLst>
                  <a:gd name="T0" fmla="*/ 0 w 8"/>
                  <a:gd name="T1" fmla="*/ 0 h 9"/>
                  <a:gd name="T2" fmla="*/ 3 w 8"/>
                  <a:gd name="T3" fmla="*/ 0 h 9"/>
                  <a:gd name="T4" fmla="*/ 5 w 8"/>
                  <a:gd name="T5" fmla="*/ 0 h 9"/>
                  <a:gd name="T6" fmla="*/ 7 w 8"/>
                  <a:gd name="T7" fmla="*/ 2 h 9"/>
                  <a:gd name="T8" fmla="*/ 7 w 8"/>
                  <a:gd name="T9" fmla="*/ 5 h 9"/>
                  <a:gd name="T10" fmla="*/ 8 w 8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7" y="2"/>
                    </a:lnTo>
                    <a:lnTo>
                      <a:pt x="7" y="5"/>
                    </a:lnTo>
                    <a:lnTo>
                      <a:pt x="8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96" name="Freeform 602"/>
              <p:cNvSpPr>
                <a:spLocks/>
              </p:cNvSpPr>
              <p:nvPr userDrawn="1"/>
            </p:nvSpPr>
            <p:spPr bwMode="gray">
              <a:xfrm>
                <a:off x="2364" y="910"/>
                <a:ext cx="11" cy="10"/>
              </a:xfrm>
              <a:custGeom>
                <a:avLst/>
                <a:gdLst>
                  <a:gd name="T0" fmla="*/ 0 w 11"/>
                  <a:gd name="T1" fmla="*/ 10 h 10"/>
                  <a:gd name="T2" fmla="*/ 2 w 11"/>
                  <a:gd name="T3" fmla="*/ 5 h 10"/>
                  <a:gd name="T4" fmla="*/ 4 w 11"/>
                  <a:gd name="T5" fmla="*/ 1 h 10"/>
                  <a:gd name="T6" fmla="*/ 6 w 11"/>
                  <a:gd name="T7" fmla="*/ 0 h 10"/>
                  <a:gd name="T8" fmla="*/ 9 w 11"/>
                  <a:gd name="T9" fmla="*/ 0 h 10"/>
                  <a:gd name="T10" fmla="*/ 11 w 11"/>
                  <a:gd name="T11" fmla="*/ 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10">
                    <a:moveTo>
                      <a:pt x="0" y="10"/>
                    </a:moveTo>
                    <a:lnTo>
                      <a:pt x="2" y="5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97" name="Line 603"/>
              <p:cNvSpPr>
                <a:spLocks noChangeShapeType="1"/>
              </p:cNvSpPr>
              <p:nvPr userDrawn="1"/>
            </p:nvSpPr>
            <p:spPr bwMode="gray">
              <a:xfrm flipV="1">
                <a:off x="2289" y="875"/>
                <a:ext cx="158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98" name="Line 604"/>
              <p:cNvSpPr>
                <a:spLocks noChangeShapeType="1"/>
              </p:cNvSpPr>
              <p:nvPr userDrawn="1"/>
            </p:nvSpPr>
            <p:spPr bwMode="gray">
              <a:xfrm flipV="1">
                <a:off x="2286" y="882"/>
                <a:ext cx="157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599" name="Freeform 605"/>
              <p:cNvSpPr>
                <a:spLocks/>
              </p:cNvSpPr>
              <p:nvPr userDrawn="1"/>
            </p:nvSpPr>
            <p:spPr bwMode="gray">
              <a:xfrm>
                <a:off x="2443" y="873"/>
                <a:ext cx="11" cy="9"/>
              </a:xfrm>
              <a:custGeom>
                <a:avLst/>
                <a:gdLst>
                  <a:gd name="T0" fmla="*/ 0 w 11"/>
                  <a:gd name="T1" fmla="*/ 9 h 9"/>
                  <a:gd name="T2" fmla="*/ 0 w 11"/>
                  <a:gd name="T3" fmla="*/ 5 h 9"/>
                  <a:gd name="T4" fmla="*/ 2 w 11"/>
                  <a:gd name="T5" fmla="*/ 3 h 9"/>
                  <a:gd name="T6" fmla="*/ 4 w 11"/>
                  <a:gd name="T7" fmla="*/ 0 h 9"/>
                  <a:gd name="T8" fmla="*/ 7 w 11"/>
                  <a:gd name="T9" fmla="*/ 0 h 9"/>
                  <a:gd name="T10" fmla="*/ 11 w 11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9">
                    <a:moveTo>
                      <a:pt x="0" y="9"/>
                    </a:moveTo>
                    <a:lnTo>
                      <a:pt x="0" y="5"/>
                    </a:lnTo>
                    <a:lnTo>
                      <a:pt x="2" y="3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00" name="Line 606"/>
              <p:cNvSpPr>
                <a:spLocks noChangeShapeType="1"/>
              </p:cNvSpPr>
              <p:nvPr userDrawn="1"/>
            </p:nvSpPr>
            <p:spPr bwMode="gray">
              <a:xfrm flipH="1">
                <a:off x="2296" y="873"/>
                <a:ext cx="158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01" name="Freeform 607"/>
              <p:cNvSpPr>
                <a:spLocks/>
              </p:cNvSpPr>
              <p:nvPr userDrawn="1"/>
            </p:nvSpPr>
            <p:spPr bwMode="gray">
              <a:xfrm>
                <a:off x="2286" y="948"/>
                <a:ext cx="10" cy="9"/>
              </a:xfrm>
              <a:custGeom>
                <a:avLst/>
                <a:gdLst>
                  <a:gd name="T0" fmla="*/ 10 w 10"/>
                  <a:gd name="T1" fmla="*/ 0 h 9"/>
                  <a:gd name="T2" fmla="*/ 7 w 10"/>
                  <a:gd name="T3" fmla="*/ 0 h 9"/>
                  <a:gd name="T4" fmla="*/ 5 w 10"/>
                  <a:gd name="T5" fmla="*/ 0 h 9"/>
                  <a:gd name="T6" fmla="*/ 3 w 10"/>
                  <a:gd name="T7" fmla="*/ 2 h 9"/>
                  <a:gd name="T8" fmla="*/ 0 w 10"/>
                  <a:gd name="T9" fmla="*/ 5 h 9"/>
                  <a:gd name="T10" fmla="*/ 0 w 10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10" y="0"/>
                    </a:moveTo>
                    <a:lnTo>
                      <a:pt x="7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02" name="Freeform 608"/>
              <p:cNvSpPr>
                <a:spLocks/>
              </p:cNvSpPr>
              <p:nvPr userDrawn="1"/>
            </p:nvSpPr>
            <p:spPr bwMode="gray">
              <a:xfrm>
                <a:off x="2483" y="1001"/>
                <a:ext cx="11" cy="8"/>
              </a:xfrm>
              <a:custGeom>
                <a:avLst/>
                <a:gdLst>
                  <a:gd name="T0" fmla="*/ 0 w 11"/>
                  <a:gd name="T1" fmla="*/ 8 h 8"/>
                  <a:gd name="T2" fmla="*/ 4 w 11"/>
                  <a:gd name="T3" fmla="*/ 8 h 8"/>
                  <a:gd name="T4" fmla="*/ 7 w 11"/>
                  <a:gd name="T5" fmla="*/ 8 h 8"/>
                  <a:gd name="T6" fmla="*/ 9 w 11"/>
                  <a:gd name="T7" fmla="*/ 5 h 8"/>
                  <a:gd name="T8" fmla="*/ 11 w 11"/>
                  <a:gd name="T9" fmla="*/ 3 h 8"/>
                  <a:gd name="T10" fmla="*/ 11 w 11"/>
                  <a:gd name="T11" fmla="*/ 0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8">
                    <a:moveTo>
                      <a:pt x="0" y="8"/>
                    </a:moveTo>
                    <a:lnTo>
                      <a:pt x="4" y="8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11" y="3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03" name="Line 609"/>
              <p:cNvSpPr>
                <a:spLocks noChangeShapeType="1"/>
              </p:cNvSpPr>
              <p:nvPr userDrawn="1"/>
            </p:nvSpPr>
            <p:spPr bwMode="gray">
              <a:xfrm flipH="1">
                <a:off x="2494" y="1018"/>
                <a:ext cx="14" cy="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04" name="Freeform 610"/>
              <p:cNvSpPr>
                <a:spLocks/>
              </p:cNvSpPr>
              <p:nvPr userDrawn="1"/>
            </p:nvSpPr>
            <p:spPr bwMode="gray">
              <a:xfrm>
                <a:off x="2494" y="1016"/>
                <a:ext cx="10" cy="9"/>
              </a:xfrm>
              <a:custGeom>
                <a:avLst/>
                <a:gdLst>
                  <a:gd name="T0" fmla="*/ 0 w 10"/>
                  <a:gd name="T1" fmla="*/ 9 h 9"/>
                  <a:gd name="T2" fmla="*/ 2 w 10"/>
                  <a:gd name="T3" fmla="*/ 6 h 9"/>
                  <a:gd name="T4" fmla="*/ 2 w 10"/>
                  <a:gd name="T5" fmla="*/ 2 h 9"/>
                  <a:gd name="T6" fmla="*/ 5 w 10"/>
                  <a:gd name="T7" fmla="*/ 0 h 9"/>
                  <a:gd name="T8" fmla="*/ 7 w 10"/>
                  <a:gd name="T9" fmla="*/ 0 h 9"/>
                  <a:gd name="T10" fmla="*/ 10 w 10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0" y="9"/>
                    </a:moveTo>
                    <a:lnTo>
                      <a:pt x="2" y="6"/>
                    </a:lnTo>
                    <a:lnTo>
                      <a:pt x="2" y="2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05" name="Freeform 611"/>
              <p:cNvSpPr>
                <a:spLocks/>
              </p:cNvSpPr>
              <p:nvPr userDrawn="1"/>
            </p:nvSpPr>
            <p:spPr bwMode="gray">
              <a:xfrm>
                <a:off x="2906" y="2029"/>
                <a:ext cx="20" cy="3"/>
              </a:xfrm>
              <a:custGeom>
                <a:avLst/>
                <a:gdLst>
                  <a:gd name="T0" fmla="*/ 20 w 20"/>
                  <a:gd name="T1" fmla="*/ 2 h 3"/>
                  <a:gd name="T2" fmla="*/ 16 w 20"/>
                  <a:gd name="T3" fmla="*/ 0 h 3"/>
                  <a:gd name="T4" fmla="*/ 11 w 20"/>
                  <a:gd name="T5" fmla="*/ 0 h 3"/>
                  <a:gd name="T6" fmla="*/ 6 w 20"/>
                  <a:gd name="T7" fmla="*/ 2 h 3"/>
                  <a:gd name="T8" fmla="*/ 0 w 20"/>
                  <a:gd name="T9" fmla="*/ 3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3">
                    <a:moveTo>
                      <a:pt x="20" y="2"/>
                    </a:moveTo>
                    <a:lnTo>
                      <a:pt x="16" y="0"/>
                    </a:lnTo>
                    <a:lnTo>
                      <a:pt x="11" y="0"/>
                    </a:lnTo>
                    <a:lnTo>
                      <a:pt x="6" y="2"/>
                    </a:lnTo>
                    <a:lnTo>
                      <a:pt x="0" y="3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06" name="Line 612"/>
              <p:cNvSpPr>
                <a:spLocks noChangeShapeType="1"/>
              </p:cNvSpPr>
              <p:nvPr userDrawn="1"/>
            </p:nvSpPr>
            <p:spPr bwMode="gray">
              <a:xfrm flipV="1">
                <a:off x="2915" y="1920"/>
                <a:ext cx="2" cy="21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07" name="Line 613"/>
              <p:cNvSpPr>
                <a:spLocks noChangeShapeType="1"/>
              </p:cNvSpPr>
              <p:nvPr userDrawn="1"/>
            </p:nvSpPr>
            <p:spPr bwMode="gray">
              <a:xfrm flipV="1">
                <a:off x="2926" y="1922"/>
                <a:ext cx="1" cy="21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08" name="Freeform 614"/>
              <p:cNvSpPr>
                <a:spLocks/>
              </p:cNvSpPr>
              <p:nvPr userDrawn="1"/>
            </p:nvSpPr>
            <p:spPr bwMode="gray">
              <a:xfrm>
                <a:off x="2908" y="1920"/>
                <a:ext cx="19" cy="4"/>
              </a:xfrm>
              <a:custGeom>
                <a:avLst/>
                <a:gdLst>
                  <a:gd name="T0" fmla="*/ 19 w 19"/>
                  <a:gd name="T1" fmla="*/ 2 h 4"/>
                  <a:gd name="T2" fmla="*/ 14 w 19"/>
                  <a:gd name="T3" fmla="*/ 0 h 4"/>
                  <a:gd name="T4" fmla="*/ 9 w 19"/>
                  <a:gd name="T5" fmla="*/ 0 h 4"/>
                  <a:gd name="T6" fmla="*/ 4 w 19"/>
                  <a:gd name="T7" fmla="*/ 2 h 4"/>
                  <a:gd name="T8" fmla="*/ 0 w 19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19" y="2"/>
                    </a:moveTo>
                    <a:lnTo>
                      <a:pt x="14" y="0"/>
                    </a:lnTo>
                    <a:lnTo>
                      <a:pt x="9" y="0"/>
                    </a:lnTo>
                    <a:lnTo>
                      <a:pt x="4" y="2"/>
                    </a:lnTo>
                    <a:lnTo>
                      <a:pt x="0" y="4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09" name="Line 615"/>
              <p:cNvSpPr>
                <a:spLocks noChangeShapeType="1"/>
              </p:cNvSpPr>
              <p:nvPr userDrawn="1"/>
            </p:nvSpPr>
            <p:spPr bwMode="gray">
              <a:xfrm flipH="1">
                <a:off x="2906" y="1924"/>
                <a:ext cx="2" cy="21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10" name="Freeform 616"/>
              <p:cNvSpPr>
                <a:spLocks/>
              </p:cNvSpPr>
              <p:nvPr userDrawn="1"/>
            </p:nvSpPr>
            <p:spPr bwMode="gray">
              <a:xfrm>
                <a:off x="2906" y="2136"/>
                <a:ext cx="20" cy="3"/>
              </a:xfrm>
              <a:custGeom>
                <a:avLst/>
                <a:gdLst>
                  <a:gd name="T0" fmla="*/ 20 w 20"/>
                  <a:gd name="T1" fmla="*/ 1 h 3"/>
                  <a:gd name="T2" fmla="*/ 14 w 20"/>
                  <a:gd name="T3" fmla="*/ 1 h 3"/>
                  <a:gd name="T4" fmla="*/ 11 w 20"/>
                  <a:gd name="T5" fmla="*/ 0 h 3"/>
                  <a:gd name="T6" fmla="*/ 6 w 20"/>
                  <a:gd name="T7" fmla="*/ 1 h 3"/>
                  <a:gd name="T8" fmla="*/ 0 w 20"/>
                  <a:gd name="T9" fmla="*/ 3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3">
                    <a:moveTo>
                      <a:pt x="20" y="1"/>
                    </a:moveTo>
                    <a:lnTo>
                      <a:pt x="14" y="1"/>
                    </a:lnTo>
                    <a:lnTo>
                      <a:pt x="11" y="0"/>
                    </a:lnTo>
                    <a:lnTo>
                      <a:pt x="6" y="1"/>
                    </a:lnTo>
                    <a:lnTo>
                      <a:pt x="0" y="3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11" name="Freeform 617"/>
              <p:cNvSpPr>
                <a:spLocks/>
              </p:cNvSpPr>
              <p:nvPr userDrawn="1"/>
            </p:nvSpPr>
            <p:spPr bwMode="gray">
              <a:xfrm>
                <a:off x="2999" y="1933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0 w 9"/>
                  <a:gd name="T3" fmla="*/ 12 h 17"/>
                  <a:gd name="T4" fmla="*/ 2 w 9"/>
                  <a:gd name="T5" fmla="*/ 7 h 17"/>
                  <a:gd name="T6" fmla="*/ 5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0" y="12"/>
                    </a:lnTo>
                    <a:lnTo>
                      <a:pt x="2" y="7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12" name="Line 618"/>
              <p:cNvSpPr>
                <a:spLocks noChangeShapeType="1"/>
              </p:cNvSpPr>
              <p:nvPr userDrawn="1"/>
            </p:nvSpPr>
            <p:spPr bwMode="gray">
              <a:xfrm>
                <a:off x="2924" y="1910"/>
                <a:ext cx="203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13" name="Line 619"/>
              <p:cNvSpPr>
                <a:spLocks noChangeShapeType="1"/>
              </p:cNvSpPr>
              <p:nvPr userDrawn="1"/>
            </p:nvSpPr>
            <p:spPr bwMode="gray">
              <a:xfrm>
                <a:off x="2927" y="1922"/>
                <a:ext cx="196" cy="7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14" name="Freeform 620"/>
              <p:cNvSpPr>
                <a:spLocks/>
              </p:cNvSpPr>
              <p:nvPr userDrawn="1"/>
            </p:nvSpPr>
            <p:spPr bwMode="gray">
              <a:xfrm>
                <a:off x="3123" y="1978"/>
                <a:ext cx="9" cy="18"/>
              </a:xfrm>
              <a:custGeom>
                <a:avLst/>
                <a:gdLst>
                  <a:gd name="T0" fmla="*/ 0 w 9"/>
                  <a:gd name="T1" fmla="*/ 18 h 18"/>
                  <a:gd name="T2" fmla="*/ 2 w 9"/>
                  <a:gd name="T3" fmla="*/ 12 h 18"/>
                  <a:gd name="T4" fmla="*/ 4 w 9"/>
                  <a:gd name="T5" fmla="*/ 9 h 18"/>
                  <a:gd name="T6" fmla="*/ 6 w 9"/>
                  <a:gd name="T7" fmla="*/ 4 h 18"/>
                  <a:gd name="T8" fmla="*/ 9 w 9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0" y="18"/>
                    </a:moveTo>
                    <a:lnTo>
                      <a:pt x="2" y="12"/>
                    </a:lnTo>
                    <a:lnTo>
                      <a:pt x="4" y="9"/>
                    </a:lnTo>
                    <a:lnTo>
                      <a:pt x="6" y="4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15" name="Line 621"/>
              <p:cNvSpPr>
                <a:spLocks noChangeShapeType="1"/>
              </p:cNvSpPr>
              <p:nvPr userDrawn="1"/>
            </p:nvSpPr>
            <p:spPr bwMode="gray">
              <a:xfrm flipH="1" flipV="1">
                <a:off x="2924" y="1901"/>
                <a:ext cx="208" cy="7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16" name="Freeform 622"/>
              <p:cNvSpPr>
                <a:spLocks/>
              </p:cNvSpPr>
              <p:nvPr userDrawn="1"/>
            </p:nvSpPr>
            <p:spPr bwMode="gray">
              <a:xfrm>
                <a:off x="2924" y="1901"/>
                <a:ext cx="3" cy="21"/>
              </a:xfrm>
              <a:custGeom>
                <a:avLst/>
                <a:gdLst>
                  <a:gd name="T0" fmla="*/ 3 w 3"/>
                  <a:gd name="T1" fmla="*/ 21 h 21"/>
                  <a:gd name="T2" fmla="*/ 0 w 3"/>
                  <a:gd name="T3" fmla="*/ 14 h 21"/>
                  <a:gd name="T4" fmla="*/ 0 w 3"/>
                  <a:gd name="T5" fmla="*/ 7 h 21"/>
                  <a:gd name="T6" fmla="*/ 0 w 3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" h="21">
                    <a:moveTo>
                      <a:pt x="3" y="21"/>
                    </a:moveTo>
                    <a:lnTo>
                      <a:pt x="0" y="14"/>
                    </a:lnTo>
                    <a:lnTo>
                      <a:pt x="0" y="7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17" name="Freeform 623"/>
              <p:cNvSpPr>
                <a:spLocks/>
              </p:cNvSpPr>
              <p:nvPr userDrawn="1"/>
            </p:nvSpPr>
            <p:spPr bwMode="gray">
              <a:xfrm>
                <a:off x="3122" y="2104"/>
                <a:ext cx="21" cy="2"/>
              </a:xfrm>
              <a:custGeom>
                <a:avLst/>
                <a:gdLst>
                  <a:gd name="T0" fmla="*/ 0 w 21"/>
                  <a:gd name="T1" fmla="*/ 2 h 2"/>
                  <a:gd name="T2" fmla="*/ 5 w 21"/>
                  <a:gd name="T3" fmla="*/ 2 h 2"/>
                  <a:gd name="T4" fmla="*/ 10 w 21"/>
                  <a:gd name="T5" fmla="*/ 2 h 2"/>
                  <a:gd name="T6" fmla="*/ 15 w 21"/>
                  <a:gd name="T7" fmla="*/ 2 h 2"/>
                  <a:gd name="T8" fmla="*/ 21 w 2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">
                    <a:moveTo>
                      <a:pt x="0" y="2"/>
                    </a:moveTo>
                    <a:lnTo>
                      <a:pt x="5" y="2"/>
                    </a:lnTo>
                    <a:lnTo>
                      <a:pt x="10" y="2"/>
                    </a:lnTo>
                    <a:lnTo>
                      <a:pt x="15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18" name="Line 624"/>
              <p:cNvSpPr>
                <a:spLocks noChangeShapeType="1"/>
              </p:cNvSpPr>
              <p:nvPr userDrawn="1"/>
            </p:nvSpPr>
            <p:spPr bwMode="gray">
              <a:xfrm flipH="1">
                <a:off x="3130" y="1997"/>
                <a:ext cx="4" cy="21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19" name="Line 625"/>
              <p:cNvSpPr>
                <a:spLocks noChangeShapeType="1"/>
              </p:cNvSpPr>
              <p:nvPr userDrawn="1"/>
            </p:nvSpPr>
            <p:spPr bwMode="gray">
              <a:xfrm flipH="1">
                <a:off x="3122" y="1996"/>
                <a:ext cx="1" cy="21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20" name="Freeform 626"/>
              <p:cNvSpPr>
                <a:spLocks/>
              </p:cNvSpPr>
              <p:nvPr userDrawn="1"/>
            </p:nvSpPr>
            <p:spPr bwMode="gray">
              <a:xfrm>
                <a:off x="3122" y="2213"/>
                <a:ext cx="19" cy="3"/>
              </a:xfrm>
              <a:custGeom>
                <a:avLst/>
                <a:gdLst>
                  <a:gd name="T0" fmla="*/ 0 w 19"/>
                  <a:gd name="T1" fmla="*/ 0 h 3"/>
                  <a:gd name="T2" fmla="*/ 3 w 19"/>
                  <a:gd name="T3" fmla="*/ 1 h 3"/>
                  <a:gd name="T4" fmla="*/ 8 w 19"/>
                  <a:gd name="T5" fmla="*/ 3 h 3"/>
                  <a:gd name="T6" fmla="*/ 14 w 19"/>
                  <a:gd name="T7" fmla="*/ 1 h 3"/>
                  <a:gd name="T8" fmla="*/ 19 w 19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">
                    <a:moveTo>
                      <a:pt x="0" y="0"/>
                    </a:moveTo>
                    <a:lnTo>
                      <a:pt x="3" y="1"/>
                    </a:lnTo>
                    <a:lnTo>
                      <a:pt x="8" y="3"/>
                    </a:lnTo>
                    <a:lnTo>
                      <a:pt x="14" y="1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21" name="Line 627"/>
              <p:cNvSpPr>
                <a:spLocks noChangeShapeType="1"/>
              </p:cNvSpPr>
              <p:nvPr userDrawn="1"/>
            </p:nvSpPr>
            <p:spPr bwMode="gray">
              <a:xfrm flipV="1">
                <a:off x="3141" y="1994"/>
                <a:ext cx="2" cy="21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22" name="Freeform 628"/>
              <p:cNvSpPr>
                <a:spLocks/>
              </p:cNvSpPr>
              <p:nvPr userDrawn="1"/>
            </p:nvSpPr>
            <p:spPr bwMode="gray">
              <a:xfrm>
                <a:off x="3123" y="1994"/>
                <a:ext cx="20" cy="3"/>
              </a:xfrm>
              <a:custGeom>
                <a:avLst/>
                <a:gdLst>
                  <a:gd name="T0" fmla="*/ 0 w 20"/>
                  <a:gd name="T1" fmla="*/ 2 h 3"/>
                  <a:gd name="T2" fmla="*/ 6 w 20"/>
                  <a:gd name="T3" fmla="*/ 3 h 3"/>
                  <a:gd name="T4" fmla="*/ 11 w 20"/>
                  <a:gd name="T5" fmla="*/ 3 h 3"/>
                  <a:gd name="T6" fmla="*/ 16 w 20"/>
                  <a:gd name="T7" fmla="*/ 3 h 3"/>
                  <a:gd name="T8" fmla="*/ 20 w 20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3">
                    <a:moveTo>
                      <a:pt x="0" y="2"/>
                    </a:moveTo>
                    <a:lnTo>
                      <a:pt x="6" y="3"/>
                    </a:lnTo>
                    <a:lnTo>
                      <a:pt x="11" y="3"/>
                    </a:lnTo>
                    <a:lnTo>
                      <a:pt x="16" y="3"/>
                    </a:lnTo>
                    <a:lnTo>
                      <a:pt x="2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23" name="Freeform 629"/>
              <p:cNvSpPr>
                <a:spLocks/>
              </p:cNvSpPr>
              <p:nvPr userDrawn="1"/>
            </p:nvSpPr>
            <p:spPr bwMode="gray">
              <a:xfrm>
                <a:off x="2997" y="2165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4 h 9"/>
                  <a:gd name="T4" fmla="*/ 2 w 9"/>
                  <a:gd name="T5" fmla="*/ 7 h 9"/>
                  <a:gd name="T6" fmla="*/ 4 w 9"/>
                  <a:gd name="T7" fmla="*/ 9 h 9"/>
                  <a:gd name="T8" fmla="*/ 7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4"/>
                    </a:lnTo>
                    <a:lnTo>
                      <a:pt x="2" y="7"/>
                    </a:lnTo>
                    <a:lnTo>
                      <a:pt x="4" y="9"/>
                    </a:lnTo>
                    <a:lnTo>
                      <a:pt x="7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24" name="Line 630"/>
              <p:cNvSpPr>
                <a:spLocks noChangeShapeType="1"/>
              </p:cNvSpPr>
              <p:nvPr userDrawn="1"/>
            </p:nvSpPr>
            <p:spPr bwMode="gray">
              <a:xfrm flipH="1" flipV="1">
                <a:off x="2922" y="2143"/>
                <a:ext cx="201" cy="7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25" name="Line 631"/>
              <p:cNvSpPr>
                <a:spLocks noChangeShapeType="1"/>
              </p:cNvSpPr>
              <p:nvPr userDrawn="1"/>
            </p:nvSpPr>
            <p:spPr bwMode="gray">
              <a:xfrm flipH="1" flipV="1">
                <a:off x="2926" y="2137"/>
                <a:ext cx="196" cy="7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26" name="Freeform 632"/>
              <p:cNvSpPr>
                <a:spLocks/>
              </p:cNvSpPr>
              <p:nvPr userDrawn="1"/>
            </p:nvSpPr>
            <p:spPr bwMode="gray">
              <a:xfrm>
                <a:off x="2922" y="2137"/>
                <a:ext cx="4" cy="6"/>
              </a:xfrm>
              <a:custGeom>
                <a:avLst/>
                <a:gdLst>
                  <a:gd name="T0" fmla="*/ 4 w 4"/>
                  <a:gd name="T1" fmla="*/ 0 h 6"/>
                  <a:gd name="T2" fmla="*/ 2 w 4"/>
                  <a:gd name="T3" fmla="*/ 2 h 6"/>
                  <a:gd name="T4" fmla="*/ 2 w 4"/>
                  <a:gd name="T5" fmla="*/ 4 h 6"/>
                  <a:gd name="T6" fmla="*/ 2 w 4"/>
                  <a:gd name="T7" fmla="*/ 6 h 6"/>
                  <a:gd name="T8" fmla="*/ 0 w 4"/>
                  <a:gd name="T9" fmla="*/ 6 h 6"/>
                  <a:gd name="T10" fmla="*/ 0 w 4"/>
                  <a:gd name="T11" fmla="*/ 6 h 6"/>
                  <a:gd name="T12" fmla="*/ 2 w 4"/>
                  <a:gd name="T13" fmla="*/ 4 h 6"/>
                  <a:gd name="T14" fmla="*/ 2 w 4"/>
                  <a:gd name="T15" fmla="*/ 4 h 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2" y="4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27" name="Line 633"/>
              <p:cNvSpPr>
                <a:spLocks noChangeShapeType="1"/>
              </p:cNvSpPr>
              <p:nvPr userDrawn="1"/>
            </p:nvSpPr>
            <p:spPr bwMode="gray">
              <a:xfrm>
                <a:off x="2924" y="2141"/>
                <a:ext cx="205" cy="7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28" name="Freeform 634"/>
              <p:cNvSpPr>
                <a:spLocks/>
              </p:cNvSpPr>
              <p:nvPr userDrawn="1"/>
            </p:nvSpPr>
            <p:spPr bwMode="gray">
              <a:xfrm>
                <a:off x="3122" y="2213"/>
                <a:ext cx="7" cy="8"/>
              </a:xfrm>
              <a:custGeom>
                <a:avLst/>
                <a:gdLst>
                  <a:gd name="T0" fmla="*/ 7 w 7"/>
                  <a:gd name="T1" fmla="*/ 7 h 8"/>
                  <a:gd name="T2" fmla="*/ 5 w 7"/>
                  <a:gd name="T3" fmla="*/ 8 h 8"/>
                  <a:gd name="T4" fmla="*/ 1 w 7"/>
                  <a:gd name="T5" fmla="*/ 8 h 8"/>
                  <a:gd name="T6" fmla="*/ 0 w 7"/>
                  <a:gd name="T7" fmla="*/ 7 h 8"/>
                  <a:gd name="T8" fmla="*/ 0 w 7"/>
                  <a:gd name="T9" fmla="*/ 3 h 8"/>
                  <a:gd name="T10" fmla="*/ 0 w 7"/>
                  <a:gd name="T11" fmla="*/ 0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8">
                    <a:moveTo>
                      <a:pt x="7" y="7"/>
                    </a:moveTo>
                    <a:lnTo>
                      <a:pt x="5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29" name="Freeform 635"/>
              <p:cNvSpPr>
                <a:spLocks/>
              </p:cNvSpPr>
              <p:nvPr userDrawn="1"/>
            </p:nvSpPr>
            <p:spPr bwMode="gray">
              <a:xfrm>
                <a:off x="2782" y="1924"/>
                <a:ext cx="7" cy="16"/>
              </a:xfrm>
              <a:custGeom>
                <a:avLst/>
                <a:gdLst>
                  <a:gd name="T0" fmla="*/ 7 w 7"/>
                  <a:gd name="T1" fmla="*/ 0 h 16"/>
                  <a:gd name="T2" fmla="*/ 7 w 7"/>
                  <a:gd name="T3" fmla="*/ 3 h 16"/>
                  <a:gd name="T4" fmla="*/ 6 w 7"/>
                  <a:gd name="T5" fmla="*/ 9 h 16"/>
                  <a:gd name="T6" fmla="*/ 4 w 7"/>
                  <a:gd name="T7" fmla="*/ 12 h 16"/>
                  <a:gd name="T8" fmla="*/ 0 w 7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16">
                    <a:moveTo>
                      <a:pt x="7" y="0"/>
                    </a:moveTo>
                    <a:lnTo>
                      <a:pt x="7" y="3"/>
                    </a:lnTo>
                    <a:lnTo>
                      <a:pt x="6" y="9"/>
                    </a:lnTo>
                    <a:lnTo>
                      <a:pt x="4" y="12"/>
                    </a:lnTo>
                    <a:lnTo>
                      <a:pt x="0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30" name="Line 636"/>
              <p:cNvSpPr>
                <a:spLocks noChangeShapeType="1"/>
              </p:cNvSpPr>
              <p:nvPr userDrawn="1"/>
            </p:nvSpPr>
            <p:spPr bwMode="gray">
              <a:xfrm flipH="1">
                <a:off x="3290" y="2039"/>
                <a:ext cx="1" cy="7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31" name="Line 637"/>
              <p:cNvSpPr>
                <a:spLocks noChangeShapeType="1"/>
              </p:cNvSpPr>
              <p:nvPr userDrawn="1"/>
            </p:nvSpPr>
            <p:spPr bwMode="gray">
              <a:xfrm>
                <a:off x="3284" y="2038"/>
                <a:ext cx="1" cy="7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32" name="Freeform 638"/>
              <p:cNvSpPr>
                <a:spLocks/>
              </p:cNvSpPr>
              <p:nvPr userDrawn="1"/>
            </p:nvSpPr>
            <p:spPr bwMode="gray">
              <a:xfrm>
                <a:off x="3284" y="2108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2 w 6"/>
                  <a:gd name="T3" fmla="*/ 1 h 10"/>
                  <a:gd name="T4" fmla="*/ 6 w 6"/>
                  <a:gd name="T5" fmla="*/ 5 h 10"/>
                  <a:gd name="T6" fmla="*/ 6 w 6"/>
                  <a:gd name="T7" fmla="*/ 7 h 10"/>
                  <a:gd name="T8" fmla="*/ 2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2" y="1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2" y="1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33" name="Line 639"/>
              <p:cNvSpPr>
                <a:spLocks noChangeShapeType="1"/>
              </p:cNvSpPr>
              <p:nvPr userDrawn="1"/>
            </p:nvSpPr>
            <p:spPr bwMode="gray">
              <a:xfrm flipV="1">
                <a:off x="3286" y="2038"/>
                <a:ext cx="2" cy="8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34" name="Freeform 640"/>
              <p:cNvSpPr>
                <a:spLocks/>
              </p:cNvSpPr>
              <p:nvPr userDrawn="1"/>
            </p:nvSpPr>
            <p:spPr bwMode="gray">
              <a:xfrm>
                <a:off x="3276" y="2108"/>
                <a:ext cx="8" cy="17"/>
              </a:xfrm>
              <a:custGeom>
                <a:avLst/>
                <a:gdLst>
                  <a:gd name="T0" fmla="*/ 0 w 8"/>
                  <a:gd name="T1" fmla="*/ 17 h 17"/>
                  <a:gd name="T2" fmla="*/ 3 w 8"/>
                  <a:gd name="T3" fmla="*/ 14 h 17"/>
                  <a:gd name="T4" fmla="*/ 7 w 8"/>
                  <a:gd name="T5" fmla="*/ 10 h 17"/>
                  <a:gd name="T6" fmla="*/ 7 w 8"/>
                  <a:gd name="T7" fmla="*/ 5 h 17"/>
                  <a:gd name="T8" fmla="*/ 8 w 8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lnTo>
                      <a:pt x="3" y="14"/>
                    </a:lnTo>
                    <a:lnTo>
                      <a:pt x="7" y="10"/>
                    </a:lnTo>
                    <a:lnTo>
                      <a:pt x="7" y="5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35" name="Freeform 641"/>
              <p:cNvSpPr>
                <a:spLocks/>
              </p:cNvSpPr>
              <p:nvPr userDrawn="1"/>
            </p:nvSpPr>
            <p:spPr bwMode="gray">
              <a:xfrm>
                <a:off x="3202" y="2165"/>
                <a:ext cx="12" cy="7"/>
              </a:xfrm>
              <a:custGeom>
                <a:avLst/>
                <a:gdLst>
                  <a:gd name="T0" fmla="*/ 12 w 12"/>
                  <a:gd name="T1" fmla="*/ 0 h 7"/>
                  <a:gd name="T2" fmla="*/ 11 w 12"/>
                  <a:gd name="T3" fmla="*/ 4 h 7"/>
                  <a:gd name="T4" fmla="*/ 9 w 12"/>
                  <a:gd name="T5" fmla="*/ 7 h 7"/>
                  <a:gd name="T6" fmla="*/ 5 w 12"/>
                  <a:gd name="T7" fmla="*/ 7 h 7"/>
                  <a:gd name="T8" fmla="*/ 0 w 12"/>
                  <a:gd name="T9" fmla="*/ 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7">
                    <a:moveTo>
                      <a:pt x="12" y="0"/>
                    </a:moveTo>
                    <a:lnTo>
                      <a:pt x="11" y="4"/>
                    </a:lnTo>
                    <a:lnTo>
                      <a:pt x="9" y="7"/>
                    </a:lnTo>
                    <a:lnTo>
                      <a:pt x="5" y="7"/>
                    </a:lnTo>
                    <a:lnTo>
                      <a:pt x="0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36" name="Line 642"/>
              <p:cNvSpPr>
                <a:spLocks noChangeShapeType="1"/>
              </p:cNvSpPr>
              <p:nvPr userDrawn="1"/>
            </p:nvSpPr>
            <p:spPr bwMode="gray">
              <a:xfrm flipV="1">
                <a:off x="3137" y="2125"/>
                <a:ext cx="146" cy="9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37" name="Line 643"/>
              <p:cNvSpPr>
                <a:spLocks noChangeShapeType="1"/>
              </p:cNvSpPr>
              <p:nvPr userDrawn="1"/>
            </p:nvSpPr>
            <p:spPr bwMode="gray">
              <a:xfrm flipV="1">
                <a:off x="3141" y="2118"/>
                <a:ext cx="145" cy="9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38" name="Freeform 644"/>
              <p:cNvSpPr>
                <a:spLocks/>
              </p:cNvSpPr>
              <p:nvPr userDrawn="1"/>
            </p:nvSpPr>
            <p:spPr bwMode="gray">
              <a:xfrm>
                <a:off x="3276" y="2118"/>
                <a:ext cx="10" cy="9"/>
              </a:xfrm>
              <a:custGeom>
                <a:avLst/>
                <a:gdLst>
                  <a:gd name="T0" fmla="*/ 10 w 10"/>
                  <a:gd name="T1" fmla="*/ 0 h 9"/>
                  <a:gd name="T2" fmla="*/ 10 w 10"/>
                  <a:gd name="T3" fmla="*/ 4 h 9"/>
                  <a:gd name="T4" fmla="*/ 8 w 10"/>
                  <a:gd name="T5" fmla="*/ 7 h 9"/>
                  <a:gd name="T6" fmla="*/ 5 w 10"/>
                  <a:gd name="T7" fmla="*/ 9 h 9"/>
                  <a:gd name="T8" fmla="*/ 0 w 10"/>
                  <a:gd name="T9" fmla="*/ 7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9">
                    <a:moveTo>
                      <a:pt x="10" y="0"/>
                    </a:moveTo>
                    <a:lnTo>
                      <a:pt x="10" y="4"/>
                    </a:lnTo>
                    <a:lnTo>
                      <a:pt x="8" y="7"/>
                    </a:lnTo>
                    <a:lnTo>
                      <a:pt x="5" y="9"/>
                    </a:lnTo>
                    <a:lnTo>
                      <a:pt x="0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39" name="Line 645"/>
              <p:cNvSpPr>
                <a:spLocks noChangeShapeType="1"/>
              </p:cNvSpPr>
              <p:nvPr userDrawn="1"/>
            </p:nvSpPr>
            <p:spPr bwMode="gray">
              <a:xfrm flipH="1">
                <a:off x="3129" y="2125"/>
                <a:ext cx="147" cy="9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40" name="Freeform 646"/>
              <p:cNvSpPr>
                <a:spLocks/>
              </p:cNvSpPr>
              <p:nvPr userDrawn="1"/>
            </p:nvSpPr>
            <p:spPr bwMode="gray">
              <a:xfrm>
                <a:off x="3129" y="2213"/>
                <a:ext cx="12" cy="8"/>
              </a:xfrm>
              <a:custGeom>
                <a:avLst/>
                <a:gdLst>
                  <a:gd name="T0" fmla="*/ 0 w 12"/>
                  <a:gd name="T1" fmla="*/ 7 h 8"/>
                  <a:gd name="T2" fmla="*/ 5 w 12"/>
                  <a:gd name="T3" fmla="*/ 8 h 8"/>
                  <a:gd name="T4" fmla="*/ 8 w 12"/>
                  <a:gd name="T5" fmla="*/ 7 h 8"/>
                  <a:gd name="T6" fmla="*/ 10 w 12"/>
                  <a:gd name="T7" fmla="*/ 3 h 8"/>
                  <a:gd name="T8" fmla="*/ 12 w 12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8">
                    <a:moveTo>
                      <a:pt x="0" y="7"/>
                    </a:moveTo>
                    <a:lnTo>
                      <a:pt x="5" y="8"/>
                    </a:lnTo>
                    <a:lnTo>
                      <a:pt x="8" y="7"/>
                    </a:lnTo>
                    <a:lnTo>
                      <a:pt x="10" y="3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41" name="Line 647"/>
              <p:cNvSpPr>
                <a:spLocks noChangeShapeType="1"/>
              </p:cNvSpPr>
              <p:nvPr userDrawn="1"/>
            </p:nvSpPr>
            <p:spPr bwMode="gray">
              <a:xfrm>
                <a:off x="2537" y="2097"/>
                <a:ext cx="2" cy="5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42" name="Line 648"/>
              <p:cNvSpPr>
                <a:spLocks noChangeShapeType="1"/>
              </p:cNvSpPr>
              <p:nvPr userDrawn="1"/>
            </p:nvSpPr>
            <p:spPr bwMode="gray">
              <a:xfrm>
                <a:off x="2541" y="2099"/>
                <a:ext cx="1" cy="5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43" name="Freeform 649"/>
              <p:cNvSpPr>
                <a:spLocks/>
              </p:cNvSpPr>
              <p:nvPr userDrawn="1"/>
            </p:nvSpPr>
            <p:spPr bwMode="gray">
              <a:xfrm>
                <a:off x="2539" y="2150"/>
                <a:ext cx="5" cy="10"/>
              </a:xfrm>
              <a:custGeom>
                <a:avLst/>
                <a:gdLst>
                  <a:gd name="T0" fmla="*/ 2 w 5"/>
                  <a:gd name="T1" fmla="*/ 0 h 10"/>
                  <a:gd name="T2" fmla="*/ 0 w 5"/>
                  <a:gd name="T3" fmla="*/ 3 h 10"/>
                  <a:gd name="T4" fmla="*/ 0 w 5"/>
                  <a:gd name="T5" fmla="*/ 5 h 10"/>
                  <a:gd name="T6" fmla="*/ 2 w 5"/>
                  <a:gd name="T7" fmla="*/ 8 h 10"/>
                  <a:gd name="T8" fmla="*/ 5 w 5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10">
                    <a:moveTo>
                      <a:pt x="2" y="0"/>
                    </a:moveTo>
                    <a:lnTo>
                      <a:pt x="0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5" y="1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44" name="Line 650"/>
              <p:cNvSpPr>
                <a:spLocks noChangeShapeType="1"/>
              </p:cNvSpPr>
              <p:nvPr userDrawn="1"/>
            </p:nvSpPr>
            <p:spPr bwMode="gray">
              <a:xfrm flipH="1" flipV="1">
                <a:off x="2543" y="2099"/>
                <a:ext cx="1" cy="6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45" name="Freeform 651"/>
              <p:cNvSpPr>
                <a:spLocks/>
              </p:cNvSpPr>
              <p:nvPr userDrawn="1"/>
            </p:nvSpPr>
            <p:spPr bwMode="gray">
              <a:xfrm>
                <a:off x="2541" y="2150"/>
                <a:ext cx="12" cy="17"/>
              </a:xfrm>
              <a:custGeom>
                <a:avLst/>
                <a:gdLst>
                  <a:gd name="T0" fmla="*/ 12 w 12"/>
                  <a:gd name="T1" fmla="*/ 17 h 17"/>
                  <a:gd name="T2" fmla="*/ 7 w 12"/>
                  <a:gd name="T3" fmla="*/ 14 h 17"/>
                  <a:gd name="T4" fmla="*/ 3 w 12"/>
                  <a:gd name="T5" fmla="*/ 10 h 17"/>
                  <a:gd name="T6" fmla="*/ 2 w 12"/>
                  <a:gd name="T7" fmla="*/ 5 h 17"/>
                  <a:gd name="T8" fmla="*/ 0 w 12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7">
                    <a:moveTo>
                      <a:pt x="12" y="17"/>
                    </a:moveTo>
                    <a:lnTo>
                      <a:pt x="7" y="14"/>
                    </a:lnTo>
                    <a:lnTo>
                      <a:pt x="3" y="10"/>
                    </a:ln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46" name="Freeform 652"/>
              <p:cNvSpPr>
                <a:spLocks/>
              </p:cNvSpPr>
              <p:nvPr userDrawn="1"/>
            </p:nvSpPr>
            <p:spPr bwMode="gray">
              <a:xfrm>
                <a:off x="2821" y="1954"/>
                <a:ext cx="10" cy="15"/>
              </a:xfrm>
              <a:custGeom>
                <a:avLst/>
                <a:gdLst>
                  <a:gd name="T0" fmla="*/ 10 w 10"/>
                  <a:gd name="T1" fmla="*/ 15 h 15"/>
                  <a:gd name="T2" fmla="*/ 10 w 10"/>
                  <a:gd name="T3" fmla="*/ 10 h 15"/>
                  <a:gd name="T4" fmla="*/ 7 w 10"/>
                  <a:gd name="T5" fmla="*/ 7 h 15"/>
                  <a:gd name="T6" fmla="*/ 3 w 10"/>
                  <a:gd name="T7" fmla="*/ 1 h 15"/>
                  <a:gd name="T8" fmla="*/ 0 w 10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5">
                    <a:moveTo>
                      <a:pt x="10" y="15"/>
                    </a:moveTo>
                    <a:lnTo>
                      <a:pt x="10" y="10"/>
                    </a:lnTo>
                    <a:lnTo>
                      <a:pt x="7" y="7"/>
                    </a:lnTo>
                    <a:lnTo>
                      <a:pt x="3" y="1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47" name="Line 653"/>
              <p:cNvSpPr>
                <a:spLocks noChangeShapeType="1"/>
              </p:cNvSpPr>
              <p:nvPr userDrawn="1"/>
            </p:nvSpPr>
            <p:spPr bwMode="gray">
              <a:xfrm flipH="1">
                <a:off x="2751" y="1912"/>
                <a:ext cx="157" cy="9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48" name="Line 654"/>
              <p:cNvSpPr>
                <a:spLocks noChangeShapeType="1"/>
              </p:cNvSpPr>
              <p:nvPr userDrawn="1"/>
            </p:nvSpPr>
            <p:spPr bwMode="gray">
              <a:xfrm flipH="1">
                <a:off x="2754" y="1924"/>
                <a:ext cx="154" cy="9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49" name="Freeform 655"/>
              <p:cNvSpPr>
                <a:spLocks/>
              </p:cNvSpPr>
              <p:nvPr userDrawn="1"/>
            </p:nvSpPr>
            <p:spPr bwMode="gray">
              <a:xfrm>
                <a:off x="2744" y="1999"/>
                <a:ext cx="10" cy="18"/>
              </a:xfrm>
              <a:custGeom>
                <a:avLst/>
                <a:gdLst>
                  <a:gd name="T0" fmla="*/ 10 w 10"/>
                  <a:gd name="T1" fmla="*/ 18 h 18"/>
                  <a:gd name="T2" fmla="*/ 9 w 10"/>
                  <a:gd name="T3" fmla="*/ 12 h 18"/>
                  <a:gd name="T4" fmla="*/ 7 w 10"/>
                  <a:gd name="T5" fmla="*/ 7 h 18"/>
                  <a:gd name="T6" fmla="*/ 3 w 10"/>
                  <a:gd name="T7" fmla="*/ 4 h 18"/>
                  <a:gd name="T8" fmla="*/ 0 w 1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10" y="18"/>
                    </a:moveTo>
                    <a:lnTo>
                      <a:pt x="9" y="12"/>
                    </a:lnTo>
                    <a:lnTo>
                      <a:pt x="7" y="7"/>
                    </a:lnTo>
                    <a:lnTo>
                      <a:pt x="3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50" name="Line 656"/>
              <p:cNvSpPr>
                <a:spLocks noChangeShapeType="1"/>
              </p:cNvSpPr>
              <p:nvPr userDrawn="1"/>
            </p:nvSpPr>
            <p:spPr bwMode="gray">
              <a:xfrm flipV="1">
                <a:off x="2744" y="1903"/>
                <a:ext cx="161" cy="9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51" name="Freeform 657"/>
              <p:cNvSpPr>
                <a:spLocks/>
              </p:cNvSpPr>
              <p:nvPr userDrawn="1"/>
            </p:nvSpPr>
            <p:spPr bwMode="gray">
              <a:xfrm>
                <a:off x="2905" y="1903"/>
                <a:ext cx="5" cy="21"/>
              </a:xfrm>
              <a:custGeom>
                <a:avLst/>
                <a:gdLst>
                  <a:gd name="T0" fmla="*/ 3 w 5"/>
                  <a:gd name="T1" fmla="*/ 21 h 21"/>
                  <a:gd name="T2" fmla="*/ 5 w 5"/>
                  <a:gd name="T3" fmla="*/ 16 h 21"/>
                  <a:gd name="T4" fmla="*/ 5 w 5"/>
                  <a:gd name="T5" fmla="*/ 10 h 21"/>
                  <a:gd name="T6" fmla="*/ 3 w 5"/>
                  <a:gd name="T7" fmla="*/ 5 h 21"/>
                  <a:gd name="T8" fmla="*/ 0 w 5"/>
                  <a:gd name="T9" fmla="*/ 0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21">
                    <a:moveTo>
                      <a:pt x="3" y="21"/>
                    </a:moveTo>
                    <a:lnTo>
                      <a:pt x="5" y="16"/>
                    </a:lnTo>
                    <a:lnTo>
                      <a:pt x="5" y="10"/>
                    </a:lnTo>
                    <a:lnTo>
                      <a:pt x="3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52" name="Freeform 658"/>
              <p:cNvSpPr>
                <a:spLocks/>
              </p:cNvSpPr>
              <p:nvPr userDrawn="1"/>
            </p:nvSpPr>
            <p:spPr bwMode="gray">
              <a:xfrm>
                <a:off x="2735" y="2125"/>
                <a:ext cx="19" cy="4"/>
              </a:xfrm>
              <a:custGeom>
                <a:avLst/>
                <a:gdLst>
                  <a:gd name="T0" fmla="*/ 19 w 19"/>
                  <a:gd name="T1" fmla="*/ 0 h 4"/>
                  <a:gd name="T2" fmla="*/ 14 w 19"/>
                  <a:gd name="T3" fmla="*/ 2 h 4"/>
                  <a:gd name="T4" fmla="*/ 11 w 19"/>
                  <a:gd name="T5" fmla="*/ 4 h 4"/>
                  <a:gd name="T6" fmla="*/ 5 w 19"/>
                  <a:gd name="T7" fmla="*/ 4 h 4"/>
                  <a:gd name="T8" fmla="*/ 0 w 19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19" y="0"/>
                    </a:moveTo>
                    <a:lnTo>
                      <a:pt x="14" y="2"/>
                    </a:lnTo>
                    <a:lnTo>
                      <a:pt x="11" y="4"/>
                    </a:lnTo>
                    <a:lnTo>
                      <a:pt x="5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53" name="Line 659"/>
              <p:cNvSpPr>
                <a:spLocks noChangeShapeType="1"/>
              </p:cNvSpPr>
              <p:nvPr userDrawn="1"/>
            </p:nvSpPr>
            <p:spPr bwMode="gray">
              <a:xfrm>
                <a:off x="2744" y="2018"/>
                <a:ext cx="2" cy="21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54" name="Line 660"/>
              <p:cNvSpPr>
                <a:spLocks noChangeShapeType="1"/>
              </p:cNvSpPr>
              <p:nvPr userDrawn="1"/>
            </p:nvSpPr>
            <p:spPr bwMode="gray">
              <a:xfrm>
                <a:off x="2754" y="2017"/>
                <a:ext cx="1" cy="21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55" name="Freeform 661"/>
              <p:cNvSpPr>
                <a:spLocks/>
              </p:cNvSpPr>
              <p:nvPr userDrawn="1"/>
            </p:nvSpPr>
            <p:spPr bwMode="gray">
              <a:xfrm>
                <a:off x="2735" y="2234"/>
                <a:ext cx="19" cy="3"/>
              </a:xfrm>
              <a:custGeom>
                <a:avLst/>
                <a:gdLst>
                  <a:gd name="T0" fmla="*/ 19 w 19"/>
                  <a:gd name="T1" fmla="*/ 0 h 3"/>
                  <a:gd name="T2" fmla="*/ 14 w 19"/>
                  <a:gd name="T3" fmla="*/ 3 h 3"/>
                  <a:gd name="T4" fmla="*/ 11 w 19"/>
                  <a:gd name="T5" fmla="*/ 3 h 3"/>
                  <a:gd name="T6" fmla="*/ 5 w 19"/>
                  <a:gd name="T7" fmla="*/ 3 h 3"/>
                  <a:gd name="T8" fmla="*/ 0 w 19"/>
                  <a:gd name="T9" fmla="*/ 1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">
                    <a:moveTo>
                      <a:pt x="19" y="0"/>
                    </a:moveTo>
                    <a:lnTo>
                      <a:pt x="14" y="3"/>
                    </a:lnTo>
                    <a:lnTo>
                      <a:pt x="11" y="3"/>
                    </a:lnTo>
                    <a:lnTo>
                      <a:pt x="5" y="3"/>
                    </a:lnTo>
                    <a:lnTo>
                      <a:pt x="0" y="1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56" name="Line 662"/>
              <p:cNvSpPr>
                <a:spLocks noChangeShapeType="1"/>
              </p:cNvSpPr>
              <p:nvPr userDrawn="1"/>
            </p:nvSpPr>
            <p:spPr bwMode="gray">
              <a:xfrm flipV="1">
                <a:off x="2735" y="2017"/>
                <a:ext cx="1" cy="21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57" name="Freeform 663"/>
              <p:cNvSpPr>
                <a:spLocks/>
              </p:cNvSpPr>
              <p:nvPr userDrawn="1"/>
            </p:nvSpPr>
            <p:spPr bwMode="gray">
              <a:xfrm>
                <a:off x="2735" y="2017"/>
                <a:ext cx="19" cy="3"/>
              </a:xfrm>
              <a:custGeom>
                <a:avLst/>
                <a:gdLst>
                  <a:gd name="T0" fmla="*/ 19 w 19"/>
                  <a:gd name="T1" fmla="*/ 0 h 3"/>
                  <a:gd name="T2" fmla="*/ 14 w 19"/>
                  <a:gd name="T3" fmla="*/ 1 h 3"/>
                  <a:gd name="T4" fmla="*/ 9 w 19"/>
                  <a:gd name="T5" fmla="*/ 3 h 3"/>
                  <a:gd name="T6" fmla="*/ 4 w 19"/>
                  <a:gd name="T7" fmla="*/ 1 h 3"/>
                  <a:gd name="T8" fmla="*/ 0 w 19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">
                    <a:moveTo>
                      <a:pt x="19" y="0"/>
                    </a:moveTo>
                    <a:lnTo>
                      <a:pt x="14" y="1"/>
                    </a:lnTo>
                    <a:lnTo>
                      <a:pt x="9" y="3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58" name="Freeform 664"/>
              <p:cNvSpPr>
                <a:spLocks/>
              </p:cNvSpPr>
              <p:nvPr userDrawn="1"/>
            </p:nvSpPr>
            <p:spPr bwMode="gray">
              <a:xfrm>
                <a:off x="2821" y="2186"/>
                <a:ext cx="10" cy="9"/>
              </a:xfrm>
              <a:custGeom>
                <a:avLst/>
                <a:gdLst>
                  <a:gd name="T0" fmla="*/ 10 w 10"/>
                  <a:gd name="T1" fmla="*/ 0 h 9"/>
                  <a:gd name="T2" fmla="*/ 10 w 10"/>
                  <a:gd name="T3" fmla="*/ 4 h 9"/>
                  <a:gd name="T4" fmla="*/ 7 w 10"/>
                  <a:gd name="T5" fmla="*/ 7 h 9"/>
                  <a:gd name="T6" fmla="*/ 3 w 10"/>
                  <a:gd name="T7" fmla="*/ 9 h 9"/>
                  <a:gd name="T8" fmla="*/ 0 w 10"/>
                  <a:gd name="T9" fmla="*/ 7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9">
                    <a:moveTo>
                      <a:pt x="10" y="0"/>
                    </a:moveTo>
                    <a:lnTo>
                      <a:pt x="10" y="4"/>
                    </a:lnTo>
                    <a:lnTo>
                      <a:pt x="7" y="7"/>
                    </a:lnTo>
                    <a:lnTo>
                      <a:pt x="3" y="9"/>
                    </a:lnTo>
                    <a:lnTo>
                      <a:pt x="0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59" name="Line 665"/>
              <p:cNvSpPr>
                <a:spLocks noChangeShapeType="1"/>
              </p:cNvSpPr>
              <p:nvPr userDrawn="1"/>
            </p:nvSpPr>
            <p:spPr bwMode="gray">
              <a:xfrm flipV="1">
                <a:off x="2751" y="2144"/>
                <a:ext cx="157" cy="9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60" name="Line 666"/>
              <p:cNvSpPr>
                <a:spLocks noChangeShapeType="1"/>
              </p:cNvSpPr>
              <p:nvPr userDrawn="1"/>
            </p:nvSpPr>
            <p:spPr bwMode="gray">
              <a:xfrm flipV="1">
                <a:off x="2754" y="2139"/>
                <a:ext cx="152" cy="9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61" name="Freeform 667"/>
              <p:cNvSpPr>
                <a:spLocks/>
              </p:cNvSpPr>
              <p:nvPr userDrawn="1"/>
            </p:nvSpPr>
            <p:spPr bwMode="gray">
              <a:xfrm>
                <a:off x="2905" y="2139"/>
                <a:ext cx="3" cy="5"/>
              </a:xfrm>
              <a:custGeom>
                <a:avLst/>
                <a:gdLst>
                  <a:gd name="T0" fmla="*/ 1 w 3"/>
                  <a:gd name="T1" fmla="*/ 0 h 5"/>
                  <a:gd name="T2" fmla="*/ 3 w 3"/>
                  <a:gd name="T3" fmla="*/ 2 h 5"/>
                  <a:gd name="T4" fmla="*/ 3 w 3"/>
                  <a:gd name="T5" fmla="*/ 4 h 5"/>
                  <a:gd name="T6" fmla="*/ 3 w 3"/>
                  <a:gd name="T7" fmla="*/ 4 h 5"/>
                  <a:gd name="T8" fmla="*/ 1 w 3"/>
                  <a:gd name="T9" fmla="*/ 5 h 5"/>
                  <a:gd name="T10" fmla="*/ 1 w 3"/>
                  <a:gd name="T11" fmla="*/ 5 h 5"/>
                  <a:gd name="T12" fmla="*/ 0 w 3"/>
                  <a:gd name="T13" fmla="*/ 4 h 5"/>
                  <a:gd name="T14" fmla="*/ 0 w 3"/>
                  <a:gd name="T15" fmla="*/ 2 h 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" h="5">
                    <a:moveTo>
                      <a:pt x="1" y="0"/>
                    </a:moveTo>
                    <a:lnTo>
                      <a:pt x="3" y="2"/>
                    </a:lnTo>
                    <a:lnTo>
                      <a:pt x="3" y="4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62" name="Line 668"/>
              <p:cNvSpPr>
                <a:spLocks noChangeShapeType="1"/>
              </p:cNvSpPr>
              <p:nvPr userDrawn="1"/>
            </p:nvSpPr>
            <p:spPr bwMode="gray">
              <a:xfrm flipH="1">
                <a:off x="2744" y="2141"/>
                <a:ext cx="161" cy="10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663" name="Freeform 669"/>
              <p:cNvSpPr>
                <a:spLocks/>
              </p:cNvSpPr>
              <p:nvPr userDrawn="1"/>
            </p:nvSpPr>
            <p:spPr bwMode="gray">
              <a:xfrm>
                <a:off x="2744" y="2234"/>
                <a:ext cx="10" cy="8"/>
              </a:xfrm>
              <a:custGeom>
                <a:avLst/>
                <a:gdLst>
                  <a:gd name="T0" fmla="*/ 0 w 10"/>
                  <a:gd name="T1" fmla="*/ 8 h 8"/>
                  <a:gd name="T2" fmla="*/ 3 w 10"/>
                  <a:gd name="T3" fmla="*/ 8 h 8"/>
                  <a:gd name="T4" fmla="*/ 7 w 10"/>
                  <a:gd name="T5" fmla="*/ 8 h 8"/>
                  <a:gd name="T6" fmla="*/ 10 w 10"/>
                  <a:gd name="T7" fmla="*/ 5 h 8"/>
                  <a:gd name="T8" fmla="*/ 10 w 10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8">
                    <a:moveTo>
                      <a:pt x="0" y="8"/>
                    </a:moveTo>
                    <a:lnTo>
                      <a:pt x="3" y="8"/>
                    </a:lnTo>
                    <a:lnTo>
                      <a:pt x="7" y="8"/>
                    </a:lnTo>
                    <a:lnTo>
                      <a:pt x="10" y="5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</p:grpSp>
        <p:grpSp>
          <p:nvGrpSpPr>
            <p:cNvPr id="209" name="Group 670"/>
            <p:cNvGrpSpPr>
              <a:grpSpLocks/>
            </p:cNvGrpSpPr>
            <p:nvPr userDrawn="1"/>
          </p:nvGrpSpPr>
          <p:grpSpPr bwMode="auto">
            <a:xfrm>
              <a:off x="2111" y="670"/>
              <a:ext cx="1572" cy="1574"/>
              <a:chOff x="2111" y="670"/>
              <a:chExt cx="1572" cy="1574"/>
            </a:xfrm>
          </p:grpSpPr>
          <p:sp>
            <p:nvSpPr>
              <p:cNvPr id="264" name="Freeform 671"/>
              <p:cNvSpPr>
                <a:spLocks/>
              </p:cNvSpPr>
              <p:nvPr userDrawn="1"/>
            </p:nvSpPr>
            <p:spPr bwMode="gray">
              <a:xfrm>
                <a:off x="2639" y="2197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3 h 9"/>
                  <a:gd name="T4" fmla="*/ 2 w 9"/>
                  <a:gd name="T5" fmla="*/ 7 h 9"/>
                  <a:gd name="T6" fmla="*/ 5 w 9"/>
                  <a:gd name="T7" fmla="*/ 9 h 9"/>
                  <a:gd name="T8" fmla="*/ 7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3"/>
                    </a:lnTo>
                    <a:lnTo>
                      <a:pt x="2" y="7"/>
                    </a:lnTo>
                    <a:lnTo>
                      <a:pt x="5" y="9"/>
                    </a:lnTo>
                    <a:lnTo>
                      <a:pt x="7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65" name="Line 672"/>
              <p:cNvSpPr>
                <a:spLocks noChangeShapeType="1"/>
              </p:cNvSpPr>
              <p:nvPr userDrawn="1"/>
            </p:nvSpPr>
            <p:spPr bwMode="gray">
              <a:xfrm>
                <a:off x="2546" y="2167"/>
                <a:ext cx="191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66" name="Line 673"/>
              <p:cNvSpPr>
                <a:spLocks noChangeShapeType="1"/>
              </p:cNvSpPr>
              <p:nvPr userDrawn="1"/>
            </p:nvSpPr>
            <p:spPr bwMode="gray">
              <a:xfrm>
                <a:off x="2544" y="2160"/>
                <a:ext cx="191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67" name="Freeform 674"/>
              <p:cNvSpPr>
                <a:spLocks/>
              </p:cNvSpPr>
              <p:nvPr userDrawn="1"/>
            </p:nvSpPr>
            <p:spPr bwMode="gray">
              <a:xfrm>
                <a:off x="2735" y="2235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4 h 9"/>
                  <a:gd name="T4" fmla="*/ 2 w 9"/>
                  <a:gd name="T5" fmla="*/ 6 h 9"/>
                  <a:gd name="T6" fmla="*/ 4 w 9"/>
                  <a:gd name="T7" fmla="*/ 7 h 9"/>
                  <a:gd name="T8" fmla="*/ 5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4"/>
                    </a:lnTo>
                    <a:lnTo>
                      <a:pt x="2" y="6"/>
                    </a:lnTo>
                    <a:lnTo>
                      <a:pt x="4" y="7"/>
                    </a:lnTo>
                    <a:lnTo>
                      <a:pt x="5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68" name="Line 675"/>
              <p:cNvSpPr>
                <a:spLocks noChangeShapeType="1"/>
              </p:cNvSpPr>
              <p:nvPr userDrawn="1"/>
            </p:nvSpPr>
            <p:spPr bwMode="gray">
              <a:xfrm flipH="1" flipV="1">
                <a:off x="2553" y="2167"/>
                <a:ext cx="191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69" name="Freeform 676"/>
              <p:cNvSpPr>
                <a:spLocks/>
              </p:cNvSpPr>
              <p:nvPr userDrawn="1"/>
            </p:nvSpPr>
            <p:spPr bwMode="gray">
              <a:xfrm>
                <a:off x="2544" y="2160"/>
                <a:ext cx="9" cy="7"/>
              </a:xfrm>
              <a:custGeom>
                <a:avLst/>
                <a:gdLst>
                  <a:gd name="T0" fmla="*/ 9 w 9"/>
                  <a:gd name="T1" fmla="*/ 7 h 7"/>
                  <a:gd name="T2" fmla="*/ 6 w 9"/>
                  <a:gd name="T3" fmla="*/ 7 h 7"/>
                  <a:gd name="T4" fmla="*/ 2 w 9"/>
                  <a:gd name="T5" fmla="*/ 7 h 7"/>
                  <a:gd name="T6" fmla="*/ 0 w 9"/>
                  <a:gd name="T7" fmla="*/ 5 h 7"/>
                  <a:gd name="T8" fmla="*/ 0 w 9"/>
                  <a:gd name="T9" fmla="*/ 4 h 7"/>
                  <a:gd name="T10" fmla="*/ 0 w 9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7">
                    <a:moveTo>
                      <a:pt x="9" y="7"/>
                    </a:moveTo>
                    <a:lnTo>
                      <a:pt x="6" y="7"/>
                    </a:lnTo>
                    <a:lnTo>
                      <a:pt x="2" y="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70" name="Freeform 677"/>
              <p:cNvSpPr>
                <a:spLocks/>
              </p:cNvSpPr>
              <p:nvPr userDrawn="1"/>
            </p:nvSpPr>
            <p:spPr bwMode="gray">
              <a:xfrm>
                <a:off x="2688" y="840"/>
                <a:ext cx="3" cy="7"/>
              </a:xfrm>
              <a:custGeom>
                <a:avLst/>
                <a:gdLst>
                  <a:gd name="T0" fmla="*/ 2 w 3"/>
                  <a:gd name="T1" fmla="*/ 7 h 7"/>
                  <a:gd name="T2" fmla="*/ 3 w 3"/>
                  <a:gd name="T3" fmla="*/ 5 h 7"/>
                  <a:gd name="T4" fmla="*/ 3 w 3"/>
                  <a:gd name="T5" fmla="*/ 3 h 7"/>
                  <a:gd name="T6" fmla="*/ 3 w 3"/>
                  <a:gd name="T7" fmla="*/ 0 h 7"/>
                  <a:gd name="T8" fmla="*/ 0 w 3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7">
                    <a:moveTo>
                      <a:pt x="2" y="7"/>
                    </a:moveTo>
                    <a:lnTo>
                      <a:pt x="3" y="5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71" name="Freeform 678"/>
              <p:cNvSpPr>
                <a:spLocks/>
              </p:cNvSpPr>
              <p:nvPr userDrawn="1"/>
            </p:nvSpPr>
            <p:spPr bwMode="gray">
              <a:xfrm>
                <a:off x="2630" y="866"/>
                <a:ext cx="12" cy="9"/>
              </a:xfrm>
              <a:custGeom>
                <a:avLst/>
                <a:gdLst>
                  <a:gd name="T0" fmla="*/ 0 w 12"/>
                  <a:gd name="T1" fmla="*/ 9 h 9"/>
                  <a:gd name="T2" fmla="*/ 2 w 12"/>
                  <a:gd name="T3" fmla="*/ 5 h 9"/>
                  <a:gd name="T4" fmla="*/ 4 w 12"/>
                  <a:gd name="T5" fmla="*/ 2 h 9"/>
                  <a:gd name="T6" fmla="*/ 5 w 12"/>
                  <a:gd name="T7" fmla="*/ 0 h 9"/>
                  <a:gd name="T8" fmla="*/ 9 w 12"/>
                  <a:gd name="T9" fmla="*/ 0 h 9"/>
                  <a:gd name="T10" fmla="*/ 12 w 12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lnTo>
                      <a:pt x="2" y="5"/>
                    </a:lnTo>
                    <a:lnTo>
                      <a:pt x="4" y="2"/>
                    </a:lnTo>
                    <a:lnTo>
                      <a:pt x="5" y="0"/>
                    </a:lnTo>
                    <a:lnTo>
                      <a:pt x="9" y="0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72" name="Line 679"/>
              <p:cNvSpPr>
                <a:spLocks noChangeShapeType="1"/>
              </p:cNvSpPr>
              <p:nvPr userDrawn="1"/>
            </p:nvSpPr>
            <p:spPr bwMode="gray">
              <a:xfrm flipH="1">
                <a:off x="2530" y="836"/>
                <a:ext cx="167" cy="8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73" name="Line 680"/>
              <p:cNvSpPr>
                <a:spLocks noChangeShapeType="1"/>
              </p:cNvSpPr>
              <p:nvPr userDrawn="1"/>
            </p:nvSpPr>
            <p:spPr bwMode="gray">
              <a:xfrm flipH="1">
                <a:off x="2529" y="847"/>
                <a:ext cx="161" cy="7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74" name="Freeform 681"/>
              <p:cNvSpPr>
                <a:spLocks/>
              </p:cNvSpPr>
              <p:nvPr userDrawn="1"/>
            </p:nvSpPr>
            <p:spPr bwMode="gray">
              <a:xfrm>
                <a:off x="2529" y="915"/>
                <a:ext cx="10" cy="10"/>
              </a:xfrm>
              <a:custGeom>
                <a:avLst/>
                <a:gdLst>
                  <a:gd name="T0" fmla="*/ 0 w 10"/>
                  <a:gd name="T1" fmla="*/ 10 h 10"/>
                  <a:gd name="T2" fmla="*/ 0 w 10"/>
                  <a:gd name="T3" fmla="*/ 7 h 10"/>
                  <a:gd name="T4" fmla="*/ 1 w 10"/>
                  <a:gd name="T5" fmla="*/ 3 h 10"/>
                  <a:gd name="T6" fmla="*/ 3 w 10"/>
                  <a:gd name="T7" fmla="*/ 2 h 10"/>
                  <a:gd name="T8" fmla="*/ 7 w 10"/>
                  <a:gd name="T9" fmla="*/ 0 h 10"/>
                  <a:gd name="T10" fmla="*/ 10 w 10"/>
                  <a:gd name="T11" fmla="*/ 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0">
                    <a:moveTo>
                      <a:pt x="0" y="10"/>
                    </a:moveTo>
                    <a:lnTo>
                      <a:pt x="0" y="7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7" y="0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75" name="Line 682"/>
              <p:cNvSpPr>
                <a:spLocks noChangeShapeType="1"/>
              </p:cNvSpPr>
              <p:nvPr userDrawn="1"/>
            </p:nvSpPr>
            <p:spPr bwMode="gray">
              <a:xfrm flipV="1">
                <a:off x="2539" y="833"/>
                <a:ext cx="170" cy="8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76" name="Freeform 683"/>
              <p:cNvSpPr>
                <a:spLocks/>
              </p:cNvSpPr>
              <p:nvPr userDrawn="1"/>
            </p:nvSpPr>
            <p:spPr bwMode="gray">
              <a:xfrm>
                <a:off x="2690" y="833"/>
                <a:ext cx="19" cy="14"/>
              </a:xfrm>
              <a:custGeom>
                <a:avLst/>
                <a:gdLst>
                  <a:gd name="T0" fmla="*/ 0 w 19"/>
                  <a:gd name="T1" fmla="*/ 14 h 14"/>
                  <a:gd name="T2" fmla="*/ 3 w 19"/>
                  <a:gd name="T3" fmla="*/ 8 h 14"/>
                  <a:gd name="T4" fmla="*/ 5 w 19"/>
                  <a:gd name="T5" fmla="*/ 5 h 14"/>
                  <a:gd name="T6" fmla="*/ 8 w 19"/>
                  <a:gd name="T7" fmla="*/ 1 h 14"/>
                  <a:gd name="T8" fmla="*/ 14 w 19"/>
                  <a:gd name="T9" fmla="*/ 0 h 14"/>
                  <a:gd name="T10" fmla="*/ 19 w 19"/>
                  <a:gd name="T11" fmla="*/ 0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14">
                    <a:moveTo>
                      <a:pt x="0" y="14"/>
                    </a:moveTo>
                    <a:lnTo>
                      <a:pt x="3" y="8"/>
                    </a:lnTo>
                    <a:lnTo>
                      <a:pt x="5" y="5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77" name="Freeform 684"/>
              <p:cNvSpPr>
                <a:spLocks/>
              </p:cNvSpPr>
              <p:nvPr userDrawn="1"/>
            </p:nvSpPr>
            <p:spPr bwMode="gray">
              <a:xfrm>
                <a:off x="2527" y="1043"/>
                <a:ext cx="5" cy="8"/>
              </a:xfrm>
              <a:custGeom>
                <a:avLst/>
                <a:gdLst>
                  <a:gd name="T0" fmla="*/ 2 w 5"/>
                  <a:gd name="T1" fmla="*/ 0 h 8"/>
                  <a:gd name="T2" fmla="*/ 0 w 5"/>
                  <a:gd name="T3" fmla="*/ 3 h 8"/>
                  <a:gd name="T4" fmla="*/ 0 w 5"/>
                  <a:gd name="T5" fmla="*/ 5 h 8"/>
                  <a:gd name="T6" fmla="*/ 2 w 5"/>
                  <a:gd name="T7" fmla="*/ 7 h 8"/>
                  <a:gd name="T8" fmla="*/ 5 w 5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2" y="0"/>
                    </a:moveTo>
                    <a:lnTo>
                      <a:pt x="0" y="3"/>
                    </a:lnTo>
                    <a:lnTo>
                      <a:pt x="0" y="5"/>
                    </a:lnTo>
                    <a:lnTo>
                      <a:pt x="2" y="7"/>
                    </a:lnTo>
                    <a:lnTo>
                      <a:pt x="5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78" name="Line 685"/>
              <p:cNvSpPr>
                <a:spLocks noChangeShapeType="1"/>
              </p:cNvSpPr>
              <p:nvPr userDrawn="1"/>
            </p:nvSpPr>
            <p:spPr bwMode="gray">
              <a:xfrm>
                <a:off x="2525" y="929"/>
                <a:ext cx="2" cy="23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79" name="Line 686"/>
              <p:cNvSpPr>
                <a:spLocks noChangeShapeType="1"/>
              </p:cNvSpPr>
              <p:nvPr userDrawn="1"/>
            </p:nvSpPr>
            <p:spPr bwMode="gray">
              <a:xfrm>
                <a:off x="2529" y="925"/>
                <a:ext cx="1" cy="23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80" name="Freeform 687"/>
              <p:cNvSpPr>
                <a:spLocks/>
              </p:cNvSpPr>
              <p:nvPr userDrawn="1"/>
            </p:nvSpPr>
            <p:spPr bwMode="gray">
              <a:xfrm>
                <a:off x="2529" y="1160"/>
                <a:ext cx="3" cy="8"/>
              </a:xfrm>
              <a:custGeom>
                <a:avLst/>
                <a:gdLst>
                  <a:gd name="T0" fmla="*/ 1 w 3"/>
                  <a:gd name="T1" fmla="*/ 0 h 8"/>
                  <a:gd name="T2" fmla="*/ 0 w 3"/>
                  <a:gd name="T3" fmla="*/ 1 h 8"/>
                  <a:gd name="T4" fmla="*/ 0 w 3"/>
                  <a:gd name="T5" fmla="*/ 5 h 8"/>
                  <a:gd name="T6" fmla="*/ 1 w 3"/>
                  <a:gd name="T7" fmla="*/ 7 h 8"/>
                  <a:gd name="T8" fmla="*/ 3 w 3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1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81" name="Line 688"/>
              <p:cNvSpPr>
                <a:spLocks noChangeShapeType="1"/>
              </p:cNvSpPr>
              <p:nvPr userDrawn="1"/>
            </p:nvSpPr>
            <p:spPr bwMode="gray">
              <a:xfrm flipH="1" flipV="1">
                <a:off x="2530" y="934"/>
                <a:ext cx="2" cy="23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82" name="Freeform 689"/>
              <p:cNvSpPr>
                <a:spLocks/>
              </p:cNvSpPr>
              <p:nvPr userDrawn="1"/>
            </p:nvSpPr>
            <p:spPr bwMode="gray">
              <a:xfrm>
                <a:off x="2525" y="925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2 w 5"/>
                  <a:gd name="T3" fmla="*/ 7 h 9"/>
                  <a:gd name="T4" fmla="*/ 0 w 5"/>
                  <a:gd name="T5" fmla="*/ 4 h 9"/>
                  <a:gd name="T6" fmla="*/ 0 w 5"/>
                  <a:gd name="T7" fmla="*/ 2 h 9"/>
                  <a:gd name="T8" fmla="*/ 4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lnTo>
                      <a:pt x="2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83" name="Freeform 690"/>
              <p:cNvSpPr>
                <a:spLocks/>
              </p:cNvSpPr>
              <p:nvPr userDrawn="1"/>
            </p:nvSpPr>
            <p:spPr bwMode="gray">
              <a:xfrm>
                <a:off x="2530" y="1160"/>
                <a:ext cx="13" cy="17"/>
              </a:xfrm>
              <a:custGeom>
                <a:avLst/>
                <a:gdLst>
                  <a:gd name="T0" fmla="*/ 0 w 13"/>
                  <a:gd name="T1" fmla="*/ 0 h 17"/>
                  <a:gd name="T2" fmla="*/ 2 w 13"/>
                  <a:gd name="T3" fmla="*/ 5 h 17"/>
                  <a:gd name="T4" fmla="*/ 4 w 13"/>
                  <a:gd name="T5" fmla="*/ 10 h 17"/>
                  <a:gd name="T6" fmla="*/ 7 w 13"/>
                  <a:gd name="T7" fmla="*/ 14 h 17"/>
                  <a:gd name="T8" fmla="*/ 13 w 13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7">
                    <a:moveTo>
                      <a:pt x="0" y="0"/>
                    </a:moveTo>
                    <a:lnTo>
                      <a:pt x="2" y="5"/>
                    </a:lnTo>
                    <a:lnTo>
                      <a:pt x="4" y="10"/>
                    </a:lnTo>
                    <a:lnTo>
                      <a:pt x="7" y="14"/>
                    </a:lnTo>
                    <a:lnTo>
                      <a:pt x="13" y="1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84" name="Freeform 691"/>
              <p:cNvSpPr>
                <a:spLocks/>
              </p:cNvSpPr>
              <p:nvPr userDrawn="1"/>
            </p:nvSpPr>
            <p:spPr bwMode="gray">
              <a:xfrm>
                <a:off x="2861" y="754"/>
                <a:ext cx="19" cy="2"/>
              </a:xfrm>
              <a:custGeom>
                <a:avLst/>
                <a:gdLst>
                  <a:gd name="T0" fmla="*/ 19 w 19"/>
                  <a:gd name="T1" fmla="*/ 0 h 2"/>
                  <a:gd name="T2" fmla="*/ 14 w 19"/>
                  <a:gd name="T3" fmla="*/ 2 h 2"/>
                  <a:gd name="T4" fmla="*/ 7 w 19"/>
                  <a:gd name="T5" fmla="*/ 2 h 2"/>
                  <a:gd name="T6" fmla="*/ 0 w 19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19" y="0"/>
                    </a:moveTo>
                    <a:lnTo>
                      <a:pt x="14" y="2"/>
                    </a:lnTo>
                    <a:lnTo>
                      <a:pt x="7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85" name="Freeform 692"/>
              <p:cNvSpPr>
                <a:spLocks/>
              </p:cNvSpPr>
              <p:nvPr userDrawn="1"/>
            </p:nvSpPr>
            <p:spPr bwMode="gray">
              <a:xfrm>
                <a:off x="3032" y="679"/>
                <a:ext cx="20" cy="1"/>
              </a:xfrm>
              <a:custGeom>
                <a:avLst/>
                <a:gdLst>
                  <a:gd name="T0" fmla="*/ 0 w 20"/>
                  <a:gd name="T1" fmla="*/ 1 h 1"/>
                  <a:gd name="T2" fmla="*/ 7 w 20"/>
                  <a:gd name="T3" fmla="*/ 0 h 1"/>
                  <a:gd name="T4" fmla="*/ 13 w 20"/>
                  <a:gd name="T5" fmla="*/ 0 h 1"/>
                  <a:gd name="T6" fmla="*/ 20 w 20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">
                    <a:moveTo>
                      <a:pt x="0" y="1"/>
                    </a:moveTo>
                    <a:lnTo>
                      <a:pt x="7" y="0"/>
                    </a:lnTo>
                    <a:lnTo>
                      <a:pt x="13" y="0"/>
                    </a:lnTo>
                    <a:lnTo>
                      <a:pt x="2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86" name="Freeform 693"/>
              <p:cNvSpPr>
                <a:spLocks/>
              </p:cNvSpPr>
              <p:nvPr userDrawn="1"/>
            </p:nvSpPr>
            <p:spPr bwMode="gray">
              <a:xfrm>
                <a:off x="2938" y="715"/>
                <a:ext cx="10" cy="11"/>
              </a:xfrm>
              <a:custGeom>
                <a:avLst/>
                <a:gdLst>
                  <a:gd name="T0" fmla="*/ 0 w 10"/>
                  <a:gd name="T1" fmla="*/ 11 h 11"/>
                  <a:gd name="T2" fmla="*/ 0 w 10"/>
                  <a:gd name="T3" fmla="*/ 7 h 11"/>
                  <a:gd name="T4" fmla="*/ 3 w 10"/>
                  <a:gd name="T5" fmla="*/ 4 h 11"/>
                  <a:gd name="T6" fmla="*/ 5 w 10"/>
                  <a:gd name="T7" fmla="*/ 2 h 11"/>
                  <a:gd name="T8" fmla="*/ 7 w 10"/>
                  <a:gd name="T9" fmla="*/ 0 h 11"/>
                  <a:gd name="T10" fmla="*/ 10 w 10"/>
                  <a:gd name="T11" fmla="*/ 2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1">
                    <a:moveTo>
                      <a:pt x="0" y="11"/>
                    </a:moveTo>
                    <a:lnTo>
                      <a:pt x="0" y="7"/>
                    </a:lnTo>
                    <a:lnTo>
                      <a:pt x="3" y="4"/>
                    </a:lnTo>
                    <a:lnTo>
                      <a:pt x="5" y="2"/>
                    </a:lnTo>
                    <a:lnTo>
                      <a:pt x="7" y="0"/>
                    </a:lnTo>
                    <a:lnTo>
                      <a:pt x="1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87" name="Line 694"/>
              <p:cNvSpPr>
                <a:spLocks noChangeShapeType="1"/>
              </p:cNvSpPr>
              <p:nvPr userDrawn="1"/>
            </p:nvSpPr>
            <p:spPr bwMode="gray">
              <a:xfrm flipH="1">
                <a:off x="2880" y="672"/>
                <a:ext cx="156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88" name="Line 695"/>
              <p:cNvSpPr>
                <a:spLocks noChangeShapeType="1"/>
              </p:cNvSpPr>
              <p:nvPr userDrawn="1"/>
            </p:nvSpPr>
            <p:spPr bwMode="gray">
              <a:xfrm flipH="1">
                <a:off x="2880" y="680"/>
                <a:ext cx="152" cy="7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89" name="Freeform 696"/>
              <p:cNvSpPr>
                <a:spLocks/>
              </p:cNvSpPr>
              <p:nvPr userDrawn="1"/>
            </p:nvSpPr>
            <p:spPr bwMode="gray">
              <a:xfrm>
                <a:off x="2880" y="747"/>
                <a:ext cx="4" cy="7"/>
              </a:xfrm>
              <a:custGeom>
                <a:avLst/>
                <a:gdLst>
                  <a:gd name="T0" fmla="*/ 0 w 4"/>
                  <a:gd name="T1" fmla="*/ 7 h 7"/>
                  <a:gd name="T2" fmla="*/ 0 w 4"/>
                  <a:gd name="T3" fmla="*/ 5 h 7"/>
                  <a:gd name="T4" fmla="*/ 0 w 4"/>
                  <a:gd name="T5" fmla="*/ 2 h 7"/>
                  <a:gd name="T6" fmla="*/ 0 w 4"/>
                  <a:gd name="T7" fmla="*/ 0 h 7"/>
                  <a:gd name="T8" fmla="*/ 2 w 4"/>
                  <a:gd name="T9" fmla="*/ 0 h 7"/>
                  <a:gd name="T10" fmla="*/ 4 w 4"/>
                  <a:gd name="T11" fmla="*/ 2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0" y="7"/>
                    </a:moveTo>
                    <a:lnTo>
                      <a:pt x="0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90" name="Line 697"/>
              <p:cNvSpPr>
                <a:spLocks noChangeShapeType="1"/>
              </p:cNvSpPr>
              <p:nvPr userDrawn="1"/>
            </p:nvSpPr>
            <p:spPr bwMode="gray">
              <a:xfrm flipV="1">
                <a:off x="2884" y="670"/>
                <a:ext cx="159" cy="7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91" name="Freeform 698"/>
              <p:cNvSpPr>
                <a:spLocks/>
              </p:cNvSpPr>
              <p:nvPr userDrawn="1"/>
            </p:nvSpPr>
            <p:spPr bwMode="gray">
              <a:xfrm>
                <a:off x="3032" y="670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7 w 11"/>
                  <a:gd name="T3" fmla="*/ 0 h 10"/>
                  <a:gd name="T4" fmla="*/ 4 w 11"/>
                  <a:gd name="T5" fmla="*/ 2 h 10"/>
                  <a:gd name="T6" fmla="*/ 2 w 11"/>
                  <a:gd name="T7" fmla="*/ 3 h 10"/>
                  <a:gd name="T8" fmla="*/ 0 w 11"/>
                  <a:gd name="T9" fmla="*/ 7 h 10"/>
                  <a:gd name="T10" fmla="*/ 0 w 11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10">
                    <a:moveTo>
                      <a:pt x="11" y="0"/>
                    </a:moveTo>
                    <a:lnTo>
                      <a:pt x="7" y="0"/>
                    </a:lnTo>
                    <a:lnTo>
                      <a:pt x="4" y="2"/>
                    </a:lnTo>
                    <a:lnTo>
                      <a:pt x="2" y="3"/>
                    </a:lnTo>
                    <a:lnTo>
                      <a:pt x="0" y="7"/>
                    </a:lnTo>
                    <a:lnTo>
                      <a:pt x="0" y="1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92" name="Freeform 699"/>
              <p:cNvSpPr>
                <a:spLocks/>
              </p:cNvSpPr>
              <p:nvPr userDrawn="1"/>
            </p:nvSpPr>
            <p:spPr bwMode="gray">
              <a:xfrm>
                <a:off x="2912" y="1032"/>
                <a:ext cx="19" cy="2"/>
              </a:xfrm>
              <a:custGeom>
                <a:avLst/>
                <a:gdLst>
                  <a:gd name="T0" fmla="*/ 0 w 19"/>
                  <a:gd name="T1" fmla="*/ 2 h 2"/>
                  <a:gd name="T2" fmla="*/ 5 w 19"/>
                  <a:gd name="T3" fmla="*/ 0 h 2"/>
                  <a:gd name="T4" fmla="*/ 8 w 19"/>
                  <a:gd name="T5" fmla="*/ 0 h 2"/>
                  <a:gd name="T6" fmla="*/ 14 w 19"/>
                  <a:gd name="T7" fmla="*/ 0 h 2"/>
                  <a:gd name="T8" fmla="*/ 19 w 19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0" y="2"/>
                    </a:moveTo>
                    <a:lnTo>
                      <a:pt x="5" y="0"/>
                    </a:lnTo>
                    <a:lnTo>
                      <a:pt x="8" y="0"/>
                    </a:lnTo>
                    <a:lnTo>
                      <a:pt x="14" y="0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93" name="Line 700"/>
              <p:cNvSpPr>
                <a:spLocks noChangeShapeType="1"/>
              </p:cNvSpPr>
              <p:nvPr userDrawn="1"/>
            </p:nvSpPr>
            <p:spPr bwMode="gray">
              <a:xfrm flipV="1">
                <a:off x="2920" y="913"/>
                <a:ext cx="2" cy="23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94" name="Line 701"/>
              <p:cNvSpPr>
                <a:spLocks noChangeShapeType="1"/>
              </p:cNvSpPr>
              <p:nvPr userDrawn="1"/>
            </p:nvSpPr>
            <p:spPr bwMode="gray">
              <a:xfrm flipV="1">
                <a:off x="2912" y="917"/>
                <a:ext cx="1" cy="23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95" name="Freeform 702"/>
              <p:cNvSpPr>
                <a:spLocks/>
              </p:cNvSpPr>
              <p:nvPr userDrawn="1"/>
            </p:nvSpPr>
            <p:spPr bwMode="gray">
              <a:xfrm>
                <a:off x="2912" y="913"/>
                <a:ext cx="21" cy="4"/>
              </a:xfrm>
              <a:custGeom>
                <a:avLst/>
                <a:gdLst>
                  <a:gd name="T0" fmla="*/ 0 w 21"/>
                  <a:gd name="T1" fmla="*/ 4 h 4"/>
                  <a:gd name="T2" fmla="*/ 7 w 21"/>
                  <a:gd name="T3" fmla="*/ 0 h 4"/>
                  <a:gd name="T4" fmla="*/ 14 w 21"/>
                  <a:gd name="T5" fmla="*/ 0 h 4"/>
                  <a:gd name="T6" fmla="*/ 21 w 21"/>
                  <a:gd name="T7" fmla="*/ 2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4">
                    <a:moveTo>
                      <a:pt x="0" y="4"/>
                    </a:moveTo>
                    <a:lnTo>
                      <a:pt x="7" y="0"/>
                    </a:lnTo>
                    <a:lnTo>
                      <a:pt x="14" y="0"/>
                    </a:lnTo>
                    <a:lnTo>
                      <a:pt x="21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96" name="Line 703"/>
              <p:cNvSpPr>
                <a:spLocks noChangeShapeType="1"/>
              </p:cNvSpPr>
              <p:nvPr userDrawn="1"/>
            </p:nvSpPr>
            <p:spPr bwMode="gray">
              <a:xfrm flipH="1">
                <a:off x="2931" y="915"/>
                <a:ext cx="2" cy="23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97" name="Freeform 704"/>
              <p:cNvSpPr>
                <a:spLocks/>
              </p:cNvSpPr>
              <p:nvPr userDrawn="1"/>
            </p:nvSpPr>
            <p:spPr bwMode="gray">
              <a:xfrm>
                <a:off x="2912" y="1147"/>
                <a:ext cx="19" cy="2"/>
              </a:xfrm>
              <a:custGeom>
                <a:avLst/>
                <a:gdLst>
                  <a:gd name="T0" fmla="*/ 0 w 19"/>
                  <a:gd name="T1" fmla="*/ 2 h 2"/>
                  <a:gd name="T2" fmla="*/ 5 w 19"/>
                  <a:gd name="T3" fmla="*/ 0 h 2"/>
                  <a:gd name="T4" fmla="*/ 12 w 19"/>
                  <a:gd name="T5" fmla="*/ 0 h 2"/>
                  <a:gd name="T6" fmla="*/ 19 w 19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0" y="2"/>
                    </a:moveTo>
                    <a:lnTo>
                      <a:pt x="5" y="0"/>
                    </a:lnTo>
                    <a:lnTo>
                      <a:pt x="12" y="0"/>
                    </a:lnTo>
                    <a:lnTo>
                      <a:pt x="19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98" name="Freeform 705"/>
              <p:cNvSpPr>
                <a:spLocks/>
              </p:cNvSpPr>
              <p:nvPr userDrawn="1"/>
            </p:nvSpPr>
            <p:spPr bwMode="gray">
              <a:xfrm>
                <a:off x="2842" y="929"/>
                <a:ext cx="12" cy="16"/>
              </a:xfrm>
              <a:custGeom>
                <a:avLst/>
                <a:gdLst>
                  <a:gd name="T0" fmla="*/ 12 w 12"/>
                  <a:gd name="T1" fmla="*/ 16 h 16"/>
                  <a:gd name="T2" fmla="*/ 10 w 12"/>
                  <a:gd name="T3" fmla="*/ 10 h 16"/>
                  <a:gd name="T4" fmla="*/ 9 w 12"/>
                  <a:gd name="T5" fmla="*/ 7 h 16"/>
                  <a:gd name="T6" fmla="*/ 5 w 12"/>
                  <a:gd name="T7" fmla="*/ 2 h 16"/>
                  <a:gd name="T8" fmla="*/ 0 w 12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12" y="16"/>
                    </a:moveTo>
                    <a:lnTo>
                      <a:pt x="10" y="10"/>
                    </a:lnTo>
                    <a:lnTo>
                      <a:pt x="9" y="7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299" name="Line 706"/>
              <p:cNvSpPr>
                <a:spLocks noChangeShapeType="1"/>
              </p:cNvSpPr>
              <p:nvPr userDrawn="1"/>
            </p:nvSpPr>
            <p:spPr bwMode="gray">
              <a:xfrm flipH="1">
                <a:off x="2749" y="903"/>
                <a:ext cx="164" cy="8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00" name="Line 707"/>
              <p:cNvSpPr>
                <a:spLocks noChangeShapeType="1"/>
              </p:cNvSpPr>
              <p:nvPr userDrawn="1"/>
            </p:nvSpPr>
            <p:spPr bwMode="gray">
              <a:xfrm flipH="1">
                <a:off x="2753" y="917"/>
                <a:ext cx="159" cy="8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01" name="Freeform 708"/>
              <p:cNvSpPr>
                <a:spLocks/>
              </p:cNvSpPr>
              <p:nvPr userDrawn="1"/>
            </p:nvSpPr>
            <p:spPr bwMode="gray">
              <a:xfrm>
                <a:off x="2740" y="980"/>
                <a:ext cx="13" cy="17"/>
              </a:xfrm>
              <a:custGeom>
                <a:avLst/>
                <a:gdLst>
                  <a:gd name="T0" fmla="*/ 13 w 13"/>
                  <a:gd name="T1" fmla="*/ 17 h 17"/>
                  <a:gd name="T2" fmla="*/ 11 w 13"/>
                  <a:gd name="T3" fmla="*/ 12 h 17"/>
                  <a:gd name="T4" fmla="*/ 9 w 13"/>
                  <a:gd name="T5" fmla="*/ 7 h 17"/>
                  <a:gd name="T6" fmla="*/ 6 w 13"/>
                  <a:gd name="T7" fmla="*/ 3 h 17"/>
                  <a:gd name="T8" fmla="*/ 0 w 13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7">
                    <a:moveTo>
                      <a:pt x="13" y="17"/>
                    </a:moveTo>
                    <a:lnTo>
                      <a:pt x="11" y="12"/>
                    </a:lnTo>
                    <a:lnTo>
                      <a:pt x="9" y="7"/>
                    </a:lnTo>
                    <a:lnTo>
                      <a:pt x="6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02" name="Line 709"/>
              <p:cNvSpPr>
                <a:spLocks noChangeShapeType="1"/>
              </p:cNvSpPr>
              <p:nvPr userDrawn="1"/>
            </p:nvSpPr>
            <p:spPr bwMode="gray">
              <a:xfrm flipV="1">
                <a:off x="2740" y="896"/>
                <a:ext cx="170" cy="8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03" name="Freeform 710"/>
              <p:cNvSpPr>
                <a:spLocks/>
              </p:cNvSpPr>
              <p:nvPr userDrawn="1"/>
            </p:nvSpPr>
            <p:spPr bwMode="gray">
              <a:xfrm>
                <a:off x="2910" y="896"/>
                <a:ext cx="3" cy="21"/>
              </a:xfrm>
              <a:custGeom>
                <a:avLst/>
                <a:gdLst>
                  <a:gd name="T0" fmla="*/ 2 w 3"/>
                  <a:gd name="T1" fmla="*/ 21 h 21"/>
                  <a:gd name="T2" fmla="*/ 3 w 3"/>
                  <a:gd name="T3" fmla="*/ 15 h 21"/>
                  <a:gd name="T4" fmla="*/ 3 w 3"/>
                  <a:gd name="T5" fmla="*/ 8 h 21"/>
                  <a:gd name="T6" fmla="*/ 2 w 3"/>
                  <a:gd name="T7" fmla="*/ 3 h 21"/>
                  <a:gd name="T8" fmla="*/ 0 w 3"/>
                  <a:gd name="T9" fmla="*/ 0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21">
                    <a:moveTo>
                      <a:pt x="2" y="21"/>
                    </a:moveTo>
                    <a:lnTo>
                      <a:pt x="3" y="15"/>
                    </a:lnTo>
                    <a:lnTo>
                      <a:pt x="3" y="8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04" name="Freeform 711"/>
              <p:cNvSpPr>
                <a:spLocks/>
              </p:cNvSpPr>
              <p:nvPr userDrawn="1"/>
            </p:nvSpPr>
            <p:spPr bwMode="gray">
              <a:xfrm>
                <a:off x="2732" y="1116"/>
                <a:ext cx="21" cy="2"/>
              </a:xfrm>
              <a:custGeom>
                <a:avLst/>
                <a:gdLst>
                  <a:gd name="T0" fmla="*/ 21 w 21"/>
                  <a:gd name="T1" fmla="*/ 0 h 2"/>
                  <a:gd name="T2" fmla="*/ 15 w 21"/>
                  <a:gd name="T3" fmla="*/ 2 h 2"/>
                  <a:gd name="T4" fmla="*/ 10 w 21"/>
                  <a:gd name="T5" fmla="*/ 2 h 2"/>
                  <a:gd name="T6" fmla="*/ 5 w 21"/>
                  <a:gd name="T7" fmla="*/ 2 h 2"/>
                  <a:gd name="T8" fmla="*/ 0 w 2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">
                    <a:moveTo>
                      <a:pt x="21" y="0"/>
                    </a:moveTo>
                    <a:lnTo>
                      <a:pt x="15" y="2"/>
                    </a:lnTo>
                    <a:lnTo>
                      <a:pt x="10" y="2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05" name="Line 712"/>
              <p:cNvSpPr>
                <a:spLocks noChangeShapeType="1"/>
              </p:cNvSpPr>
              <p:nvPr userDrawn="1"/>
            </p:nvSpPr>
            <p:spPr bwMode="gray">
              <a:xfrm>
                <a:off x="2742" y="999"/>
                <a:ext cx="1" cy="23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06" name="Line 713"/>
              <p:cNvSpPr>
                <a:spLocks noChangeShapeType="1"/>
              </p:cNvSpPr>
              <p:nvPr userDrawn="1"/>
            </p:nvSpPr>
            <p:spPr bwMode="gray">
              <a:xfrm>
                <a:off x="2753" y="997"/>
                <a:ext cx="1" cy="23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07" name="Freeform 714"/>
              <p:cNvSpPr>
                <a:spLocks/>
              </p:cNvSpPr>
              <p:nvPr userDrawn="1"/>
            </p:nvSpPr>
            <p:spPr bwMode="gray">
              <a:xfrm>
                <a:off x="2732" y="1233"/>
                <a:ext cx="21" cy="4"/>
              </a:xfrm>
              <a:custGeom>
                <a:avLst/>
                <a:gdLst>
                  <a:gd name="T0" fmla="*/ 21 w 21"/>
                  <a:gd name="T1" fmla="*/ 0 h 4"/>
                  <a:gd name="T2" fmla="*/ 14 w 21"/>
                  <a:gd name="T3" fmla="*/ 4 h 4"/>
                  <a:gd name="T4" fmla="*/ 7 w 21"/>
                  <a:gd name="T5" fmla="*/ 4 h 4"/>
                  <a:gd name="T6" fmla="*/ 0 w 21"/>
                  <a:gd name="T7" fmla="*/ 2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4">
                    <a:moveTo>
                      <a:pt x="21" y="0"/>
                    </a:moveTo>
                    <a:lnTo>
                      <a:pt x="14" y="4"/>
                    </a:lnTo>
                    <a:lnTo>
                      <a:pt x="7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08" name="Line 715"/>
              <p:cNvSpPr>
                <a:spLocks noChangeShapeType="1"/>
              </p:cNvSpPr>
              <p:nvPr userDrawn="1"/>
            </p:nvSpPr>
            <p:spPr bwMode="gray">
              <a:xfrm flipV="1">
                <a:off x="2732" y="997"/>
                <a:ext cx="1" cy="23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09" name="Freeform 716"/>
              <p:cNvSpPr>
                <a:spLocks/>
              </p:cNvSpPr>
              <p:nvPr userDrawn="1"/>
            </p:nvSpPr>
            <p:spPr bwMode="gray">
              <a:xfrm>
                <a:off x="2732" y="997"/>
                <a:ext cx="21" cy="2"/>
              </a:xfrm>
              <a:custGeom>
                <a:avLst/>
                <a:gdLst>
                  <a:gd name="T0" fmla="*/ 0 w 21"/>
                  <a:gd name="T1" fmla="*/ 0 h 2"/>
                  <a:gd name="T2" fmla="*/ 7 w 21"/>
                  <a:gd name="T3" fmla="*/ 2 h 2"/>
                  <a:gd name="T4" fmla="*/ 14 w 21"/>
                  <a:gd name="T5" fmla="*/ 2 h 2"/>
                  <a:gd name="T6" fmla="*/ 21 w 2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2">
                    <a:moveTo>
                      <a:pt x="0" y="0"/>
                    </a:moveTo>
                    <a:lnTo>
                      <a:pt x="7" y="2"/>
                    </a:lnTo>
                    <a:lnTo>
                      <a:pt x="14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10" name="Freeform 717"/>
              <p:cNvSpPr>
                <a:spLocks/>
              </p:cNvSpPr>
              <p:nvPr userDrawn="1"/>
            </p:nvSpPr>
            <p:spPr bwMode="gray">
              <a:xfrm>
                <a:off x="2842" y="1181"/>
                <a:ext cx="10" cy="10"/>
              </a:xfrm>
              <a:custGeom>
                <a:avLst/>
                <a:gdLst>
                  <a:gd name="T0" fmla="*/ 10 w 10"/>
                  <a:gd name="T1" fmla="*/ 0 h 10"/>
                  <a:gd name="T2" fmla="*/ 10 w 10"/>
                  <a:gd name="T3" fmla="*/ 5 h 10"/>
                  <a:gd name="T4" fmla="*/ 9 w 10"/>
                  <a:gd name="T5" fmla="*/ 8 h 10"/>
                  <a:gd name="T6" fmla="*/ 5 w 10"/>
                  <a:gd name="T7" fmla="*/ 8 h 10"/>
                  <a:gd name="T8" fmla="*/ 3 w 10"/>
                  <a:gd name="T9" fmla="*/ 10 h 10"/>
                  <a:gd name="T10" fmla="*/ 0 w 10"/>
                  <a:gd name="T11" fmla="*/ 8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0">
                    <a:moveTo>
                      <a:pt x="10" y="0"/>
                    </a:moveTo>
                    <a:lnTo>
                      <a:pt x="10" y="5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3" y="10"/>
                    </a:lnTo>
                    <a:lnTo>
                      <a:pt x="0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11" name="Line 718"/>
              <p:cNvSpPr>
                <a:spLocks noChangeShapeType="1"/>
              </p:cNvSpPr>
              <p:nvPr userDrawn="1"/>
            </p:nvSpPr>
            <p:spPr bwMode="gray">
              <a:xfrm flipV="1">
                <a:off x="2749" y="1156"/>
                <a:ext cx="163" cy="8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12" name="Line 719"/>
              <p:cNvSpPr>
                <a:spLocks noChangeShapeType="1"/>
              </p:cNvSpPr>
              <p:nvPr userDrawn="1"/>
            </p:nvSpPr>
            <p:spPr bwMode="gray">
              <a:xfrm flipV="1">
                <a:off x="2753" y="1149"/>
                <a:ext cx="159" cy="8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13" name="Freeform 720"/>
              <p:cNvSpPr>
                <a:spLocks/>
              </p:cNvSpPr>
              <p:nvPr userDrawn="1"/>
            </p:nvSpPr>
            <p:spPr bwMode="gray">
              <a:xfrm>
                <a:off x="2908" y="1149"/>
                <a:ext cx="4" cy="7"/>
              </a:xfrm>
              <a:custGeom>
                <a:avLst/>
                <a:gdLst>
                  <a:gd name="T0" fmla="*/ 4 w 4"/>
                  <a:gd name="T1" fmla="*/ 0 h 7"/>
                  <a:gd name="T2" fmla="*/ 4 w 4"/>
                  <a:gd name="T3" fmla="*/ 4 h 7"/>
                  <a:gd name="T4" fmla="*/ 4 w 4"/>
                  <a:gd name="T5" fmla="*/ 5 h 7"/>
                  <a:gd name="T6" fmla="*/ 4 w 4"/>
                  <a:gd name="T7" fmla="*/ 7 h 7"/>
                  <a:gd name="T8" fmla="*/ 2 w 4"/>
                  <a:gd name="T9" fmla="*/ 7 h 7"/>
                  <a:gd name="T10" fmla="*/ 0 w 4"/>
                  <a:gd name="T11" fmla="*/ 5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4" y="0"/>
                    </a:moveTo>
                    <a:lnTo>
                      <a:pt x="4" y="4"/>
                    </a:lnTo>
                    <a:lnTo>
                      <a:pt x="4" y="5"/>
                    </a:lnTo>
                    <a:lnTo>
                      <a:pt x="4" y="7"/>
                    </a:lnTo>
                    <a:lnTo>
                      <a:pt x="2" y="7"/>
                    </a:lnTo>
                    <a:lnTo>
                      <a:pt x="0" y="5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14" name="Line 721"/>
              <p:cNvSpPr>
                <a:spLocks noChangeShapeType="1"/>
              </p:cNvSpPr>
              <p:nvPr userDrawn="1"/>
            </p:nvSpPr>
            <p:spPr bwMode="gray">
              <a:xfrm flipH="1">
                <a:off x="2740" y="1154"/>
                <a:ext cx="168" cy="9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15" name="Freeform 722"/>
              <p:cNvSpPr>
                <a:spLocks/>
              </p:cNvSpPr>
              <p:nvPr userDrawn="1"/>
            </p:nvSpPr>
            <p:spPr bwMode="gray">
              <a:xfrm>
                <a:off x="2740" y="1233"/>
                <a:ext cx="13" cy="11"/>
              </a:xfrm>
              <a:custGeom>
                <a:avLst/>
                <a:gdLst>
                  <a:gd name="T0" fmla="*/ 13 w 13"/>
                  <a:gd name="T1" fmla="*/ 0 h 11"/>
                  <a:gd name="T2" fmla="*/ 13 w 13"/>
                  <a:gd name="T3" fmla="*/ 4 h 11"/>
                  <a:gd name="T4" fmla="*/ 11 w 13"/>
                  <a:gd name="T5" fmla="*/ 7 h 11"/>
                  <a:gd name="T6" fmla="*/ 7 w 13"/>
                  <a:gd name="T7" fmla="*/ 9 h 11"/>
                  <a:gd name="T8" fmla="*/ 6 w 13"/>
                  <a:gd name="T9" fmla="*/ 11 h 11"/>
                  <a:gd name="T10" fmla="*/ 0 w 13"/>
                  <a:gd name="T11" fmla="*/ 11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1">
                    <a:moveTo>
                      <a:pt x="13" y="0"/>
                    </a:moveTo>
                    <a:lnTo>
                      <a:pt x="13" y="4"/>
                    </a:lnTo>
                    <a:lnTo>
                      <a:pt x="11" y="7"/>
                    </a:lnTo>
                    <a:lnTo>
                      <a:pt x="7" y="9"/>
                    </a:lnTo>
                    <a:lnTo>
                      <a:pt x="6" y="11"/>
                    </a:lnTo>
                    <a:lnTo>
                      <a:pt x="0" y="11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16" name="Freeform 723"/>
              <p:cNvSpPr>
                <a:spLocks/>
              </p:cNvSpPr>
              <p:nvPr userDrawn="1"/>
            </p:nvSpPr>
            <p:spPr bwMode="gray">
              <a:xfrm>
                <a:off x="3099" y="820"/>
                <a:ext cx="5" cy="7"/>
              </a:xfrm>
              <a:custGeom>
                <a:avLst/>
                <a:gdLst>
                  <a:gd name="T0" fmla="*/ 3 w 5"/>
                  <a:gd name="T1" fmla="*/ 0 h 7"/>
                  <a:gd name="T2" fmla="*/ 0 w 5"/>
                  <a:gd name="T3" fmla="*/ 2 h 7"/>
                  <a:gd name="T4" fmla="*/ 0 w 5"/>
                  <a:gd name="T5" fmla="*/ 4 h 7"/>
                  <a:gd name="T6" fmla="*/ 2 w 5"/>
                  <a:gd name="T7" fmla="*/ 6 h 7"/>
                  <a:gd name="T8" fmla="*/ 3 w 5"/>
                  <a:gd name="T9" fmla="*/ 7 h 7"/>
                  <a:gd name="T10" fmla="*/ 5 w 5"/>
                  <a:gd name="T11" fmla="*/ 7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3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3" y="7"/>
                    </a:lnTo>
                    <a:lnTo>
                      <a:pt x="5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17" name="Line 724"/>
              <p:cNvSpPr>
                <a:spLocks noChangeShapeType="1"/>
              </p:cNvSpPr>
              <p:nvPr userDrawn="1"/>
            </p:nvSpPr>
            <p:spPr bwMode="gray">
              <a:xfrm flipV="1">
                <a:off x="3253" y="742"/>
                <a:ext cx="2" cy="11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18" name="Line 725"/>
              <p:cNvSpPr>
                <a:spLocks noChangeShapeType="1"/>
              </p:cNvSpPr>
              <p:nvPr userDrawn="1"/>
            </p:nvSpPr>
            <p:spPr bwMode="gray">
              <a:xfrm flipV="1">
                <a:off x="3249" y="745"/>
                <a:ext cx="2" cy="10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19" name="Freeform 726"/>
              <p:cNvSpPr>
                <a:spLocks/>
              </p:cNvSpPr>
              <p:nvPr userDrawn="1"/>
            </p:nvSpPr>
            <p:spPr bwMode="gray">
              <a:xfrm>
                <a:off x="3249" y="738"/>
                <a:ext cx="6" cy="7"/>
              </a:xfrm>
              <a:custGeom>
                <a:avLst/>
                <a:gdLst>
                  <a:gd name="T0" fmla="*/ 2 w 6"/>
                  <a:gd name="T1" fmla="*/ 7 h 7"/>
                  <a:gd name="T2" fmla="*/ 4 w 6"/>
                  <a:gd name="T3" fmla="*/ 5 h 7"/>
                  <a:gd name="T4" fmla="*/ 6 w 6"/>
                  <a:gd name="T5" fmla="*/ 4 h 7"/>
                  <a:gd name="T6" fmla="*/ 4 w 6"/>
                  <a:gd name="T7" fmla="*/ 2 h 7"/>
                  <a:gd name="T8" fmla="*/ 2 w 6"/>
                  <a:gd name="T9" fmla="*/ 0 h 7"/>
                  <a:gd name="T10" fmla="*/ 0 w 6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7">
                    <a:moveTo>
                      <a:pt x="2" y="7"/>
                    </a:moveTo>
                    <a:lnTo>
                      <a:pt x="4" y="5"/>
                    </a:lnTo>
                    <a:lnTo>
                      <a:pt x="6" y="4"/>
                    </a:lnTo>
                    <a:lnTo>
                      <a:pt x="4" y="2"/>
                    </a:lnTo>
                    <a:lnTo>
                      <a:pt x="2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20" name="Line 727"/>
              <p:cNvSpPr>
                <a:spLocks noChangeShapeType="1"/>
              </p:cNvSpPr>
              <p:nvPr userDrawn="1"/>
            </p:nvSpPr>
            <p:spPr bwMode="gray">
              <a:xfrm flipH="1">
                <a:off x="3246" y="738"/>
                <a:ext cx="3" cy="11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21" name="Freeform 728"/>
              <p:cNvSpPr>
                <a:spLocks/>
              </p:cNvSpPr>
              <p:nvPr userDrawn="1"/>
            </p:nvSpPr>
            <p:spPr bwMode="gray">
              <a:xfrm>
                <a:off x="3146" y="777"/>
                <a:ext cx="12" cy="15"/>
              </a:xfrm>
              <a:custGeom>
                <a:avLst/>
                <a:gdLst>
                  <a:gd name="T0" fmla="*/ 12 w 12"/>
                  <a:gd name="T1" fmla="*/ 15 h 15"/>
                  <a:gd name="T2" fmla="*/ 11 w 12"/>
                  <a:gd name="T3" fmla="*/ 10 h 15"/>
                  <a:gd name="T4" fmla="*/ 9 w 12"/>
                  <a:gd name="T5" fmla="*/ 5 h 15"/>
                  <a:gd name="T6" fmla="*/ 5 w 12"/>
                  <a:gd name="T7" fmla="*/ 1 h 15"/>
                  <a:gd name="T8" fmla="*/ 0 w 12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5">
                    <a:moveTo>
                      <a:pt x="12" y="15"/>
                    </a:moveTo>
                    <a:lnTo>
                      <a:pt x="11" y="10"/>
                    </a:lnTo>
                    <a:lnTo>
                      <a:pt x="9" y="5"/>
                    </a:lnTo>
                    <a:lnTo>
                      <a:pt x="5" y="1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22" name="Line 729"/>
              <p:cNvSpPr>
                <a:spLocks noChangeShapeType="1"/>
              </p:cNvSpPr>
              <p:nvPr userDrawn="1"/>
            </p:nvSpPr>
            <p:spPr bwMode="gray">
              <a:xfrm flipH="1">
                <a:off x="3094" y="735"/>
                <a:ext cx="155" cy="7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23" name="Line 730"/>
              <p:cNvSpPr>
                <a:spLocks noChangeShapeType="1"/>
              </p:cNvSpPr>
              <p:nvPr userDrawn="1"/>
            </p:nvSpPr>
            <p:spPr bwMode="gray">
              <a:xfrm flipH="1">
                <a:off x="3102" y="745"/>
                <a:ext cx="149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24" name="Freeform 731"/>
              <p:cNvSpPr>
                <a:spLocks/>
              </p:cNvSpPr>
              <p:nvPr userDrawn="1"/>
            </p:nvSpPr>
            <p:spPr bwMode="gray">
              <a:xfrm>
                <a:off x="3081" y="808"/>
                <a:ext cx="21" cy="12"/>
              </a:xfrm>
              <a:custGeom>
                <a:avLst/>
                <a:gdLst>
                  <a:gd name="T0" fmla="*/ 21 w 21"/>
                  <a:gd name="T1" fmla="*/ 12 h 12"/>
                  <a:gd name="T2" fmla="*/ 18 w 21"/>
                  <a:gd name="T3" fmla="*/ 7 h 12"/>
                  <a:gd name="T4" fmla="*/ 13 w 21"/>
                  <a:gd name="T5" fmla="*/ 4 h 12"/>
                  <a:gd name="T6" fmla="*/ 7 w 21"/>
                  <a:gd name="T7" fmla="*/ 2 h 12"/>
                  <a:gd name="T8" fmla="*/ 0 w 2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2">
                    <a:moveTo>
                      <a:pt x="21" y="12"/>
                    </a:moveTo>
                    <a:lnTo>
                      <a:pt x="18" y="7"/>
                    </a:lnTo>
                    <a:lnTo>
                      <a:pt x="13" y="4"/>
                    </a:lnTo>
                    <a:lnTo>
                      <a:pt x="7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25" name="Line 732"/>
              <p:cNvSpPr>
                <a:spLocks noChangeShapeType="1"/>
              </p:cNvSpPr>
              <p:nvPr userDrawn="1"/>
            </p:nvSpPr>
            <p:spPr bwMode="gray">
              <a:xfrm flipV="1">
                <a:off x="3081" y="729"/>
                <a:ext cx="160" cy="7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26" name="Freeform 733"/>
              <p:cNvSpPr>
                <a:spLocks/>
              </p:cNvSpPr>
              <p:nvPr userDrawn="1"/>
            </p:nvSpPr>
            <p:spPr bwMode="gray">
              <a:xfrm>
                <a:off x="3241" y="729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2 h 16"/>
                  <a:gd name="T4" fmla="*/ 8 w 10"/>
                  <a:gd name="T5" fmla="*/ 6 h 16"/>
                  <a:gd name="T6" fmla="*/ 10 w 10"/>
                  <a:gd name="T7" fmla="*/ 11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2"/>
                    </a:lnTo>
                    <a:lnTo>
                      <a:pt x="8" y="6"/>
                    </a:lnTo>
                    <a:lnTo>
                      <a:pt x="10" y="11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27" name="Freeform 734"/>
              <p:cNvSpPr>
                <a:spLocks/>
              </p:cNvSpPr>
              <p:nvPr userDrawn="1"/>
            </p:nvSpPr>
            <p:spPr bwMode="gray">
              <a:xfrm>
                <a:off x="3141" y="698"/>
                <a:ext cx="9" cy="10"/>
              </a:xfrm>
              <a:custGeom>
                <a:avLst/>
                <a:gdLst>
                  <a:gd name="T0" fmla="*/ 9 w 9"/>
                  <a:gd name="T1" fmla="*/ 10 h 10"/>
                  <a:gd name="T2" fmla="*/ 9 w 9"/>
                  <a:gd name="T3" fmla="*/ 5 h 10"/>
                  <a:gd name="T4" fmla="*/ 7 w 9"/>
                  <a:gd name="T5" fmla="*/ 2 h 10"/>
                  <a:gd name="T6" fmla="*/ 5 w 9"/>
                  <a:gd name="T7" fmla="*/ 2 h 10"/>
                  <a:gd name="T8" fmla="*/ 2 w 9"/>
                  <a:gd name="T9" fmla="*/ 0 h 10"/>
                  <a:gd name="T10" fmla="*/ 0 w 9"/>
                  <a:gd name="T11" fmla="*/ 2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10">
                    <a:moveTo>
                      <a:pt x="9" y="10"/>
                    </a:moveTo>
                    <a:lnTo>
                      <a:pt x="9" y="5"/>
                    </a:lnTo>
                    <a:lnTo>
                      <a:pt x="7" y="2"/>
                    </a:lnTo>
                    <a:lnTo>
                      <a:pt x="5" y="2"/>
                    </a:lnTo>
                    <a:lnTo>
                      <a:pt x="2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28" name="Line 735"/>
              <p:cNvSpPr>
                <a:spLocks noChangeShapeType="1"/>
              </p:cNvSpPr>
              <p:nvPr userDrawn="1"/>
            </p:nvSpPr>
            <p:spPr bwMode="gray">
              <a:xfrm>
                <a:off x="3048" y="672"/>
                <a:ext cx="198" cy="5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29" name="Line 736"/>
              <p:cNvSpPr>
                <a:spLocks noChangeShapeType="1"/>
              </p:cNvSpPr>
              <p:nvPr userDrawn="1"/>
            </p:nvSpPr>
            <p:spPr bwMode="gray">
              <a:xfrm>
                <a:off x="3052" y="679"/>
                <a:ext cx="197" cy="5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30" name="Freeform 737"/>
              <p:cNvSpPr>
                <a:spLocks/>
              </p:cNvSpPr>
              <p:nvPr userDrawn="1"/>
            </p:nvSpPr>
            <p:spPr bwMode="gray">
              <a:xfrm>
                <a:off x="3241" y="728"/>
                <a:ext cx="8" cy="10"/>
              </a:xfrm>
              <a:custGeom>
                <a:avLst/>
                <a:gdLst>
                  <a:gd name="T0" fmla="*/ 8 w 8"/>
                  <a:gd name="T1" fmla="*/ 10 h 10"/>
                  <a:gd name="T2" fmla="*/ 8 w 8"/>
                  <a:gd name="T3" fmla="*/ 7 h 10"/>
                  <a:gd name="T4" fmla="*/ 7 w 8"/>
                  <a:gd name="T5" fmla="*/ 3 h 10"/>
                  <a:gd name="T6" fmla="*/ 7 w 8"/>
                  <a:gd name="T7" fmla="*/ 1 h 10"/>
                  <a:gd name="T8" fmla="*/ 5 w 8"/>
                  <a:gd name="T9" fmla="*/ 0 h 10"/>
                  <a:gd name="T10" fmla="*/ 3 w 8"/>
                  <a:gd name="T11" fmla="*/ 0 h 10"/>
                  <a:gd name="T12" fmla="*/ 0 w 8"/>
                  <a:gd name="T13" fmla="*/ 1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" h="10">
                    <a:moveTo>
                      <a:pt x="8" y="10"/>
                    </a:moveTo>
                    <a:lnTo>
                      <a:pt x="8" y="7"/>
                    </a:lnTo>
                    <a:lnTo>
                      <a:pt x="7" y="3"/>
                    </a:lnTo>
                    <a:lnTo>
                      <a:pt x="7" y="1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1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31" name="Line 738"/>
              <p:cNvSpPr>
                <a:spLocks noChangeShapeType="1"/>
              </p:cNvSpPr>
              <p:nvPr userDrawn="1"/>
            </p:nvSpPr>
            <p:spPr bwMode="gray">
              <a:xfrm flipH="1" flipV="1">
                <a:off x="3043" y="670"/>
                <a:ext cx="198" cy="5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32" name="Freeform 739"/>
              <p:cNvSpPr>
                <a:spLocks/>
              </p:cNvSpPr>
              <p:nvPr userDrawn="1"/>
            </p:nvSpPr>
            <p:spPr bwMode="gray">
              <a:xfrm>
                <a:off x="3043" y="670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3 w 9"/>
                  <a:gd name="T3" fmla="*/ 0 h 9"/>
                  <a:gd name="T4" fmla="*/ 5 w 9"/>
                  <a:gd name="T5" fmla="*/ 0 h 9"/>
                  <a:gd name="T6" fmla="*/ 7 w 9"/>
                  <a:gd name="T7" fmla="*/ 2 h 9"/>
                  <a:gd name="T8" fmla="*/ 7 w 9"/>
                  <a:gd name="T9" fmla="*/ 3 h 9"/>
                  <a:gd name="T10" fmla="*/ 9 w 9"/>
                  <a:gd name="T11" fmla="*/ 7 h 9"/>
                  <a:gd name="T12" fmla="*/ 9 w 9"/>
                  <a:gd name="T13" fmla="*/ 9 h 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9" y="7"/>
                    </a:lnTo>
                    <a:lnTo>
                      <a:pt x="9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33" name="Freeform 740"/>
              <p:cNvSpPr>
                <a:spLocks/>
              </p:cNvSpPr>
              <p:nvPr userDrawn="1"/>
            </p:nvSpPr>
            <p:spPr bwMode="gray">
              <a:xfrm>
                <a:off x="2630" y="948"/>
                <a:ext cx="9" cy="18"/>
              </a:xfrm>
              <a:custGeom>
                <a:avLst/>
                <a:gdLst>
                  <a:gd name="T0" fmla="*/ 9 w 9"/>
                  <a:gd name="T1" fmla="*/ 0 h 18"/>
                  <a:gd name="T2" fmla="*/ 5 w 9"/>
                  <a:gd name="T3" fmla="*/ 2 h 18"/>
                  <a:gd name="T4" fmla="*/ 2 w 9"/>
                  <a:gd name="T5" fmla="*/ 7 h 18"/>
                  <a:gd name="T6" fmla="*/ 0 w 9"/>
                  <a:gd name="T7" fmla="*/ 12 h 18"/>
                  <a:gd name="T8" fmla="*/ 0 w 9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9" y="0"/>
                    </a:moveTo>
                    <a:lnTo>
                      <a:pt x="5" y="2"/>
                    </a:lnTo>
                    <a:lnTo>
                      <a:pt x="2" y="7"/>
                    </a:lnTo>
                    <a:lnTo>
                      <a:pt x="0" y="12"/>
                    </a:lnTo>
                    <a:lnTo>
                      <a:pt x="0" y="1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34" name="Line 741"/>
              <p:cNvSpPr>
                <a:spLocks noChangeShapeType="1"/>
              </p:cNvSpPr>
              <p:nvPr userDrawn="1"/>
            </p:nvSpPr>
            <p:spPr bwMode="gray">
              <a:xfrm>
                <a:off x="2532" y="922"/>
                <a:ext cx="201" cy="6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35" name="Line 742"/>
              <p:cNvSpPr>
                <a:spLocks noChangeShapeType="1"/>
              </p:cNvSpPr>
              <p:nvPr userDrawn="1"/>
            </p:nvSpPr>
            <p:spPr bwMode="gray">
              <a:xfrm>
                <a:off x="2539" y="915"/>
                <a:ext cx="201" cy="6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36" name="Freeform 743"/>
              <p:cNvSpPr>
                <a:spLocks/>
              </p:cNvSpPr>
              <p:nvPr userDrawn="1"/>
            </p:nvSpPr>
            <p:spPr bwMode="gray">
              <a:xfrm>
                <a:off x="2732" y="980"/>
                <a:ext cx="8" cy="17"/>
              </a:xfrm>
              <a:custGeom>
                <a:avLst/>
                <a:gdLst>
                  <a:gd name="T0" fmla="*/ 8 w 8"/>
                  <a:gd name="T1" fmla="*/ 0 h 17"/>
                  <a:gd name="T2" fmla="*/ 5 w 8"/>
                  <a:gd name="T3" fmla="*/ 3 h 17"/>
                  <a:gd name="T4" fmla="*/ 1 w 8"/>
                  <a:gd name="T5" fmla="*/ 8 h 17"/>
                  <a:gd name="T6" fmla="*/ 0 w 8"/>
                  <a:gd name="T7" fmla="*/ 14 h 17"/>
                  <a:gd name="T8" fmla="*/ 0 w 8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8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37" name="Line 744"/>
              <p:cNvSpPr>
                <a:spLocks noChangeShapeType="1"/>
              </p:cNvSpPr>
              <p:nvPr userDrawn="1"/>
            </p:nvSpPr>
            <p:spPr bwMode="gray">
              <a:xfrm flipH="1" flipV="1">
                <a:off x="2530" y="934"/>
                <a:ext cx="202" cy="6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38" name="Freeform 745"/>
              <p:cNvSpPr>
                <a:spLocks/>
              </p:cNvSpPr>
              <p:nvPr userDrawn="1"/>
            </p:nvSpPr>
            <p:spPr bwMode="gray">
              <a:xfrm>
                <a:off x="2530" y="915"/>
                <a:ext cx="9" cy="19"/>
              </a:xfrm>
              <a:custGeom>
                <a:avLst/>
                <a:gdLst>
                  <a:gd name="T0" fmla="*/ 0 w 9"/>
                  <a:gd name="T1" fmla="*/ 19 h 19"/>
                  <a:gd name="T2" fmla="*/ 0 w 9"/>
                  <a:gd name="T3" fmla="*/ 14 h 19"/>
                  <a:gd name="T4" fmla="*/ 2 w 9"/>
                  <a:gd name="T5" fmla="*/ 9 h 19"/>
                  <a:gd name="T6" fmla="*/ 6 w 9"/>
                  <a:gd name="T7" fmla="*/ 3 h 19"/>
                  <a:gd name="T8" fmla="*/ 9 w 9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9">
                    <a:moveTo>
                      <a:pt x="0" y="19"/>
                    </a:moveTo>
                    <a:lnTo>
                      <a:pt x="0" y="14"/>
                    </a:lnTo>
                    <a:lnTo>
                      <a:pt x="2" y="9"/>
                    </a:lnTo>
                    <a:lnTo>
                      <a:pt x="6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39" name="Line 746"/>
              <p:cNvSpPr>
                <a:spLocks noChangeShapeType="1"/>
              </p:cNvSpPr>
              <p:nvPr userDrawn="1"/>
            </p:nvSpPr>
            <p:spPr bwMode="gray">
              <a:xfrm flipH="1" flipV="1">
                <a:off x="2503" y="1016"/>
                <a:ext cx="22" cy="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40" name="Line 747"/>
              <p:cNvSpPr>
                <a:spLocks noChangeShapeType="1"/>
              </p:cNvSpPr>
              <p:nvPr userDrawn="1"/>
            </p:nvSpPr>
            <p:spPr bwMode="gray">
              <a:xfrm flipH="1" flipV="1">
                <a:off x="2496" y="1008"/>
                <a:ext cx="29" cy="1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41" name="Freeform 748"/>
              <p:cNvSpPr>
                <a:spLocks/>
              </p:cNvSpPr>
              <p:nvPr userDrawn="1"/>
            </p:nvSpPr>
            <p:spPr bwMode="gray">
              <a:xfrm>
                <a:off x="2496" y="1008"/>
                <a:ext cx="8" cy="8"/>
              </a:xfrm>
              <a:custGeom>
                <a:avLst/>
                <a:gdLst>
                  <a:gd name="T0" fmla="*/ 0 w 8"/>
                  <a:gd name="T1" fmla="*/ 0 h 8"/>
                  <a:gd name="T2" fmla="*/ 0 w 8"/>
                  <a:gd name="T3" fmla="*/ 3 h 8"/>
                  <a:gd name="T4" fmla="*/ 1 w 8"/>
                  <a:gd name="T5" fmla="*/ 7 h 8"/>
                  <a:gd name="T6" fmla="*/ 3 w 8"/>
                  <a:gd name="T7" fmla="*/ 8 h 8"/>
                  <a:gd name="T8" fmla="*/ 5 w 8"/>
                  <a:gd name="T9" fmla="*/ 8 h 8"/>
                  <a:gd name="T10" fmla="*/ 8 w 8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lnTo>
                      <a:pt x="0" y="3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5" y="8"/>
                    </a:lnTo>
                    <a:lnTo>
                      <a:pt x="8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42" name="Freeform 749"/>
              <p:cNvSpPr>
                <a:spLocks/>
              </p:cNvSpPr>
              <p:nvPr userDrawn="1"/>
            </p:nvSpPr>
            <p:spPr bwMode="gray">
              <a:xfrm>
                <a:off x="2490" y="885"/>
                <a:ext cx="4" cy="9"/>
              </a:xfrm>
              <a:custGeom>
                <a:avLst/>
                <a:gdLst>
                  <a:gd name="T0" fmla="*/ 4 w 4"/>
                  <a:gd name="T1" fmla="*/ 9 h 9"/>
                  <a:gd name="T2" fmla="*/ 2 w 4"/>
                  <a:gd name="T3" fmla="*/ 7 h 9"/>
                  <a:gd name="T4" fmla="*/ 0 w 4"/>
                  <a:gd name="T5" fmla="*/ 5 h 9"/>
                  <a:gd name="T6" fmla="*/ 0 w 4"/>
                  <a:gd name="T7" fmla="*/ 4 h 9"/>
                  <a:gd name="T8" fmla="*/ 2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4" y="9"/>
                    </a:moveTo>
                    <a:lnTo>
                      <a:pt x="2" y="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43" name="Line 750"/>
              <p:cNvSpPr>
                <a:spLocks noChangeShapeType="1"/>
              </p:cNvSpPr>
              <p:nvPr userDrawn="1"/>
            </p:nvSpPr>
            <p:spPr bwMode="gray">
              <a:xfrm flipH="1" flipV="1">
                <a:off x="2489" y="775"/>
                <a:ext cx="1" cy="22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44" name="Line 751"/>
              <p:cNvSpPr>
                <a:spLocks noChangeShapeType="1"/>
              </p:cNvSpPr>
              <p:nvPr userDrawn="1"/>
            </p:nvSpPr>
            <p:spPr bwMode="gray">
              <a:xfrm flipH="1" flipV="1">
                <a:off x="2494" y="778"/>
                <a:ext cx="2" cy="23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45" name="Freeform 752"/>
              <p:cNvSpPr>
                <a:spLocks/>
              </p:cNvSpPr>
              <p:nvPr userDrawn="1"/>
            </p:nvSpPr>
            <p:spPr bwMode="gray">
              <a:xfrm>
                <a:off x="2489" y="771"/>
                <a:ext cx="5" cy="7"/>
              </a:xfrm>
              <a:custGeom>
                <a:avLst/>
                <a:gdLst>
                  <a:gd name="T0" fmla="*/ 5 w 5"/>
                  <a:gd name="T1" fmla="*/ 7 h 7"/>
                  <a:gd name="T2" fmla="*/ 1 w 5"/>
                  <a:gd name="T3" fmla="*/ 6 h 7"/>
                  <a:gd name="T4" fmla="*/ 0 w 5"/>
                  <a:gd name="T5" fmla="*/ 4 h 7"/>
                  <a:gd name="T6" fmla="*/ 0 w 5"/>
                  <a:gd name="T7" fmla="*/ 2 h 7"/>
                  <a:gd name="T8" fmla="*/ 3 w 5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7">
                    <a:moveTo>
                      <a:pt x="5" y="7"/>
                    </a:moveTo>
                    <a:lnTo>
                      <a:pt x="1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46" name="Line 753"/>
              <p:cNvSpPr>
                <a:spLocks noChangeShapeType="1"/>
              </p:cNvSpPr>
              <p:nvPr userDrawn="1"/>
            </p:nvSpPr>
            <p:spPr bwMode="gray">
              <a:xfrm>
                <a:off x="2492" y="771"/>
                <a:ext cx="2" cy="23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47" name="Freeform 754"/>
              <p:cNvSpPr>
                <a:spLocks/>
              </p:cNvSpPr>
              <p:nvPr userDrawn="1"/>
            </p:nvSpPr>
            <p:spPr bwMode="gray">
              <a:xfrm>
                <a:off x="2492" y="1001"/>
                <a:ext cx="4" cy="7"/>
              </a:xfrm>
              <a:custGeom>
                <a:avLst/>
                <a:gdLst>
                  <a:gd name="T0" fmla="*/ 4 w 4"/>
                  <a:gd name="T1" fmla="*/ 7 h 7"/>
                  <a:gd name="T2" fmla="*/ 2 w 4"/>
                  <a:gd name="T3" fmla="*/ 5 h 7"/>
                  <a:gd name="T4" fmla="*/ 0 w 4"/>
                  <a:gd name="T5" fmla="*/ 3 h 7"/>
                  <a:gd name="T6" fmla="*/ 0 w 4"/>
                  <a:gd name="T7" fmla="*/ 1 h 7"/>
                  <a:gd name="T8" fmla="*/ 2 w 4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7">
                    <a:moveTo>
                      <a:pt x="4" y="7"/>
                    </a:moveTo>
                    <a:lnTo>
                      <a:pt x="2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48" name="Freeform 755"/>
              <p:cNvSpPr>
                <a:spLocks/>
              </p:cNvSpPr>
              <p:nvPr userDrawn="1"/>
            </p:nvSpPr>
            <p:spPr bwMode="gray">
              <a:xfrm>
                <a:off x="2590" y="791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0 w 9"/>
                  <a:gd name="T3" fmla="*/ 12 h 17"/>
                  <a:gd name="T4" fmla="*/ 2 w 9"/>
                  <a:gd name="T5" fmla="*/ 7 h 17"/>
                  <a:gd name="T6" fmla="*/ 5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0" y="12"/>
                    </a:lnTo>
                    <a:lnTo>
                      <a:pt x="2" y="7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49" name="Line 756"/>
              <p:cNvSpPr>
                <a:spLocks noChangeShapeType="1"/>
              </p:cNvSpPr>
              <p:nvPr userDrawn="1"/>
            </p:nvSpPr>
            <p:spPr bwMode="gray">
              <a:xfrm>
                <a:off x="2496" y="768"/>
                <a:ext cx="201" cy="6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50" name="Line 757"/>
              <p:cNvSpPr>
                <a:spLocks noChangeShapeType="1"/>
              </p:cNvSpPr>
              <p:nvPr userDrawn="1"/>
            </p:nvSpPr>
            <p:spPr bwMode="gray">
              <a:xfrm>
                <a:off x="2494" y="778"/>
                <a:ext cx="194" cy="6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51" name="Freeform 758"/>
              <p:cNvSpPr>
                <a:spLocks/>
              </p:cNvSpPr>
              <p:nvPr userDrawn="1"/>
            </p:nvSpPr>
            <p:spPr bwMode="gray">
              <a:xfrm>
                <a:off x="2688" y="826"/>
                <a:ext cx="19" cy="14"/>
              </a:xfrm>
              <a:custGeom>
                <a:avLst/>
                <a:gdLst>
                  <a:gd name="T0" fmla="*/ 0 w 19"/>
                  <a:gd name="T1" fmla="*/ 14 h 14"/>
                  <a:gd name="T2" fmla="*/ 3 w 19"/>
                  <a:gd name="T3" fmla="*/ 8 h 14"/>
                  <a:gd name="T4" fmla="*/ 9 w 19"/>
                  <a:gd name="T5" fmla="*/ 3 h 14"/>
                  <a:gd name="T6" fmla="*/ 14 w 19"/>
                  <a:gd name="T7" fmla="*/ 1 h 14"/>
                  <a:gd name="T8" fmla="*/ 19 w 19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4">
                    <a:moveTo>
                      <a:pt x="0" y="14"/>
                    </a:moveTo>
                    <a:lnTo>
                      <a:pt x="3" y="8"/>
                    </a:lnTo>
                    <a:lnTo>
                      <a:pt x="9" y="3"/>
                    </a:lnTo>
                    <a:lnTo>
                      <a:pt x="14" y="1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52" name="Line 759"/>
              <p:cNvSpPr>
                <a:spLocks noChangeShapeType="1"/>
              </p:cNvSpPr>
              <p:nvPr userDrawn="1"/>
            </p:nvSpPr>
            <p:spPr bwMode="gray">
              <a:xfrm flipH="1" flipV="1">
                <a:off x="2503" y="761"/>
                <a:ext cx="204" cy="6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53" name="Freeform 760"/>
              <p:cNvSpPr>
                <a:spLocks/>
              </p:cNvSpPr>
              <p:nvPr userDrawn="1"/>
            </p:nvSpPr>
            <p:spPr bwMode="gray">
              <a:xfrm>
                <a:off x="2494" y="761"/>
                <a:ext cx="9" cy="17"/>
              </a:xfrm>
              <a:custGeom>
                <a:avLst/>
                <a:gdLst>
                  <a:gd name="T0" fmla="*/ 9 w 9"/>
                  <a:gd name="T1" fmla="*/ 0 h 17"/>
                  <a:gd name="T2" fmla="*/ 3 w 9"/>
                  <a:gd name="T3" fmla="*/ 3 h 17"/>
                  <a:gd name="T4" fmla="*/ 2 w 9"/>
                  <a:gd name="T5" fmla="*/ 9 h 17"/>
                  <a:gd name="T6" fmla="*/ 0 w 9"/>
                  <a:gd name="T7" fmla="*/ 12 h 17"/>
                  <a:gd name="T8" fmla="*/ 0 w 9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9" y="0"/>
                    </a:moveTo>
                    <a:lnTo>
                      <a:pt x="3" y="3"/>
                    </a:lnTo>
                    <a:lnTo>
                      <a:pt x="2" y="9"/>
                    </a:lnTo>
                    <a:lnTo>
                      <a:pt x="0" y="12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54" name="Freeform 761"/>
              <p:cNvSpPr>
                <a:spLocks/>
              </p:cNvSpPr>
              <p:nvPr userDrawn="1"/>
            </p:nvSpPr>
            <p:spPr bwMode="gray">
              <a:xfrm>
                <a:off x="3034" y="929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2 w 9"/>
                  <a:gd name="T3" fmla="*/ 12 h 17"/>
                  <a:gd name="T4" fmla="*/ 4 w 9"/>
                  <a:gd name="T5" fmla="*/ 7 h 17"/>
                  <a:gd name="T6" fmla="*/ 5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2" y="12"/>
                    </a:lnTo>
                    <a:lnTo>
                      <a:pt x="4" y="7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55" name="Line 762"/>
              <p:cNvSpPr>
                <a:spLocks noChangeShapeType="1"/>
              </p:cNvSpPr>
              <p:nvPr userDrawn="1"/>
            </p:nvSpPr>
            <p:spPr bwMode="gray">
              <a:xfrm>
                <a:off x="2929" y="903"/>
                <a:ext cx="212" cy="6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56" name="Line 763"/>
              <p:cNvSpPr>
                <a:spLocks noChangeShapeType="1"/>
              </p:cNvSpPr>
              <p:nvPr userDrawn="1"/>
            </p:nvSpPr>
            <p:spPr bwMode="gray">
              <a:xfrm>
                <a:off x="2933" y="915"/>
                <a:ext cx="204" cy="6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57" name="Freeform 764"/>
              <p:cNvSpPr>
                <a:spLocks/>
              </p:cNvSpPr>
              <p:nvPr userDrawn="1"/>
            </p:nvSpPr>
            <p:spPr bwMode="gray">
              <a:xfrm>
                <a:off x="3137" y="960"/>
                <a:ext cx="9" cy="20"/>
              </a:xfrm>
              <a:custGeom>
                <a:avLst/>
                <a:gdLst>
                  <a:gd name="T0" fmla="*/ 0 w 9"/>
                  <a:gd name="T1" fmla="*/ 20 h 20"/>
                  <a:gd name="T2" fmla="*/ 2 w 9"/>
                  <a:gd name="T3" fmla="*/ 14 h 20"/>
                  <a:gd name="T4" fmla="*/ 4 w 9"/>
                  <a:gd name="T5" fmla="*/ 9 h 20"/>
                  <a:gd name="T6" fmla="*/ 6 w 9"/>
                  <a:gd name="T7" fmla="*/ 4 h 20"/>
                  <a:gd name="T8" fmla="*/ 9 w 9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20">
                    <a:moveTo>
                      <a:pt x="0" y="20"/>
                    </a:moveTo>
                    <a:lnTo>
                      <a:pt x="2" y="14"/>
                    </a:lnTo>
                    <a:lnTo>
                      <a:pt x="4" y="9"/>
                    </a:lnTo>
                    <a:lnTo>
                      <a:pt x="6" y="4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58" name="Line 765"/>
              <p:cNvSpPr>
                <a:spLocks noChangeShapeType="1"/>
              </p:cNvSpPr>
              <p:nvPr userDrawn="1"/>
            </p:nvSpPr>
            <p:spPr bwMode="gray">
              <a:xfrm flipH="1" flipV="1">
                <a:off x="2929" y="894"/>
                <a:ext cx="217" cy="6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59" name="Freeform 766"/>
              <p:cNvSpPr>
                <a:spLocks/>
              </p:cNvSpPr>
              <p:nvPr userDrawn="1"/>
            </p:nvSpPr>
            <p:spPr bwMode="gray">
              <a:xfrm>
                <a:off x="2929" y="894"/>
                <a:ext cx="4" cy="21"/>
              </a:xfrm>
              <a:custGeom>
                <a:avLst/>
                <a:gdLst>
                  <a:gd name="T0" fmla="*/ 4 w 4"/>
                  <a:gd name="T1" fmla="*/ 21 h 21"/>
                  <a:gd name="T2" fmla="*/ 0 w 4"/>
                  <a:gd name="T3" fmla="*/ 14 h 21"/>
                  <a:gd name="T4" fmla="*/ 0 w 4"/>
                  <a:gd name="T5" fmla="*/ 7 h 21"/>
                  <a:gd name="T6" fmla="*/ 0 w 4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21">
                    <a:moveTo>
                      <a:pt x="4" y="21"/>
                    </a:moveTo>
                    <a:lnTo>
                      <a:pt x="0" y="14"/>
                    </a:lnTo>
                    <a:lnTo>
                      <a:pt x="0" y="7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60" name="Freeform 767"/>
              <p:cNvSpPr>
                <a:spLocks/>
              </p:cNvSpPr>
              <p:nvPr userDrawn="1"/>
            </p:nvSpPr>
            <p:spPr bwMode="gray">
              <a:xfrm>
                <a:off x="3136" y="1097"/>
                <a:ext cx="21" cy="1"/>
              </a:xfrm>
              <a:custGeom>
                <a:avLst/>
                <a:gdLst>
                  <a:gd name="T0" fmla="*/ 0 w 21"/>
                  <a:gd name="T1" fmla="*/ 0 h 1"/>
                  <a:gd name="T2" fmla="*/ 5 w 21"/>
                  <a:gd name="T3" fmla="*/ 1 h 1"/>
                  <a:gd name="T4" fmla="*/ 10 w 21"/>
                  <a:gd name="T5" fmla="*/ 1 h 1"/>
                  <a:gd name="T6" fmla="*/ 15 w 21"/>
                  <a:gd name="T7" fmla="*/ 1 h 1"/>
                  <a:gd name="T8" fmla="*/ 21 w 21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">
                    <a:moveTo>
                      <a:pt x="0" y="0"/>
                    </a:moveTo>
                    <a:lnTo>
                      <a:pt x="5" y="1"/>
                    </a:lnTo>
                    <a:lnTo>
                      <a:pt x="10" y="1"/>
                    </a:lnTo>
                    <a:lnTo>
                      <a:pt x="15" y="1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61" name="Line 768"/>
              <p:cNvSpPr>
                <a:spLocks noChangeShapeType="1"/>
              </p:cNvSpPr>
              <p:nvPr userDrawn="1"/>
            </p:nvSpPr>
            <p:spPr bwMode="gray">
              <a:xfrm flipH="1">
                <a:off x="3144" y="980"/>
                <a:ext cx="4" cy="23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62" name="Line 769"/>
              <p:cNvSpPr>
                <a:spLocks noChangeShapeType="1"/>
              </p:cNvSpPr>
              <p:nvPr userDrawn="1"/>
            </p:nvSpPr>
            <p:spPr bwMode="gray">
              <a:xfrm flipH="1">
                <a:off x="3134" y="980"/>
                <a:ext cx="3" cy="23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63" name="Freeform 770"/>
              <p:cNvSpPr>
                <a:spLocks/>
              </p:cNvSpPr>
              <p:nvPr userDrawn="1"/>
            </p:nvSpPr>
            <p:spPr bwMode="gray">
              <a:xfrm>
                <a:off x="3134" y="1214"/>
                <a:ext cx="21" cy="3"/>
              </a:xfrm>
              <a:custGeom>
                <a:avLst/>
                <a:gdLst>
                  <a:gd name="T0" fmla="*/ 0 w 21"/>
                  <a:gd name="T1" fmla="*/ 2 h 3"/>
                  <a:gd name="T2" fmla="*/ 5 w 21"/>
                  <a:gd name="T3" fmla="*/ 3 h 3"/>
                  <a:gd name="T4" fmla="*/ 10 w 21"/>
                  <a:gd name="T5" fmla="*/ 3 h 3"/>
                  <a:gd name="T6" fmla="*/ 16 w 21"/>
                  <a:gd name="T7" fmla="*/ 2 h 3"/>
                  <a:gd name="T8" fmla="*/ 21 w 21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3">
                    <a:moveTo>
                      <a:pt x="0" y="2"/>
                    </a:moveTo>
                    <a:lnTo>
                      <a:pt x="5" y="3"/>
                    </a:lnTo>
                    <a:lnTo>
                      <a:pt x="10" y="3"/>
                    </a:lnTo>
                    <a:lnTo>
                      <a:pt x="16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64" name="Line 771"/>
              <p:cNvSpPr>
                <a:spLocks noChangeShapeType="1"/>
              </p:cNvSpPr>
              <p:nvPr userDrawn="1"/>
            </p:nvSpPr>
            <p:spPr bwMode="gray">
              <a:xfrm flipV="1">
                <a:off x="3155" y="978"/>
                <a:ext cx="3" cy="23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65" name="Freeform 772"/>
              <p:cNvSpPr>
                <a:spLocks/>
              </p:cNvSpPr>
              <p:nvPr userDrawn="1"/>
            </p:nvSpPr>
            <p:spPr bwMode="gray">
              <a:xfrm>
                <a:off x="3137" y="978"/>
                <a:ext cx="21" cy="3"/>
              </a:xfrm>
              <a:custGeom>
                <a:avLst/>
                <a:gdLst>
                  <a:gd name="T0" fmla="*/ 21 w 21"/>
                  <a:gd name="T1" fmla="*/ 0 h 3"/>
                  <a:gd name="T2" fmla="*/ 16 w 21"/>
                  <a:gd name="T3" fmla="*/ 2 h 3"/>
                  <a:gd name="T4" fmla="*/ 11 w 21"/>
                  <a:gd name="T5" fmla="*/ 3 h 3"/>
                  <a:gd name="T6" fmla="*/ 6 w 21"/>
                  <a:gd name="T7" fmla="*/ 2 h 3"/>
                  <a:gd name="T8" fmla="*/ 0 w 21"/>
                  <a:gd name="T9" fmla="*/ 2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3">
                    <a:moveTo>
                      <a:pt x="21" y="0"/>
                    </a:moveTo>
                    <a:lnTo>
                      <a:pt x="16" y="2"/>
                    </a:lnTo>
                    <a:lnTo>
                      <a:pt x="11" y="3"/>
                    </a:lnTo>
                    <a:lnTo>
                      <a:pt x="6" y="2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66" name="Freeform 773"/>
              <p:cNvSpPr>
                <a:spLocks/>
              </p:cNvSpPr>
              <p:nvPr userDrawn="1"/>
            </p:nvSpPr>
            <p:spPr bwMode="gray">
              <a:xfrm>
                <a:off x="3032" y="1182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4 h 9"/>
                  <a:gd name="T4" fmla="*/ 2 w 9"/>
                  <a:gd name="T5" fmla="*/ 7 h 9"/>
                  <a:gd name="T6" fmla="*/ 4 w 9"/>
                  <a:gd name="T7" fmla="*/ 9 h 9"/>
                  <a:gd name="T8" fmla="*/ 6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4"/>
                    </a:lnTo>
                    <a:lnTo>
                      <a:pt x="2" y="7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67" name="Line 774"/>
              <p:cNvSpPr>
                <a:spLocks noChangeShapeType="1"/>
              </p:cNvSpPr>
              <p:nvPr userDrawn="1"/>
            </p:nvSpPr>
            <p:spPr bwMode="gray">
              <a:xfrm flipH="1" flipV="1">
                <a:off x="2927" y="1154"/>
                <a:ext cx="210" cy="6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68" name="Line 775"/>
              <p:cNvSpPr>
                <a:spLocks noChangeShapeType="1"/>
              </p:cNvSpPr>
              <p:nvPr userDrawn="1"/>
            </p:nvSpPr>
            <p:spPr bwMode="gray">
              <a:xfrm flipH="1" flipV="1">
                <a:off x="2931" y="1149"/>
                <a:ext cx="203" cy="6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69" name="Freeform 776"/>
              <p:cNvSpPr>
                <a:spLocks/>
              </p:cNvSpPr>
              <p:nvPr userDrawn="1"/>
            </p:nvSpPr>
            <p:spPr bwMode="gray">
              <a:xfrm>
                <a:off x="2929" y="114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2 h 5"/>
                  <a:gd name="T4" fmla="*/ 0 w 2"/>
                  <a:gd name="T5" fmla="*/ 4 h 5"/>
                  <a:gd name="T6" fmla="*/ 0 w 2"/>
                  <a:gd name="T7" fmla="*/ 5 h 5"/>
                  <a:gd name="T8" fmla="*/ 0 w 2"/>
                  <a:gd name="T9" fmla="*/ 5 h 5"/>
                  <a:gd name="T10" fmla="*/ 0 w 2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70" name="Line 777"/>
              <p:cNvSpPr>
                <a:spLocks noChangeShapeType="1"/>
              </p:cNvSpPr>
              <p:nvPr userDrawn="1"/>
            </p:nvSpPr>
            <p:spPr bwMode="gray">
              <a:xfrm>
                <a:off x="2929" y="1154"/>
                <a:ext cx="214" cy="6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71" name="Freeform 778"/>
              <p:cNvSpPr>
                <a:spLocks/>
              </p:cNvSpPr>
              <p:nvPr userDrawn="1"/>
            </p:nvSpPr>
            <p:spPr bwMode="gray">
              <a:xfrm>
                <a:off x="3134" y="1216"/>
                <a:ext cx="9" cy="8"/>
              </a:xfrm>
              <a:custGeom>
                <a:avLst/>
                <a:gdLst>
                  <a:gd name="T0" fmla="*/ 0 w 9"/>
                  <a:gd name="T1" fmla="*/ 0 h 8"/>
                  <a:gd name="T2" fmla="*/ 2 w 9"/>
                  <a:gd name="T3" fmla="*/ 3 h 8"/>
                  <a:gd name="T4" fmla="*/ 2 w 9"/>
                  <a:gd name="T5" fmla="*/ 5 h 8"/>
                  <a:gd name="T6" fmla="*/ 3 w 9"/>
                  <a:gd name="T7" fmla="*/ 8 h 8"/>
                  <a:gd name="T8" fmla="*/ 5 w 9"/>
                  <a:gd name="T9" fmla="*/ 8 h 8"/>
                  <a:gd name="T10" fmla="*/ 9 w 9"/>
                  <a:gd name="T11" fmla="*/ 7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8">
                    <a:moveTo>
                      <a:pt x="0" y="0"/>
                    </a:moveTo>
                    <a:lnTo>
                      <a:pt x="2" y="3"/>
                    </a:lnTo>
                    <a:lnTo>
                      <a:pt x="2" y="5"/>
                    </a:lnTo>
                    <a:lnTo>
                      <a:pt x="3" y="8"/>
                    </a:lnTo>
                    <a:lnTo>
                      <a:pt x="5" y="8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72" name="Freeform 779"/>
              <p:cNvSpPr>
                <a:spLocks/>
              </p:cNvSpPr>
              <p:nvPr userDrawn="1"/>
            </p:nvSpPr>
            <p:spPr bwMode="gray">
              <a:xfrm>
                <a:off x="2649" y="694"/>
                <a:ext cx="20" cy="2"/>
              </a:xfrm>
              <a:custGeom>
                <a:avLst/>
                <a:gdLst>
                  <a:gd name="T0" fmla="*/ 20 w 20"/>
                  <a:gd name="T1" fmla="*/ 2 h 2"/>
                  <a:gd name="T2" fmla="*/ 13 w 20"/>
                  <a:gd name="T3" fmla="*/ 0 h 2"/>
                  <a:gd name="T4" fmla="*/ 6 w 20"/>
                  <a:gd name="T5" fmla="*/ 0 h 2"/>
                  <a:gd name="T6" fmla="*/ 0 w 20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">
                    <a:moveTo>
                      <a:pt x="20" y="2"/>
                    </a:moveTo>
                    <a:lnTo>
                      <a:pt x="13" y="0"/>
                    </a:lnTo>
                    <a:lnTo>
                      <a:pt x="6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73" name="Freeform 780"/>
              <p:cNvSpPr>
                <a:spLocks/>
              </p:cNvSpPr>
              <p:nvPr userDrawn="1"/>
            </p:nvSpPr>
            <p:spPr bwMode="gray">
              <a:xfrm>
                <a:off x="2756" y="715"/>
                <a:ext cx="9" cy="11"/>
              </a:xfrm>
              <a:custGeom>
                <a:avLst/>
                <a:gdLst>
                  <a:gd name="T0" fmla="*/ 9 w 9"/>
                  <a:gd name="T1" fmla="*/ 11 h 11"/>
                  <a:gd name="T2" fmla="*/ 9 w 9"/>
                  <a:gd name="T3" fmla="*/ 6 h 11"/>
                  <a:gd name="T4" fmla="*/ 7 w 9"/>
                  <a:gd name="T5" fmla="*/ 4 h 11"/>
                  <a:gd name="T6" fmla="*/ 5 w 9"/>
                  <a:gd name="T7" fmla="*/ 0 h 11"/>
                  <a:gd name="T8" fmla="*/ 4 w 9"/>
                  <a:gd name="T9" fmla="*/ 0 h 11"/>
                  <a:gd name="T10" fmla="*/ 0 w 9"/>
                  <a:gd name="T11" fmla="*/ 2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11">
                    <a:moveTo>
                      <a:pt x="9" y="11"/>
                    </a:moveTo>
                    <a:lnTo>
                      <a:pt x="9" y="6"/>
                    </a:lnTo>
                    <a:lnTo>
                      <a:pt x="7" y="4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74" name="Line 781"/>
              <p:cNvSpPr>
                <a:spLocks noChangeShapeType="1"/>
              </p:cNvSpPr>
              <p:nvPr userDrawn="1"/>
            </p:nvSpPr>
            <p:spPr bwMode="gray">
              <a:xfrm>
                <a:off x="2665" y="687"/>
                <a:ext cx="200" cy="6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75" name="Line 782"/>
              <p:cNvSpPr>
                <a:spLocks noChangeShapeType="1"/>
              </p:cNvSpPr>
              <p:nvPr userDrawn="1"/>
            </p:nvSpPr>
            <p:spPr bwMode="gray">
              <a:xfrm>
                <a:off x="2669" y="696"/>
                <a:ext cx="192" cy="5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76" name="Freeform 783"/>
              <p:cNvSpPr>
                <a:spLocks/>
              </p:cNvSpPr>
              <p:nvPr userDrawn="1"/>
            </p:nvSpPr>
            <p:spPr bwMode="gray">
              <a:xfrm>
                <a:off x="2861" y="749"/>
                <a:ext cx="4" cy="5"/>
              </a:xfrm>
              <a:custGeom>
                <a:avLst/>
                <a:gdLst>
                  <a:gd name="T0" fmla="*/ 0 w 4"/>
                  <a:gd name="T1" fmla="*/ 5 h 5"/>
                  <a:gd name="T2" fmla="*/ 2 w 4"/>
                  <a:gd name="T3" fmla="*/ 3 h 5"/>
                  <a:gd name="T4" fmla="*/ 4 w 4"/>
                  <a:gd name="T5" fmla="*/ 1 h 5"/>
                  <a:gd name="T6" fmla="*/ 4 w 4"/>
                  <a:gd name="T7" fmla="*/ 0 h 5"/>
                  <a:gd name="T8" fmla="*/ 4 w 4"/>
                  <a:gd name="T9" fmla="*/ 0 h 5"/>
                  <a:gd name="T10" fmla="*/ 4 w 4"/>
                  <a:gd name="T11" fmla="*/ 0 h 5"/>
                  <a:gd name="T12" fmla="*/ 4 w 4"/>
                  <a:gd name="T13" fmla="*/ 0 h 5"/>
                  <a:gd name="T14" fmla="*/ 4 w 4"/>
                  <a:gd name="T15" fmla="*/ 0 h 5"/>
                  <a:gd name="T16" fmla="*/ 4 w 4"/>
                  <a:gd name="T17" fmla="*/ 0 h 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" h="5">
                    <a:moveTo>
                      <a:pt x="0" y="5"/>
                    </a:moveTo>
                    <a:lnTo>
                      <a:pt x="2" y="3"/>
                    </a:lnTo>
                    <a:lnTo>
                      <a:pt x="4" y="1"/>
                    </a:lnTo>
                    <a:lnTo>
                      <a:pt x="4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77" name="Line 784"/>
              <p:cNvSpPr>
                <a:spLocks noChangeShapeType="1"/>
              </p:cNvSpPr>
              <p:nvPr userDrawn="1"/>
            </p:nvSpPr>
            <p:spPr bwMode="gray">
              <a:xfrm flipH="1" flipV="1">
                <a:off x="2660" y="687"/>
                <a:ext cx="205" cy="6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78" name="Freeform 785"/>
              <p:cNvSpPr>
                <a:spLocks/>
              </p:cNvSpPr>
              <p:nvPr userDrawn="1"/>
            </p:nvSpPr>
            <p:spPr bwMode="gray">
              <a:xfrm>
                <a:off x="2660" y="686"/>
                <a:ext cx="9" cy="10"/>
              </a:xfrm>
              <a:custGeom>
                <a:avLst/>
                <a:gdLst>
                  <a:gd name="T0" fmla="*/ 0 w 9"/>
                  <a:gd name="T1" fmla="*/ 1 h 10"/>
                  <a:gd name="T2" fmla="*/ 3 w 9"/>
                  <a:gd name="T3" fmla="*/ 0 h 10"/>
                  <a:gd name="T4" fmla="*/ 5 w 9"/>
                  <a:gd name="T5" fmla="*/ 1 h 10"/>
                  <a:gd name="T6" fmla="*/ 7 w 9"/>
                  <a:gd name="T7" fmla="*/ 3 h 10"/>
                  <a:gd name="T8" fmla="*/ 7 w 9"/>
                  <a:gd name="T9" fmla="*/ 7 h 10"/>
                  <a:gd name="T10" fmla="*/ 9 w 9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10">
                    <a:moveTo>
                      <a:pt x="0" y="1"/>
                    </a:moveTo>
                    <a:lnTo>
                      <a:pt x="3" y="0"/>
                    </a:lnTo>
                    <a:lnTo>
                      <a:pt x="5" y="1"/>
                    </a:lnTo>
                    <a:lnTo>
                      <a:pt x="7" y="3"/>
                    </a:lnTo>
                    <a:lnTo>
                      <a:pt x="7" y="7"/>
                    </a:lnTo>
                    <a:lnTo>
                      <a:pt x="9" y="1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79" name="Freeform 786"/>
              <p:cNvSpPr>
                <a:spLocks/>
              </p:cNvSpPr>
              <p:nvPr userDrawn="1"/>
            </p:nvSpPr>
            <p:spPr bwMode="gray">
              <a:xfrm>
                <a:off x="3197" y="848"/>
                <a:ext cx="9" cy="11"/>
              </a:xfrm>
              <a:custGeom>
                <a:avLst/>
                <a:gdLst>
                  <a:gd name="T0" fmla="*/ 9 w 9"/>
                  <a:gd name="T1" fmla="*/ 11 h 11"/>
                  <a:gd name="T2" fmla="*/ 9 w 9"/>
                  <a:gd name="T3" fmla="*/ 6 h 11"/>
                  <a:gd name="T4" fmla="*/ 7 w 9"/>
                  <a:gd name="T5" fmla="*/ 2 h 11"/>
                  <a:gd name="T6" fmla="*/ 5 w 9"/>
                  <a:gd name="T7" fmla="*/ 0 h 11"/>
                  <a:gd name="T8" fmla="*/ 3 w 9"/>
                  <a:gd name="T9" fmla="*/ 0 h 11"/>
                  <a:gd name="T10" fmla="*/ 0 w 9"/>
                  <a:gd name="T11" fmla="*/ 2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11">
                    <a:moveTo>
                      <a:pt x="9" y="11"/>
                    </a:moveTo>
                    <a:lnTo>
                      <a:pt x="9" y="6"/>
                    </a:lnTo>
                    <a:lnTo>
                      <a:pt x="7" y="2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80" name="Line 787"/>
              <p:cNvSpPr>
                <a:spLocks noChangeShapeType="1"/>
              </p:cNvSpPr>
              <p:nvPr userDrawn="1"/>
            </p:nvSpPr>
            <p:spPr bwMode="gray">
              <a:xfrm>
                <a:off x="3097" y="819"/>
                <a:ext cx="210" cy="6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81" name="Line 788"/>
              <p:cNvSpPr>
                <a:spLocks noChangeShapeType="1"/>
              </p:cNvSpPr>
              <p:nvPr userDrawn="1"/>
            </p:nvSpPr>
            <p:spPr bwMode="gray">
              <a:xfrm>
                <a:off x="3104" y="827"/>
                <a:ext cx="205" cy="6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82" name="Freeform 789"/>
              <p:cNvSpPr>
                <a:spLocks/>
              </p:cNvSpPr>
              <p:nvPr userDrawn="1"/>
            </p:nvSpPr>
            <p:spPr bwMode="gray">
              <a:xfrm>
                <a:off x="3300" y="880"/>
                <a:ext cx="9" cy="10"/>
              </a:xfrm>
              <a:custGeom>
                <a:avLst/>
                <a:gdLst>
                  <a:gd name="T0" fmla="*/ 9 w 9"/>
                  <a:gd name="T1" fmla="*/ 10 h 10"/>
                  <a:gd name="T2" fmla="*/ 9 w 9"/>
                  <a:gd name="T3" fmla="*/ 7 h 10"/>
                  <a:gd name="T4" fmla="*/ 9 w 9"/>
                  <a:gd name="T5" fmla="*/ 3 h 10"/>
                  <a:gd name="T6" fmla="*/ 7 w 9"/>
                  <a:gd name="T7" fmla="*/ 2 h 10"/>
                  <a:gd name="T8" fmla="*/ 5 w 9"/>
                  <a:gd name="T9" fmla="*/ 0 h 10"/>
                  <a:gd name="T10" fmla="*/ 3 w 9"/>
                  <a:gd name="T11" fmla="*/ 0 h 10"/>
                  <a:gd name="T12" fmla="*/ 0 w 9"/>
                  <a:gd name="T13" fmla="*/ 2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0">
                    <a:moveTo>
                      <a:pt x="9" y="10"/>
                    </a:moveTo>
                    <a:lnTo>
                      <a:pt x="9" y="7"/>
                    </a:lnTo>
                    <a:lnTo>
                      <a:pt x="9" y="3"/>
                    </a:lnTo>
                    <a:lnTo>
                      <a:pt x="7" y="2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83" name="Line 790"/>
              <p:cNvSpPr>
                <a:spLocks noChangeShapeType="1"/>
              </p:cNvSpPr>
              <p:nvPr userDrawn="1"/>
            </p:nvSpPr>
            <p:spPr bwMode="gray">
              <a:xfrm flipH="1" flipV="1">
                <a:off x="3085" y="815"/>
                <a:ext cx="215" cy="67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84" name="Freeform 791"/>
              <p:cNvSpPr>
                <a:spLocks/>
              </p:cNvSpPr>
              <p:nvPr userDrawn="1"/>
            </p:nvSpPr>
            <p:spPr bwMode="gray">
              <a:xfrm>
                <a:off x="3307" y="1008"/>
                <a:ext cx="5" cy="7"/>
              </a:xfrm>
              <a:custGeom>
                <a:avLst/>
                <a:gdLst>
                  <a:gd name="T0" fmla="*/ 0 w 5"/>
                  <a:gd name="T1" fmla="*/ 0 h 7"/>
                  <a:gd name="T2" fmla="*/ 2 w 5"/>
                  <a:gd name="T3" fmla="*/ 0 h 7"/>
                  <a:gd name="T4" fmla="*/ 3 w 5"/>
                  <a:gd name="T5" fmla="*/ 1 h 7"/>
                  <a:gd name="T6" fmla="*/ 5 w 5"/>
                  <a:gd name="T7" fmla="*/ 3 h 7"/>
                  <a:gd name="T8" fmla="*/ 3 w 5"/>
                  <a:gd name="T9" fmla="*/ 5 h 7"/>
                  <a:gd name="T10" fmla="*/ 2 w 5"/>
                  <a:gd name="T11" fmla="*/ 7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0" y="0"/>
                    </a:moveTo>
                    <a:lnTo>
                      <a:pt x="2" y="0"/>
                    </a:lnTo>
                    <a:lnTo>
                      <a:pt x="3" y="1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2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85" name="Line 792"/>
              <p:cNvSpPr>
                <a:spLocks noChangeShapeType="1"/>
              </p:cNvSpPr>
              <p:nvPr userDrawn="1"/>
            </p:nvSpPr>
            <p:spPr bwMode="gray">
              <a:xfrm flipH="1">
                <a:off x="3309" y="894"/>
                <a:ext cx="5" cy="23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86" name="Line 793"/>
              <p:cNvSpPr>
                <a:spLocks noChangeShapeType="1"/>
              </p:cNvSpPr>
              <p:nvPr userDrawn="1"/>
            </p:nvSpPr>
            <p:spPr bwMode="gray">
              <a:xfrm flipH="1">
                <a:off x="3303" y="890"/>
                <a:ext cx="6" cy="23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87" name="Freeform 794"/>
              <p:cNvSpPr>
                <a:spLocks/>
              </p:cNvSpPr>
              <p:nvPr userDrawn="1"/>
            </p:nvSpPr>
            <p:spPr bwMode="gray">
              <a:xfrm>
                <a:off x="3303" y="1123"/>
                <a:ext cx="6" cy="9"/>
              </a:xfrm>
              <a:custGeom>
                <a:avLst/>
                <a:gdLst>
                  <a:gd name="T0" fmla="*/ 0 w 6"/>
                  <a:gd name="T1" fmla="*/ 0 h 9"/>
                  <a:gd name="T2" fmla="*/ 4 w 6"/>
                  <a:gd name="T3" fmla="*/ 2 h 9"/>
                  <a:gd name="T4" fmla="*/ 6 w 6"/>
                  <a:gd name="T5" fmla="*/ 3 h 9"/>
                  <a:gd name="T6" fmla="*/ 6 w 6"/>
                  <a:gd name="T7" fmla="*/ 5 h 9"/>
                  <a:gd name="T8" fmla="*/ 6 w 6"/>
                  <a:gd name="T9" fmla="*/ 7 h 9"/>
                  <a:gd name="T10" fmla="*/ 4 w 6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9">
                    <a:moveTo>
                      <a:pt x="0" y="0"/>
                    </a:moveTo>
                    <a:lnTo>
                      <a:pt x="4" y="2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88" name="Line 795"/>
              <p:cNvSpPr>
                <a:spLocks noChangeShapeType="1"/>
              </p:cNvSpPr>
              <p:nvPr userDrawn="1"/>
            </p:nvSpPr>
            <p:spPr bwMode="gray">
              <a:xfrm flipV="1">
                <a:off x="3307" y="897"/>
                <a:ext cx="5" cy="23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89" name="Freeform 796"/>
              <p:cNvSpPr>
                <a:spLocks/>
              </p:cNvSpPr>
              <p:nvPr userDrawn="1"/>
            </p:nvSpPr>
            <p:spPr bwMode="gray">
              <a:xfrm>
                <a:off x="3309" y="890"/>
                <a:ext cx="5" cy="7"/>
              </a:xfrm>
              <a:custGeom>
                <a:avLst/>
                <a:gdLst>
                  <a:gd name="T0" fmla="*/ 3 w 5"/>
                  <a:gd name="T1" fmla="*/ 7 h 7"/>
                  <a:gd name="T2" fmla="*/ 5 w 5"/>
                  <a:gd name="T3" fmla="*/ 6 h 7"/>
                  <a:gd name="T4" fmla="*/ 5 w 5"/>
                  <a:gd name="T5" fmla="*/ 4 h 7"/>
                  <a:gd name="T6" fmla="*/ 3 w 5"/>
                  <a:gd name="T7" fmla="*/ 2 h 7"/>
                  <a:gd name="T8" fmla="*/ 1 w 5"/>
                  <a:gd name="T9" fmla="*/ 0 h 7"/>
                  <a:gd name="T10" fmla="*/ 0 w 5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3" y="7"/>
                    </a:moveTo>
                    <a:lnTo>
                      <a:pt x="5" y="6"/>
                    </a:lnTo>
                    <a:lnTo>
                      <a:pt x="5" y="4"/>
                    </a:lnTo>
                    <a:lnTo>
                      <a:pt x="3" y="2"/>
                    </a:lnTo>
                    <a:lnTo>
                      <a:pt x="1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90" name="Freeform 797"/>
              <p:cNvSpPr>
                <a:spLocks/>
              </p:cNvSpPr>
              <p:nvPr userDrawn="1"/>
            </p:nvSpPr>
            <p:spPr bwMode="gray">
              <a:xfrm>
                <a:off x="3295" y="1123"/>
                <a:ext cx="8" cy="17"/>
              </a:xfrm>
              <a:custGeom>
                <a:avLst/>
                <a:gdLst>
                  <a:gd name="T0" fmla="*/ 8 w 8"/>
                  <a:gd name="T1" fmla="*/ 0 h 17"/>
                  <a:gd name="T2" fmla="*/ 8 w 8"/>
                  <a:gd name="T3" fmla="*/ 5 h 17"/>
                  <a:gd name="T4" fmla="*/ 7 w 8"/>
                  <a:gd name="T5" fmla="*/ 9 h 17"/>
                  <a:gd name="T6" fmla="*/ 3 w 8"/>
                  <a:gd name="T7" fmla="*/ 14 h 17"/>
                  <a:gd name="T8" fmla="*/ 0 w 8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8" y="0"/>
                    </a:moveTo>
                    <a:lnTo>
                      <a:pt x="8" y="5"/>
                    </a:lnTo>
                    <a:lnTo>
                      <a:pt x="7" y="9"/>
                    </a:lnTo>
                    <a:lnTo>
                      <a:pt x="3" y="14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91" name="Freeform 798"/>
              <p:cNvSpPr>
                <a:spLocks/>
              </p:cNvSpPr>
              <p:nvPr userDrawn="1"/>
            </p:nvSpPr>
            <p:spPr bwMode="gray">
              <a:xfrm>
                <a:off x="2571" y="724"/>
                <a:ext cx="10" cy="9"/>
              </a:xfrm>
              <a:custGeom>
                <a:avLst/>
                <a:gdLst>
                  <a:gd name="T0" fmla="*/ 0 w 10"/>
                  <a:gd name="T1" fmla="*/ 9 h 9"/>
                  <a:gd name="T2" fmla="*/ 0 w 10"/>
                  <a:gd name="T3" fmla="*/ 5 h 9"/>
                  <a:gd name="T4" fmla="*/ 3 w 10"/>
                  <a:gd name="T5" fmla="*/ 2 h 9"/>
                  <a:gd name="T6" fmla="*/ 5 w 10"/>
                  <a:gd name="T7" fmla="*/ 0 h 9"/>
                  <a:gd name="T8" fmla="*/ 7 w 10"/>
                  <a:gd name="T9" fmla="*/ 0 h 9"/>
                  <a:gd name="T10" fmla="*/ 10 w 10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0" y="9"/>
                    </a:moveTo>
                    <a:lnTo>
                      <a:pt x="0" y="5"/>
                    </a:lnTo>
                    <a:lnTo>
                      <a:pt x="3" y="2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92" name="Line 799"/>
              <p:cNvSpPr>
                <a:spLocks noChangeShapeType="1"/>
              </p:cNvSpPr>
              <p:nvPr userDrawn="1"/>
            </p:nvSpPr>
            <p:spPr bwMode="gray">
              <a:xfrm flipV="1">
                <a:off x="2494" y="689"/>
                <a:ext cx="157" cy="7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93" name="Line 800"/>
              <p:cNvSpPr>
                <a:spLocks noChangeShapeType="1"/>
              </p:cNvSpPr>
              <p:nvPr userDrawn="1"/>
            </p:nvSpPr>
            <p:spPr bwMode="gray">
              <a:xfrm flipV="1">
                <a:off x="2492" y="696"/>
                <a:ext cx="157" cy="7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94" name="Freeform 801"/>
              <p:cNvSpPr>
                <a:spLocks/>
              </p:cNvSpPr>
              <p:nvPr userDrawn="1"/>
            </p:nvSpPr>
            <p:spPr bwMode="gray">
              <a:xfrm>
                <a:off x="2649" y="687"/>
                <a:ext cx="11" cy="9"/>
              </a:xfrm>
              <a:custGeom>
                <a:avLst/>
                <a:gdLst>
                  <a:gd name="T0" fmla="*/ 0 w 11"/>
                  <a:gd name="T1" fmla="*/ 9 h 9"/>
                  <a:gd name="T2" fmla="*/ 0 w 11"/>
                  <a:gd name="T3" fmla="*/ 6 h 9"/>
                  <a:gd name="T4" fmla="*/ 2 w 11"/>
                  <a:gd name="T5" fmla="*/ 4 h 9"/>
                  <a:gd name="T6" fmla="*/ 4 w 11"/>
                  <a:gd name="T7" fmla="*/ 0 h 9"/>
                  <a:gd name="T8" fmla="*/ 7 w 11"/>
                  <a:gd name="T9" fmla="*/ 0 h 9"/>
                  <a:gd name="T10" fmla="*/ 11 w 11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9">
                    <a:moveTo>
                      <a:pt x="0" y="9"/>
                    </a:moveTo>
                    <a:lnTo>
                      <a:pt x="0" y="6"/>
                    </a:lnTo>
                    <a:lnTo>
                      <a:pt x="2" y="4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95" name="Line 802"/>
              <p:cNvSpPr>
                <a:spLocks noChangeShapeType="1"/>
              </p:cNvSpPr>
              <p:nvPr userDrawn="1"/>
            </p:nvSpPr>
            <p:spPr bwMode="gray">
              <a:xfrm flipH="1">
                <a:off x="2503" y="687"/>
                <a:ext cx="157" cy="7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96" name="Freeform 803"/>
              <p:cNvSpPr>
                <a:spLocks/>
              </p:cNvSpPr>
              <p:nvPr userDrawn="1"/>
            </p:nvSpPr>
            <p:spPr bwMode="gray">
              <a:xfrm>
                <a:off x="2492" y="761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7 w 11"/>
                  <a:gd name="T3" fmla="*/ 0 h 10"/>
                  <a:gd name="T4" fmla="*/ 4 w 11"/>
                  <a:gd name="T5" fmla="*/ 2 h 10"/>
                  <a:gd name="T6" fmla="*/ 2 w 11"/>
                  <a:gd name="T7" fmla="*/ 3 h 10"/>
                  <a:gd name="T8" fmla="*/ 0 w 11"/>
                  <a:gd name="T9" fmla="*/ 7 h 10"/>
                  <a:gd name="T10" fmla="*/ 0 w 11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10">
                    <a:moveTo>
                      <a:pt x="11" y="0"/>
                    </a:moveTo>
                    <a:lnTo>
                      <a:pt x="7" y="0"/>
                    </a:lnTo>
                    <a:lnTo>
                      <a:pt x="4" y="2"/>
                    </a:lnTo>
                    <a:lnTo>
                      <a:pt x="2" y="3"/>
                    </a:lnTo>
                    <a:lnTo>
                      <a:pt x="0" y="7"/>
                    </a:lnTo>
                    <a:lnTo>
                      <a:pt x="0" y="1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97" name="Freeform 804"/>
              <p:cNvSpPr>
                <a:spLocks/>
              </p:cNvSpPr>
              <p:nvPr userDrawn="1"/>
            </p:nvSpPr>
            <p:spPr bwMode="gray">
              <a:xfrm>
                <a:off x="3225" y="920"/>
                <a:ext cx="10" cy="18"/>
              </a:xfrm>
              <a:custGeom>
                <a:avLst/>
                <a:gdLst>
                  <a:gd name="T0" fmla="*/ 0 w 10"/>
                  <a:gd name="T1" fmla="*/ 0 h 18"/>
                  <a:gd name="T2" fmla="*/ 3 w 10"/>
                  <a:gd name="T3" fmla="*/ 4 h 18"/>
                  <a:gd name="T4" fmla="*/ 7 w 10"/>
                  <a:gd name="T5" fmla="*/ 7 h 18"/>
                  <a:gd name="T6" fmla="*/ 10 w 10"/>
                  <a:gd name="T7" fmla="*/ 12 h 18"/>
                  <a:gd name="T8" fmla="*/ 10 w 10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0" y="0"/>
                    </a:moveTo>
                    <a:lnTo>
                      <a:pt x="3" y="4"/>
                    </a:lnTo>
                    <a:lnTo>
                      <a:pt x="7" y="7"/>
                    </a:lnTo>
                    <a:lnTo>
                      <a:pt x="10" y="12"/>
                    </a:lnTo>
                    <a:lnTo>
                      <a:pt x="10" y="1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98" name="Line 805"/>
              <p:cNvSpPr>
                <a:spLocks noChangeShapeType="1"/>
              </p:cNvSpPr>
              <p:nvPr userDrawn="1"/>
            </p:nvSpPr>
            <p:spPr bwMode="gray">
              <a:xfrm flipV="1">
                <a:off x="3155" y="887"/>
                <a:ext cx="154" cy="8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399" name="Line 806"/>
              <p:cNvSpPr>
                <a:spLocks noChangeShapeType="1"/>
              </p:cNvSpPr>
              <p:nvPr userDrawn="1"/>
            </p:nvSpPr>
            <p:spPr bwMode="gray">
              <a:xfrm flipV="1">
                <a:off x="3146" y="882"/>
                <a:ext cx="154" cy="78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00" name="Freeform 807"/>
              <p:cNvSpPr>
                <a:spLocks/>
              </p:cNvSpPr>
              <p:nvPr userDrawn="1"/>
            </p:nvSpPr>
            <p:spPr bwMode="gray">
              <a:xfrm>
                <a:off x="3300" y="882"/>
                <a:ext cx="12" cy="15"/>
              </a:xfrm>
              <a:custGeom>
                <a:avLst/>
                <a:gdLst>
                  <a:gd name="T0" fmla="*/ 0 w 12"/>
                  <a:gd name="T1" fmla="*/ 0 h 15"/>
                  <a:gd name="T2" fmla="*/ 5 w 12"/>
                  <a:gd name="T3" fmla="*/ 1 h 15"/>
                  <a:gd name="T4" fmla="*/ 9 w 12"/>
                  <a:gd name="T5" fmla="*/ 5 h 15"/>
                  <a:gd name="T6" fmla="*/ 10 w 12"/>
                  <a:gd name="T7" fmla="*/ 10 h 15"/>
                  <a:gd name="T8" fmla="*/ 12 w 12"/>
                  <a:gd name="T9" fmla="*/ 15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5">
                    <a:moveTo>
                      <a:pt x="0" y="0"/>
                    </a:moveTo>
                    <a:lnTo>
                      <a:pt x="5" y="1"/>
                    </a:lnTo>
                    <a:lnTo>
                      <a:pt x="9" y="5"/>
                    </a:lnTo>
                    <a:lnTo>
                      <a:pt x="10" y="10"/>
                    </a:lnTo>
                    <a:lnTo>
                      <a:pt x="12" y="15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01" name="Line 808"/>
              <p:cNvSpPr>
                <a:spLocks noChangeShapeType="1"/>
              </p:cNvSpPr>
              <p:nvPr userDrawn="1"/>
            </p:nvSpPr>
            <p:spPr bwMode="gray">
              <a:xfrm flipH="1">
                <a:off x="3158" y="897"/>
                <a:ext cx="154" cy="8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02" name="Freeform 809"/>
              <p:cNvSpPr>
                <a:spLocks/>
              </p:cNvSpPr>
              <p:nvPr userDrawn="1"/>
            </p:nvSpPr>
            <p:spPr bwMode="gray">
              <a:xfrm>
                <a:off x="3146" y="960"/>
                <a:ext cx="12" cy="18"/>
              </a:xfrm>
              <a:custGeom>
                <a:avLst/>
                <a:gdLst>
                  <a:gd name="T0" fmla="*/ 12 w 12"/>
                  <a:gd name="T1" fmla="*/ 18 h 18"/>
                  <a:gd name="T2" fmla="*/ 11 w 12"/>
                  <a:gd name="T3" fmla="*/ 13 h 18"/>
                  <a:gd name="T4" fmla="*/ 9 w 12"/>
                  <a:gd name="T5" fmla="*/ 7 h 18"/>
                  <a:gd name="T6" fmla="*/ 5 w 12"/>
                  <a:gd name="T7" fmla="*/ 4 h 18"/>
                  <a:gd name="T8" fmla="*/ 0 w 12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8">
                    <a:moveTo>
                      <a:pt x="12" y="18"/>
                    </a:moveTo>
                    <a:lnTo>
                      <a:pt x="11" y="13"/>
                    </a:lnTo>
                    <a:lnTo>
                      <a:pt x="9" y="7"/>
                    </a:lnTo>
                    <a:lnTo>
                      <a:pt x="5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03" name="Freeform 810"/>
              <p:cNvSpPr>
                <a:spLocks/>
              </p:cNvSpPr>
              <p:nvPr userDrawn="1"/>
            </p:nvSpPr>
            <p:spPr bwMode="gray">
              <a:xfrm>
                <a:off x="2119" y="1513"/>
                <a:ext cx="11" cy="16"/>
              </a:xfrm>
              <a:custGeom>
                <a:avLst/>
                <a:gdLst>
                  <a:gd name="T0" fmla="*/ 11 w 11"/>
                  <a:gd name="T1" fmla="*/ 16 h 16"/>
                  <a:gd name="T2" fmla="*/ 7 w 11"/>
                  <a:gd name="T3" fmla="*/ 14 h 16"/>
                  <a:gd name="T4" fmla="*/ 4 w 11"/>
                  <a:gd name="T5" fmla="*/ 10 h 16"/>
                  <a:gd name="T6" fmla="*/ 2 w 11"/>
                  <a:gd name="T7" fmla="*/ 5 h 16"/>
                  <a:gd name="T8" fmla="*/ 0 w 1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11" y="16"/>
                    </a:moveTo>
                    <a:lnTo>
                      <a:pt x="7" y="14"/>
                    </a:lnTo>
                    <a:lnTo>
                      <a:pt x="4" y="10"/>
                    </a:ln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04" name="Line 811"/>
              <p:cNvSpPr>
                <a:spLocks noChangeShapeType="1"/>
              </p:cNvSpPr>
              <p:nvPr userDrawn="1"/>
            </p:nvSpPr>
            <p:spPr bwMode="gray">
              <a:xfrm>
                <a:off x="2123" y="1529"/>
                <a:ext cx="14" cy="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05" name="Line 812"/>
              <p:cNvSpPr>
                <a:spLocks noChangeShapeType="1"/>
              </p:cNvSpPr>
              <p:nvPr userDrawn="1"/>
            </p:nvSpPr>
            <p:spPr bwMode="gray">
              <a:xfrm>
                <a:off x="2130" y="1529"/>
                <a:ext cx="7" cy="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06" name="Line 813"/>
              <p:cNvSpPr>
                <a:spLocks noChangeShapeType="1"/>
              </p:cNvSpPr>
              <p:nvPr userDrawn="1"/>
            </p:nvSpPr>
            <p:spPr bwMode="gray">
              <a:xfrm flipH="1" flipV="1">
                <a:off x="2121" y="1522"/>
                <a:ext cx="16" cy="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07" name="Freeform 814"/>
              <p:cNvSpPr>
                <a:spLocks/>
              </p:cNvSpPr>
              <p:nvPr userDrawn="1"/>
            </p:nvSpPr>
            <p:spPr bwMode="gray">
              <a:xfrm>
                <a:off x="2121" y="1522"/>
                <a:ext cx="9" cy="8"/>
              </a:xfrm>
              <a:custGeom>
                <a:avLst/>
                <a:gdLst>
                  <a:gd name="T0" fmla="*/ 0 w 9"/>
                  <a:gd name="T1" fmla="*/ 0 h 8"/>
                  <a:gd name="T2" fmla="*/ 0 w 9"/>
                  <a:gd name="T3" fmla="*/ 3 h 8"/>
                  <a:gd name="T4" fmla="*/ 2 w 9"/>
                  <a:gd name="T5" fmla="*/ 7 h 8"/>
                  <a:gd name="T6" fmla="*/ 4 w 9"/>
                  <a:gd name="T7" fmla="*/ 8 h 8"/>
                  <a:gd name="T8" fmla="*/ 5 w 9"/>
                  <a:gd name="T9" fmla="*/ 8 h 8"/>
                  <a:gd name="T10" fmla="*/ 9 w 9"/>
                  <a:gd name="T11" fmla="*/ 7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8">
                    <a:moveTo>
                      <a:pt x="0" y="0"/>
                    </a:moveTo>
                    <a:lnTo>
                      <a:pt x="0" y="3"/>
                    </a:lnTo>
                    <a:lnTo>
                      <a:pt x="2" y="7"/>
                    </a:lnTo>
                    <a:lnTo>
                      <a:pt x="4" y="8"/>
                    </a:lnTo>
                    <a:lnTo>
                      <a:pt x="5" y="8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08" name="Freeform 815"/>
              <p:cNvSpPr>
                <a:spLocks/>
              </p:cNvSpPr>
              <p:nvPr userDrawn="1"/>
            </p:nvSpPr>
            <p:spPr bwMode="gray">
              <a:xfrm>
                <a:off x="2737" y="1363"/>
                <a:ext cx="7" cy="8"/>
              </a:xfrm>
              <a:custGeom>
                <a:avLst/>
                <a:gdLst>
                  <a:gd name="T0" fmla="*/ 0 w 7"/>
                  <a:gd name="T1" fmla="*/ 8 h 8"/>
                  <a:gd name="T2" fmla="*/ 3 w 7"/>
                  <a:gd name="T3" fmla="*/ 8 h 8"/>
                  <a:gd name="T4" fmla="*/ 5 w 7"/>
                  <a:gd name="T5" fmla="*/ 7 h 8"/>
                  <a:gd name="T6" fmla="*/ 7 w 7"/>
                  <a:gd name="T7" fmla="*/ 3 h 8"/>
                  <a:gd name="T8" fmla="*/ 7 w 7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8">
                    <a:moveTo>
                      <a:pt x="0" y="8"/>
                    </a:moveTo>
                    <a:lnTo>
                      <a:pt x="3" y="8"/>
                    </a:lnTo>
                    <a:lnTo>
                      <a:pt x="5" y="7"/>
                    </a:lnTo>
                    <a:lnTo>
                      <a:pt x="7" y="3"/>
                    </a:lnTo>
                    <a:lnTo>
                      <a:pt x="7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09" name="Line 816"/>
              <p:cNvSpPr>
                <a:spLocks noChangeShapeType="1"/>
              </p:cNvSpPr>
              <p:nvPr userDrawn="1"/>
            </p:nvSpPr>
            <p:spPr bwMode="gray">
              <a:xfrm flipV="1">
                <a:off x="2739" y="1329"/>
                <a:ext cx="77" cy="4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10" name="Line 817"/>
              <p:cNvSpPr>
                <a:spLocks noChangeShapeType="1"/>
              </p:cNvSpPr>
              <p:nvPr userDrawn="1"/>
            </p:nvSpPr>
            <p:spPr bwMode="gray">
              <a:xfrm flipV="1">
                <a:off x="2737" y="1331"/>
                <a:ext cx="70" cy="3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11" name="Freeform 818"/>
              <p:cNvSpPr>
                <a:spLocks/>
              </p:cNvSpPr>
              <p:nvPr userDrawn="1"/>
            </p:nvSpPr>
            <p:spPr bwMode="gray">
              <a:xfrm>
                <a:off x="2807" y="1322"/>
                <a:ext cx="10" cy="9"/>
              </a:xfrm>
              <a:custGeom>
                <a:avLst/>
                <a:gdLst>
                  <a:gd name="T0" fmla="*/ 0 w 10"/>
                  <a:gd name="T1" fmla="*/ 9 h 9"/>
                  <a:gd name="T2" fmla="*/ 5 w 10"/>
                  <a:gd name="T3" fmla="*/ 9 h 9"/>
                  <a:gd name="T4" fmla="*/ 7 w 10"/>
                  <a:gd name="T5" fmla="*/ 9 h 9"/>
                  <a:gd name="T6" fmla="*/ 9 w 10"/>
                  <a:gd name="T7" fmla="*/ 7 h 9"/>
                  <a:gd name="T8" fmla="*/ 10 w 10"/>
                  <a:gd name="T9" fmla="*/ 4 h 9"/>
                  <a:gd name="T10" fmla="*/ 10 w 10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0" y="9"/>
                    </a:moveTo>
                    <a:lnTo>
                      <a:pt x="5" y="9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0" y="4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12" name="Line 819"/>
              <p:cNvSpPr>
                <a:spLocks noChangeShapeType="1"/>
              </p:cNvSpPr>
              <p:nvPr userDrawn="1"/>
            </p:nvSpPr>
            <p:spPr bwMode="gray">
              <a:xfrm flipH="1">
                <a:off x="2737" y="1322"/>
                <a:ext cx="80" cy="4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13" name="Freeform 820"/>
              <p:cNvSpPr>
                <a:spLocks/>
              </p:cNvSpPr>
              <p:nvPr userDrawn="1"/>
            </p:nvSpPr>
            <p:spPr bwMode="gray">
              <a:xfrm>
                <a:off x="2807" y="1315"/>
                <a:ext cx="9" cy="16"/>
              </a:xfrm>
              <a:custGeom>
                <a:avLst/>
                <a:gdLst>
                  <a:gd name="T0" fmla="*/ 0 w 9"/>
                  <a:gd name="T1" fmla="*/ 16 h 16"/>
                  <a:gd name="T2" fmla="*/ 3 w 9"/>
                  <a:gd name="T3" fmla="*/ 13 h 16"/>
                  <a:gd name="T4" fmla="*/ 7 w 9"/>
                  <a:gd name="T5" fmla="*/ 9 h 16"/>
                  <a:gd name="T6" fmla="*/ 9 w 9"/>
                  <a:gd name="T7" fmla="*/ 4 h 16"/>
                  <a:gd name="T8" fmla="*/ 9 w 9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0" y="16"/>
                    </a:moveTo>
                    <a:lnTo>
                      <a:pt x="3" y="13"/>
                    </a:lnTo>
                    <a:lnTo>
                      <a:pt x="7" y="9"/>
                    </a:lnTo>
                    <a:lnTo>
                      <a:pt x="9" y="4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14" name="Freeform 821"/>
              <p:cNvSpPr>
                <a:spLocks/>
              </p:cNvSpPr>
              <p:nvPr userDrawn="1"/>
            </p:nvSpPr>
            <p:spPr bwMode="gray">
              <a:xfrm>
                <a:off x="2195" y="1244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5 w 8"/>
                  <a:gd name="T3" fmla="*/ 0 h 8"/>
                  <a:gd name="T4" fmla="*/ 1 w 8"/>
                  <a:gd name="T5" fmla="*/ 1 h 8"/>
                  <a:gd name="T6" fmla="*/ 0 w 8"/>
                  <a:gd name="T7" fmla="*/ 5 h 8"/>
                  <a:gd name="T8" fmla="*/ 0 w 8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lnTo>
                      <a:pt x="5" y="0"/>
                    </a:lnTo>
                    <a:lnTo>
                      <a:pt x="1" y="1"/>
                    </a:lnTo>
                    <a:lnTo>
                      <a:pt x="0" y="5"/>
                    </a:lnTo>
                    <a:lnTo>
                      <a:pt x="0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15" name="Line 822"/>
              <p:cNvSpPr>
                <a:spLocks noChangeShapeType="1"/>
              </p:cNvSpPr>
              <p:nvPr userDrawn="1"/>
            </p:nvSpPr>
            <p:spPr bwMode="gray">
              <a:xfrm flipH="1">
                <a:off x="2116" y="1203"/>
                <a:ext cx="164" cy="83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16" name="Line 823"/>
              <p:cNvSpPr>
                <a:spLocks noChangeShapeType="1"/>
              </p:cNvSpPr>
              <p:nvPr userDrawn="1"/>
            </p:nvSpPr>
            <p:spPr bwMode="gray">
              <a:xfrm flipH="1">
                <a:off x="2123" y="1203"/>
                <a:ext cx="161" cy="8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17" name="Freeform 824"/>
              <p:cNvSpPr>
                <a:spLocks/>
              </p:cNvSpPr>
              <p:nvPr userDrawn="1"/>
            </p:nvSpPr>
            <p:spPr bwMode="gray">
              <a:xfrm>
                <a:off x="2112" y="1284"/>
                <a:ext cx="11" cy="9"/>
              </a:xfrm>
              <a:custGeom>
                <a:avLst/>
                <a:gdLst>
                  <a:gd name="T0" fmla="*/ 11 w 11"/>
                  <a:gd name="T1" fmla="*/ 0 h 9"/>
                  <a:gd name="T2" fmla="*/ 7 w 11"/>
                  <a:gd name="T3" fmla="*/ 0 h 9"/>
                  <a:gd name="T4" fmla="*/ 4 w 11"/>
                  <a:gd name="T5" fmla="*/ 0 h 9"/>
                  <a:gd name="T6" fmla="*/ 2 w 11"/>
                  <a:gd name="T7" fmla="*/ 2 h 9"/>
                  <a:gd name="T8" fmla="*/ 2 w 11"/>
                  <a:gd name="T9" fmla="*/ 5 h 9"/>
                  <a:gd name="T10" fmla="*/ 0 w 11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9">
                    <a:moveTo>
                      <a:pt x="11" y="0"/>
                    </a:moveTo>
                    <a:lnTo>
                      <a:pt x="7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2" y="5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18" name="Line 825"/>
              <p:cNvSpPr>
                <a:spLocks noChangeShapeType="1"/>
              </p:cNvSpPr>
              <p:nvPr userDrawn="1"/>
            </p:nvSpPr>
            <p:spPr bwMode="gray">
              <a:xfrm flipV="1">
                <a:off x="2112" y="1209"/>
                <a:ext cx="170" cy="8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19" name="Freeform 826"/>
              <p:cNvSpPr>
                <a:spLocks/>
              </p:cNvSpPr>
              <p:nvPr userDrawn="1"/>
            </p:nvSpPr>
            <p:spPr bwMode="gray">
              <a:xfrm>
                <a:off x="2280" y="1203"/>
                <a:ext cx="4" cy="6"/>
              </a:xfrm>
              <a:custGeom>
                <a:avLst/>
                <a:gdLst>
                  <a:gd name="T0" fmla="*/ 4 w 4"/>
                  <a:gd name="T1" fmla="*/ 0 h 6"/>
                  <a:gd name="T2" fmla="*/ 2 w 4"/>
                  <a:gd name="T3" fmla="*/ 0 h 6"/>
                  <a:gd name="T4" fmla="*/ 0 w 4"/>
                  <a:gd name="T5" fmla="*/ 0 h 6"/>
                  <a:gd name="T6" fmla="*/ 0 w 4"/>
                  <a:gd name="T7" fmla="*/ 0 h 6"/>
                  <a:gd name="T8" fmla="*/ 2 w 4"/>
                  <a:gd name="T9" fmla="*/ 2 h 6"/>
                  <a:gd name="T10" fmla="*/ 2 w 4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2" y="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20" name="Freeform 827"/>
              <p:cNvSpPr>
                <a:spLocks/>
              </p:cNvSpPr>
              <p:nvPr userDrawn="1"/>
            </p:nvSpPr>
            <p:spPr bwMode="gray">
              <a:xfrm>
                <a:off x="2207" y="1317"/>
                <a:ext cx="9" cy="16"/>
              </a:xfrm>
              <a:custGeom>
                <a:avLst/>
                <a:gdLst>
                  <a:gd name="T0" fmla="*/ 9 w 9"/>
                  <a:gd name="T1" fmla="*/ 0 h 16"/>
                  <a:gd name="T2" fmla="*/ 5 w 9"/>
                  <a:gd name="T3" fmla="*/ 2 h 16"/>
                  <a:gd name="T4" fmla="*/ 3 w 9"/>
                  <a:gd name="T5" fmla="*/ 7 h 16"/>
                  <a:gd name="T6" fmla="*/ 2 w 9"/>
                  <a:gd name="T7" fmla="*/ 11 h 16"/>
                  <a:gd name="T8" fmla="*/ 0 w 9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9" y="0"/>
                    </a:moveTo>
                    <a:lnTo>
                      <a:pt x="5" y="2"/>
                    </a:lnTo>
                    <a:lnTo>
                      <a:pt x="3" y="7"/>
                    </a:lnTo>
                    <a:lnTo>
                      <a:pt x="2" y="11"/>
                    </a:lnTo>
                    <a:lnTo>
                      <a:pt x="0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21" name="Line 828"/>
              <p:cNvSpPr>
                <a:spLocks noChangeShapeType="1"/>
              </p:cNvSpPr>
              <p:nvPr userDrawn="1"/>
            </p:nvSpPr>
            <p:spPr bwMode="gray">
              <a:xfrm>
                <a:off x="2118" y="1291"/>
                <a:ext cx="185" cy="6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22" name="Line 829"/>
              <p:cNvSpPr>
                <a:spLocks noChangeShapeType="1"/>
              </p:cNvSpPr>
              <p:nvPr userDrawn="1"/>
            </p:nvSpPr>
            <p:spPr bwMode="gray">
              <a:xfrm>
                <a:off x="2123" y="1284"/>
                <a:ext cx="187" cy="66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23" name="Freeform 830"/>
              <p:cNvSpPr>
                <a:spLocks/>
              </p:cNvSpPr>
              <p:nvPr userDrawn="1"/>
            </p:nvSpPr>
            <p:spPr bwMode="gray">
              <a:xfrm>
                <a:off x="2301" y="1350"/>
                <a:ext cx="9" cy="16"/>
              </a:xfrm>
              <a:custGeom>
                <a:avLst/>
                <a:gdLst>
                  <a:gd name="T0" fmla="*/ 9 w 9"/>
                  <a:gd name="T1" fmla="*/ 0 h 16"/>
                  <a:gd name="T2" fmla="*/ 6 w 9"/>
                  <a:gd name="T3" fmla="*/ 2 h 16"/>
                  <a:gd name="T4" fmla="*/ 2 w 9"/>
                  <a:gd name="T5" fmla="*/ 7 h 16"/>
                  <a:gd name="T6" fmla="*/ 0 w 9"/>
                  <a:gd name="T7" fmla="*/ 13 h 16"/>
                  <a:gd name="T8" fmla="*/ 0 w 9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9" y="0"/>
                    </a:moveTo>
                    <a:lnTo>
                      <a:pt x="6" y="2"/>
                    </a:lnTo>
                    <a:lnTo>
                      <a:pt x="2" y="7"/>
                    </a:lnTo>
                    <a:lnTo>
                      <a:pt x="0" y="13"/>
                    </a:lnTo>
                    <a:lnTo>
                      <a:pt x="0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24" name="Line 831"/>
              <p:cNvSpPr>
                <a:spLocks noChangeShapeType="1"/>
              </p:cNvSpPr>
              <p:nvPr userDrawn="1"/>
            </p:nvSpPr>
            <p:spPr bwMode="gray">
              <a:xfrm flipH="1" flipV="1">
                <a:off x="2114" y="1301"/>
                <a:ext cx="187" cy="65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25" name="Freeform 832"/>
              <p:cNvSpPr>
                <a:spLocks/>
              </p:cNvSpPr>
              <p:nvPr userDrawn="1"/>
            </p:nvSpPr>
            <p:spPr bwMode="gray">
              <a:xfrm>
                <a:off x="2114" y="1284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0 w 9"/>
                  <a:gd name="T3" fmla="*/ 12 h 17"/>
                  <a:gd name="T4" fmla="*/ 2 w 9"/>
                  <a:gd name="T5" fmla="*/ 7 h 17"/>
                  <a:gd name="T6" fmla="*/ 5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0" y="12"/>
                    </a:lnTo>
                    <a:lnTo>
                      <a:pt x="2" y="7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26" name="Line 833"/>
              <p:cNvSpPr>
                <a:spLocks noChangeShapeType="1"/>
              </p:cNvSpPr>
              <p:nvPr userDrawn="1"/>
            </p:nvSpPr>
            <p:spPr bwMode="gray">
              <a:xfrm flipV="1">
                <a:off x="2317" y="1342"/>
                <a:ext cx="28" cy="14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27" name="Line 834"/>
              <p:cNvSpPr>
                <a:spLocks noChangeShapeType="1"/>
              </p:cNvSpPr>
              <p:nvPr userDrawn="1"/>
            </p:nvSpPr>
            <p:spPr bwMode="gray">
              <a:xfrm flipV="1">
                <a:off x="2310" y="1331"/>
                <a:ext cx="35" cy="19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28" name="Line 835"/>
              <p:cNvSpPr>
                <a:spLocks noChangeShapeType="1"/>
              </p:cNvSpPr>
              <p:nvPr userDrawn="1"/>
            </p:nvSpPr>
            <p:spPr bwMode="gray">
              <a:xfrm flipH="1">
                <a:off x="2321" y="1354"/>
                <a:ext cx="24" cy="12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29" name="Freeform 836"/>
              <p:cNvSpPr>
                <a:spLocks/>
              </p:cNvSpPr>
              <p:nvPr userDrawn="1"/>
            </p:nvSpPr>
            <p:spPr bwMode="gray">
              <a:xfrm>
                <a:off x="2310" y="1350"/>
                <a:ext cx="11" cy="16"/>
              </a:xfrm>
              <a:custGeom>
                <a:avLst/>
                <a:gdLst>
                  <a:gd name="T0" fmla="*/ 0 w 11"/>
                  <a:gd name="T1" fmla="*/ 0 h 16"/>
                  <a:gd name="T2" fmla="*/ 4 w 11"/>
                  <a:gd name="T3" fmla="*/ 2 h 16"/>
                  <a:gd name="T4" fmla="*/ 7 w 11"/>
                  <a:gd name="T5" fmla="*/ 6 h 16"/>
                  <a:gd name="T6" fmla="*/ 11 w 11"/>
                  <a:gd name="T7" fmla="*/ 11 h 16"/>
                  <a:gd name="T8" fmla="*/ 11 w 11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0" y="0"/>
                    </a:moveTo>
                    <a:lnTo>
                      <a:pt x="4" y="2"/>
                    </a:lnTo>
                    <a:lnTo>
                      <a:pt x="7" y="6"/>
                    </a:lnTo>
                    <a:lnTo>
                      <a:pt x="11" y="11"/>
                    </a:lnTo>
                    <a:lnTo>
                      <a:pt x="11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30" name="Freeform 837"/>
              <p:cNvSpPr>
                <a:spLocks/>
              </p:cNvSpPr>
              <p:nvPr userDrawn="1"/>
            </p:nvSpPr>
            <p:spPr bwMode="gray">
              <a:xfrm>
                <a:off x="2114" y="1403"/>
                <a:ext cx="4" cy="9"/>
              </a:xfrm>
              <a:custGeom>
                <a:avLst/>
                <a:gdLst>
                  <a:gd name="T0" fmla="*/ 2 w 4"/>
                  <a:gd name="T1" fmla="*/ 0 h 9"/>
                  <a:gd name="T2" fmla="*/ 0 w 4"/>
                  <a:gd name="T3" fmla="*/ 3 h 9"/>
                  <a:gd name="T4" fmla="*/ 0 w 4"/>
                  <a:gd name="T5" fmla="*/ 5 h 9"/>
                  <a:gd name="T6" fmla="*/ 0 w 4"/>
                  <a:gd name="T7" fmla="*/ 7 h 9"/>
                  <a:gd name="T8" fmla="*/ 4 w 4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31" name="Line 838"/>
              <p:cNvSpPr>
                <a:spLocks noChangeShapeType="1"/>
              </p:cNvSpPr>
              <p:nvPr userDrawn="1"/>
            </p:nvSpPr>
            <p:spPr bwMode="gray">
              <a:xfrm flipH="1" flipV="1">
                <a:off x="2111" y="1298"/>
                <a:ext cx="5" cy="22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32" name="Line 839"/>
              <p:cNvSpPr>
                <a:spLocks noChangeShapeType="1"/>
              </p:cNvSpPr>
              <p:nvPr userDrawn="1"/>
            </p:nvSpPr>
            <p:spPr bwMode="gray">
              <a:xfrm flipH="1" flipV="1">
                <a:off x="2112" y="1293"/>
                <a:ext cx="7" cy="22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33" name="Freeform 840"/>
              <p:cNvSpPr>
                <a:spLocks/>
              </p:cNvSpPr>
              <p:nvPr userDrawn="1"/>
            </p:nvSpPr>
            <p:spPr bwMode="gray">
              <a:xfrm>
                <a:off x="2111" y="1293"/>
                <a:ext cx="3" cy="8"/>
              </a:xfrm>
              <a:custGeom>
                <a:avLst/>
                <a:gdLst>
                  <a:gd name="T0" fmla="*/ 1 w 3"/>
                  <a:gd name="T1" fmla="*/ 0 h 8"/>
                  <a:gd name="T2" fmla="*/ 0 w 3"/>
                  <a:gd name="T3" fmla="*/ 1 h 8"/>
                  <a:gd name="T4" fmla="*/ 0 w 3"/>
                  <a:gd name="T5" fmla="*/ 5 h 8"/>
                  <a:gd name="T6" fmla="*/ 1 w 3"/>
                  <a:gd name="T7" fmla="*/ 7 h 8"/>
                  <a:gd name="T8" fmla="*/ 3 w 3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1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34" name="Line 841"/>
              <p:cNvSpPr>
                <a:spLocks noChangeShapeType="1"/>
              </p:cNvSpPr>
              <p:nvPr userDrawn="1"/>
            </p:nvSpPr>
            <p:spPr bwMode="gray">
              <a:xfrm>
                <a:off x="2114" y="1301"/>
                <a:ext cx="7" cy="221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35" name="Freeform 842"/>
              <p:cNvSpPr>
                <a:spLocks/>
              </p:cNvSpPr>
              <p:nvPr userDrawn="1"/>
            </p:nvSpPr>
            <p:spPr bwMode="gray">
              <a:xfrm>
                <a:off x="2116" y="1513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2 w 5"/>
                  <a:gd name="T3" fmla="*/ 7 h 9"/>
                  <a:gd name="T4" fmla="*/ 0 w 5"/>
                  <a:gd name="T5" fmla="*/ 5 h 9"/>
                  <a:gd name="T6" fmla="*/ 2 w 5"/>
                  <a:gd name="T7" fmla="*/ 2 h 9"/>
                  <a:gd name="T8" fmla="*/ 3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lnTo>
                      <a:pt x="2" y="7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36" name="Freeform 843"/>
              <p:cNvSpPr>
                <a:spLocks/>
              </p:cNvSpPr>
              <p:nvPr userDrawn="1"/>
            </p:nvSpPr>
            <p:spPr bwMode="gray">
              <a:xfrm>
                <a:off x="3526" y="1214"/>
                <a:ext cx="14" cy="12"/>
              </a:xfrm>
              <a:custGeom>
                <a:avLst/>
                <a:gdLst>
                  <a:gd name="T0" fmla="*/ 14 w 14"/>
                  <a:gd name="T1" fmla="*/ 12 h 12"/>
                  <a:gd name="T2" fmla="*/ 14 w 14"/>
                  <a:gd name="T3" fmla="*/ 9 h 12"/>
                  <a:gd name="T4" fmla="*/ 10 w 14"/>
                  <a:gd name="T5" fmla="*/ 5 h 12"/>
                  <a:gd name="T6" fmla="*/ 8 w 14"/>
                  <a:gd name="T7" fmla="*/ 2 h 12"/>
                  <a:gd name="T8" fmla="*/ 5 w 14"/>
                  <a:gd name="T9" fmla="*/ 0 h 12"/>
                  <a:gd name="T10" fmla="*/ 0 w 1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2">
                    <a:moveTo>
                      <a:pt x="14" y="12"/>
                    </a:moveTo>
                    <a:lnTo>
                      <a:pt x="14" y="9"/>
                    </a:lnTo>
                    <a:lnTo>
                      <a:pt x="10" y="5"/>
                    </a:lnTo>
                    <a:lnTo>
                      <a:pt x="8" y="2"/>
                    </a:lnTo>
                    <a:lnTo>
                      <a:pt x="5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37" name="Freeform 844"/>
              <p:cNvSpPr>
                <a:spLocks/>
              </p:cNvSpPr>
              <p:nvPr userDrawn="1"/>
            </p:nvSpPr>
            <p:spPr bwMode="gray">
              <a:xfrm>
                <a:off x="3533" y="1216"/>
                <a:ext cx="5" cy="8"/>
              </a:xfrm>
              <a:custGeom>
                <a:avLst/>
                <a:gdLst>
                  <a:gd name="T0" fmla="*/ 0 w 5"/>
                  <a:gd name="T1" fmla="*/ 0 h 8"/>
                  <a:gd name="T2" fmla="*/ 1 w 5"/>
                  <a:gd name="T3" fmla="*/ 0 h 8"/>
                  <a:gd name="T4" fmla="*/ 3 w 5"/>
                  <a:gd name="T5" fmla="*/ 1 h 8"/>
                  <a:gd name="T6" fmla="*/ 3 w 5"/>
                  <a:gd name="T7" fmla="*/ 3 h 8"/>
                  <a:gd name="T8" fmla="*/ 5 w 5"/>
                  <a:gd name="T9" fmla="*/ 5 h 8"/>
                  <a:gd name="T10" fmla="*/ 3 w 5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lnTo>
                      <a:pt x="1" y="0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5" y="5"/>
                    </a:lnTo>
                    <a:lnTo>
                      <a:pt x="3" y="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38" name="Freeform 845"/>
              <p:cNvSpPr>
                <a:spLocks/>
              </p:cNvSpPr>
              <p:nvPr userDrawn="1"/>
            </p:nvSpPr>
            <p:spPr bwMode="gray">
              <a:xfrm>
                <a:off x="2142" y="1686"/>
                <a:ext cx="7" cy="16"/>
              </a:xfrm>
              <a:custGeom>
                <a:avLst/>
                <a:gdLst>
                  <a:gd name="T0" fmla="*/ 2 w 7"/>
                  <a:gd name="T1" fmla="*/ 0 h 16"/>
                  <a:gd name="T2" fmla="*/ 0 w 7"/>
                  <a:gd name="T3" fmla="*/ 4 h 16"/>
                  <a:gd name="T4" fmla="*/ 0 w 7"/>
                  <a:gd name="T5" fmla="*/ 7 h 16"/>
                  <a:gd name="T6" fmla="*/ 2 w 7"/>
                  <a:gd name="T7" fmla="*/ 12 h 16"/>
                  <a:gd name="T8" fmla="*/ 4 w 7"/>
                  <a:gd name="T9" fmla="*/ 14 h 16"/>
                  <a:gd name="T10" fmla="*/ 7 w 7"/>
                  <a:gd name="T11" fmla="*/ 1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16">
                    <a:moveTo>
                      <a:pt x="2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2" y="12"/>
                    </a:lnTo>
                    <a:lnTo>
                      <a:pt x="4" y="14"/>
                    </a:lnTo>
                    <a:lnTo>
                      <a:pt x="7" y="16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39" name="Freeform 846"/>
              <p:cNvSpPr>
                <a:spLocks/>
              </p:cNvSpPr>
              <p:nvPr userDrawn="1"/>
            </p:nvSpPr>
            <p:spPr bwMode="gray">
              <a:xfrm>
                <a:off x="2142" y="1693"/>
                <a:ext cx="9" cy="5"/>
              </a:xfrm>
              <a:custGeom>
                <a:avLst/>
                <a:gdLst>
                  <a:gd name="T0" fmla="*/ 9 w 9"/>
                  <a:gd name="T1" fmla="*/ 5 h 5"/>
                  <a:gd name="T2" fmla="*/ 5 w 9"/>
                  <a:gd name="T3" fmla="*/ 5 h 5"/>
                  <a:gd name="T4" fmla="*/ 2 w 9"/>
                  <a:gd name="T5" fmla="*/ 5 h 5"/>
                  <a:gd name="T6" fmla="*/ 0 w 9"/>
                  <a:gd name="T7" fmla="*/ 2 h 5"/>
                  <a:gd name="T8" fmla="*/ 0 w 9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5">
                    <a:moveTo>
                      <a:pt x="9" y="5"/>
                    </a:moveTo>
                    <a:lnTo>
                      <a:pt x="5" y="5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40" name="Freeform 847"/>
              <p:cNvSpPr>
                <a:spLocks/>
              </p:cNvSpPr>
              <p:nvPr userDrawn="1"/>
            </p:nvSpPr>
            <p:spPr bwMode="gray">
              <a:xfrm>
                <a:off x="2779" y="1933"/>
                <a:ext cx="17" cy="7"/>
              </a:xfrm>
              <a:custGeom>
                <a:avLst/>
                <a:gdLst>
                  <a:gd name="T0" fmla="*/ 0 w 17"/>
                  <a:gd name="T1" fmla="*/ 0 h 7"/>
                  <a:gd name="T2" fmla="*/ 2 w 17"/>
                  <a:gd name="T3" fmla="*/ 3 h 7"/>
                  <a:gd name="T4" fmla="*/ 5 w 17"/>
                  <a:gd name="T5" fmla="*/ 5 h 7"/>
                  <a:gd name="T6" fmla="*/ 10 w 17"/>
                  <a:gd name="T7" fmla="*/ 7 h 7"/>
                  <a:gd name="T8" fmla="*/ 14 w 17"/>
                  <a:gd name="T9" fmla="*/ 7 h 7"/>
                  <a:gd name="T10" fmla="*/ 17 w 17"/>
                  <a:gd name="T11" fmla="*/ 7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7">
                    <a:moveTo>
                      <a:pt x="0" y="0"/>
                    </a:moveTo>
                    <a:lnTo>
                      <a:pt x="2" y="3"/>
                    </a:lnTo>
                    <a:lnTo>
                      <a:pt x="5" y="5"/>
                    </a:lnTo>
                    <a:lnTo>
                      <a:pt x="10" y="7"/>
                    </a:lnTo>
                    <a:lnTo>
                      <a:pt x="14" y="7"/>
                    </a:lnTo>
                    <a:lnTo>
                      <a:pt x="17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41" name="Freeform 848"/>
              <p:cNvSpPr>
                <a:spLocks/>
              </p:cNvSpPr>
              <p:nvPr userDrawn="1"/>
            </p:nvSpPr>
            <p:spPr bwMode="gray">
              <a:xfrm>
                <a:off x="2784" y="1933"/>
                <a:ext cx="11" cy="8"/>
              </a:xfrm>
              <a:custGeom>
                <a:avLst/>
                <a:gdLst>
                  <a:gd name="T0" fmla="*/ 0 w 11"/>
                  <a:gd name="T1" fmla="*/ 8 h 8"/>
                  <a:gd name="T2" fmla="*/ 2 w 11"/>
                  <a:gd name="T3" fmla="*/ 8 h 8"/>
                  <a:gd name="T4" fmla="*/ 5 w 11"/>
                  <a:gd name="T5" fmla="*/ 7 h 8"/>
                  <a:gd name="T6" fmla="*/ 7 w 11"/>
                  <a:gd name="T7" fmla="*/ 5 h 8"/>
                  <a:gd name="T8" fmla="*/ 11 w 11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8">
                    <a:moveTo>
                      <a:pt x="0" y="8"/>
                    </a:moveTo>
                    <a:lnTo>
                      <a:pt x="2" y="8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42" name="Freeform 849"/>
              <p:cNvSpPr>
                <a:spLocks/>
              </p:cNvSpPr>
              <p:nvPr userDrawn="1"/>
            </p:nvSpPr>
            <p:spPr bwMode="gray">
              <a:xfrm>
                <a:off x="2135" y="1452"/>
                <a:ext cx="12" cy="14"/>
              </a:xfrm>
              <a:custGeom>
                <a:avLst/>
                <a:gdLst>
                  <a:gd name="T0" fmla="*/ 0 w 12"/>
                  <a:gd name="T1" fmla="*/ 14 h 14"/>
                  <a:gd name="T2" fmla="*/ 0 w 12"/>
                  <a:gd name="T3" fmla="*/ 8 h 14"/>
                  <a:gd name="T4" fmla="*/ 4 w 12"/>
                  <a:gd name="T5" fmla="*/ 3 h 14"/>
                  <a:gd name="T6" fmla="*/ 7 w 12"/>
                  <a:gd name="T7" fmla="*/ 2 h 14"/>
                  <a:gd name="T8" fmla="*/ 12 w 12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4">
                    <a:moveTo>
                      <a:pt x="0" y="14"/>
                    </a:moveTo>
                    <a:lnTo>
                      <a:pt x="0" y="8"/>
                    </a:lnTo>
                    <a:lnTo>
                      <a:pt x="4" y="3"/>
                    </a:lnTo>
                    <a:lnTo>
                      <a:pt x="7" y="2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43" name="Freeform 850"/>
              <p:cNvSpPr>
                <a:spLocks/>
              </p:cNvSpPr>
              <p:nvPr userDrawn="1"/>
            </p:nvSpPr>
            <p:spPr bwMode="gray">
              <a:xfrm>
                <a:off x="2137" y="1455"/>
                <a:ext cx="3" cy="7"/>
              </a:xfrm>
              <a:custGeom>
                <a:avLst/>
                <a:gdLst>
                  <a:gd name="T0" fmla="*/ 3 w 3"/>
                  <a:gd name="T1" fmla="*/ 7 h 7"/>
                  <a:gd name="T2" fmla="*/ 2 w 3"/>
                  <a:gd name="T3" fmla="*/ 5 h 7"/>
                  <a:gd name="T4" fmla="*/ 0 w 3"/>
                  <a:gd name="T5" fmla="*/ 2 h 7"/>
                  <a:gd name="T6" fmla="*/ 0 w 3"/>
                  <a:gd name="T7" fmla="*/ 0 h 7"/>
                  <a:gd name="T8" fmla="*/ 2 w 3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7">
                    <a:moveTo>
                      <a:pt x="3" y="7"/>
                    </a:move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44" name="Freeform 851"/>
              <p:cNvSpPr>
                <a:spLocks/>
              </p:cNvSpPr>
              <p:nvPr userDrawn="1"/>
            </p:nvSpPr>
            <p:spPr bwMode="gray">
              <a:xfrm>
                <a:off x="2788" y="1683"/>
                <a:ext cx="1" cy="19"/>
              </a:xfrm>
              <a:custGeom>
                <a:avLst/>
                <a:gdLst>
                  <a:gd name="T0" fmla="*/ 1 w 1"/>
                  <a:gd name="T1" fmla="*/ 19 h 19"/>
                  <a:gd name="T2" fmla="*/ 1 w 1"/>
                  <a:gd name="T3" fmla="*/ 14 h 19"/>
                  <a:gd name="T4" fmla="*/ 1 w 1"/>
                  <a:gd name="T5" fmla="*/ 10 h 19"/>
                  <a:gd name="T6" fmla="*/ 0 w 1"/>
                  <a:gd name="T7" fmla="*/ 5 h 19"/>
                  <a:gd name="T8" fmla="*/ 0 w 1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19">
                    <a:moveTo>
                      <a:pt x="1" y="19"/>
                    </a:moveTo>
                    <a:lnTo>
                      <a:pt x="1" y="14"/>
                    </a:lnTo>
                    <a:lnTo>
                      <a:pt x="1" y="10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45" name="Freeform 852"/>
              <p:cNvSpPr>
                <a:spLocks/>
              </p:cNvSpPr>
              <p:nvPr userDrawn="1"/>
            </p:nvSpPr>
            <p:spPr bwMode="gray">
              <a:xfrm>
                <a:off x="2779" y="1693"/>
                <a:ext cx="19" cy="1"/>
              </a:xfrm>
              <a:custGeom>
                <a:avLst/>
                <a:gdLst>
                  <a:gd name="T0" fmla="*/ 19 w 19"/>
                  <a:gd name="T1" fmla="*/ 0 h 1"/>
                  <a:gd name="T2" fmla="*/ 14 w 19"/>
                  <a:gd name="T3" fmla="*/ 0 h 1"/>
                  <a:gd name="T4" fmla="*/ 10 w 19"/>
                  <a:gd name="T5" fmla="*/ 0 h 1"/>
                  <a:gd name="T6" fmla="*/ 5 w 19"/>
                  <a:gd name="T7" fmla="*/ 0 h 1"/>
                  <a:gd name="T8" fmla="*/ 0 w 19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">
                    <a:moveTo>
                      <a:pt x="19" y="0"/>
                    </a:move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46" name="Freeform 853"/>
              <p:cNvSpPr>
                <a:spLocks/>
              </p:cNvSpPr>
              <p:nvPr userDrawn="1"/>
            </p:nvSpPr>
            <p:spPr bwMode="gray">
              <a:xfrm>
                <a:off x="2359" y="2013"/>
                <a:ext cx="7" cy="18"/>
              </a:xfrm>
              <a:custGeom>
                <a:avLst/>
                <a:gdLst>
                  <a:gd name="T0" fmla="*/ 2 w 7"/>
                  <a:gd name="T1" fmla="*/ 0 h 18"/>
                  <a:gd name="T2" fmla="*/ 0 w 7"/>
                  <a:gd name="T3" fmla="*/ 5 h 18"/>
                  <a:gd name="T4" fmla="*/ 0 w 7"/>
                  <a:gd name="T5" fmla="*/ 9 h 18"/>
                  <a:gd name="T6" fmla="*/ 2 w 7"/>
                  <a:gd name="T7" fmla="*/ 12 h 18"/>
                  <a:gd name="T8" fmla="*/ 4 w 7"/>
                  <a:gd name="T9" fmla="*/ 16 h 18"/>
                  <a:gd name="T10" fmla="*/ 7 w 7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18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2" y="12"/>
                    </a:lnTo>
                    <a:lnTo>
                      <a:pt x="4" y="16"/>
                    </a:lnTo>
                    <a:lnTo>
                      <a:pt x="7" y="18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47" name="Freeform 854"/>
              <p:cNvSpPr>
                <a:spLocks/>
              </p:cNvSpPr>
              <p:nvPr userDrawn="1"/>
            </p:nvSpPr>
            <p:spPr bwMode="gray">
              <a:xfrm>
                <a:off x="2359" y="2020"/>
                <a:ext cx="9" cy="7"/>
              </a:xfrm>
              <a:custGeom>
                <a:avLst/>
                <a:gdLst>
                  <a:gd name="T0" fmla="*/ 9 w 9"/>
                  <a:gd name="T1" fmla="*/ 7 h 7"/>
                  <a:gd name="T2" fmla="*/ 5 w 9"/>
                  <a:gd name="T3" fmla="*/ 7 h 7"/>
                  <a:gd name="T4" fmla="*/ 2 w 9"/>
                  <a:gd name="T5" fmla="*/ 5 h 7"/>
                  <a:gd name="T6" fmla="*/ 0 w 9"/>
                  <a:gd name="T7" fmla="*/ 4 h 7"/>
                  <a:gd name="T8" fmla="*/ 0 w 9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7">
                    <a:moveTo>
                      <a:pt x="9" y="7"/>
                    </a:moveTo>
                    <a:lnTo>
                      <a:pt x="5" y="7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48" name="Freeform 855"/>
              <p:cNvSpPr>
                <a:spLocks/>
              </p:cNvSpPr>
              <p:nvPr userDrawn="1"/>
            </p:nvSpPr>
            <p:spPr bwMode="gray">
              <a:xfrm>
                <a:off x="2345" y="1277"/>
                <a:ext cx="7" cy="3"/>
              </a:xfrm>
              <a:custGeom>
                <a:avLst/>
                <a:gdLst>
                  <a:gd name="T0" fmla="*/ 2 w 7"/>
                  <a:gd name="T1" fmla="*/ 3 h 3"/>
                  <a:gd name="T2" fmla="*/ 2 w 7"/>
                  <a:gd name="T3" fmla="*/ 2 h 3"/>
                  <a:gd name="T4" fmla="*/ 0 w 7"/>
                  <a:gd name="T5" fmla="*/ 0 h 3"/>
                  <a:gd name="T6" fmla="*/ 0 w 7"/>
                  <a:gd name="T7" fmla="*/ 0 h 3"/>
                  <a:gd name="T8" fmla="*/ 2 w 7"/>
                  <a:gd name="T9" fmla="*/ 0 h 3"/>
                  <a:gd name="T10" fmla="*/ 4 w 7"/>
                  <a:gd name="T11" fmla="*/ 0 h 3"/>
                  <a:gd name="T12" fmla="*/ 7 w 7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3">
                    <a:moveTo>
                      <a:pt x="2" y="3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7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49" name="Freeform 856"/>
              <p:cNvSpPr>
                <a:spLocks/>
              </p:cNvSpPr>
              <p:nvPr userDrawn="1"/>
            </p:nvSpPr>
            <p:spPr bwMode="gray">
              <a:xfrm>
                <a:off x="2345" y="1270"/>
                <a:ext cx="9" cy="16"/>
              </a:xfrm>
              <a:custGeom>
                <a:avLst/>
                <a:gdLst>
                  <a:gd name="T0" fmla="*/ 0 w 9"/>
                  <a:gd name="T1" fmla="*/ 16 h 16"/>
                  <a:gd name="T2" fmla="*/ 0 w 9"/>
                  <a:gd name="T3" fmla="*/ 10 h 16"/>
                  <a:gd name="T4" fmla="*/ 2 w 9"/>
                  <a:gd name="T5" fmla="*/ 7 h 16"/>
                  <a:gd name="T6" fmla="*/ 4 w 9"/>
                  <a:gd name="T7" fmla="*/ 3 h 16"/>
                  <a:gd name="T8" fmla="*/ 9 w 9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0" y="16"/>
                    </a:moveTo>
                    <a:lnTo>
                      <a:pt x="0" y="10"/>
                    </a:lnTo>
                    <a:lnTo>
                      <a:pt x="2" y="7"/>
                    </a:lnTo>
                    <a:lnTo>
                      <a:pt x="4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50" name="Freeform 857"/>
              <p:cNvSpPr>
                <a:spLocks/>
              </p:cNvSpPr>
              <p:nvPr userDrawn="1"/>
            </p:nvSpPr>
            <p:spPr bwMode="gray">
              <a:xfrm>
                <a:off x="2565" y="2101"/>
                <a:ext cx="2" cy="7"/>
              </a:xfrm>
              <a:custGeom>
                <a:avLst/>
                <a:gdLst>
                  <a:gd name="T0" fmla="*/ 0 w 2"/>
                  <a:gd name="T1" fmla="*/ 5 h 7"/>
                  <a:gd name="T2" fmla="*/ 2 w 2"/>
                  <a:gd name="T3" fmla="*/ 7 h 7"/>
                  <a:gd name="T4" fmla="*/ 2 w 2"/>
                  <a:gd name="T5" fmla="*/ 7 h 7"/>
                  <a:gd name="T6" fmla="*/ 2 w 2"/>
                  <a:gd name="T7" fmla="*/ 7 h 7"/>
                  <a:gd name="T8" fmla="*/ 2 w 2"/>
                  <a:gd name="T9" fmla="*/ 7 h 7"/>
                  <a:gd name="T10" fmla="*/ 2 w 2"/>
                  <a:gd name="T11" fmla="*/ 5 h 7"/>
                  <a:gd name="T12" fmla="*/ 2 w 2"/>
                  <a:gd name="T13" fmla="*/ 3 h 7"/>
                  <a:gd name="T14" fmla="*/ 2 w 2"/>
                  <a:gd name="T15" fmla="*/ 0 h 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7">
                    <a:moveTo>
                      <a:pt x="0" y="5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51" name="Freeform 858"/>
              <p:cNvSpPr>
                <a:spLocks/>
              </p:cNvSpPr>
              <p:nvPr userDrawn="1"/>
            </p:nvSpPr>
            <p:spPr bwMode="gray">
              <a:xfrm>
                <a:off x="2558" y="2102"/>
                <a:ext cx="18" cy="4"/>
              </a:xfrm>
              <a:custGeom>
                <a:avLst/>
                <a:gdLst>
                  <a:gd name="T0" fmla="*/ 18 w 18"/>
                  <a:gd name="T1" fmla="*/ 0 h 4"/>
                  <a:gd name="T2" fmla="*/ 14 w 18"/>
                  <a:gd name="T3" fmla="*/ 4 h 4"/>
                  <a:gd name="T4" fmla="*/ 9 w 18"/>
                  <a:gd name="T5" fmla="*/ 4 h 4"/>
                  <a:gd name="T6" fmla="*/ 4 w 18"/>
                  <a:gd name="T7" fmla="*/ 4 h 4"/>
                  <a:gd name="T8" fmla="*/ 0 w 18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">
                    <a:moveTo>
                      <a:pt x="18" y="0"/>
                    </a:moveTo>
                    <a:lnTo>
                      <a:pt x="14" y="4"/>
                    </a:lnTo>
                    <a:lnTo>
                      <a:pt x="9" y="4"/>
                    </a:lnTo>
                    <a:lnTo>
                      <a:pt x="4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52" name="Freeform 859"/>
              <p:cNvSpPr>
                <a:spLocks/>
              </p:cNvSpPr>
              <p:nvPr userDrawn="1"/>
            </p:nvSpPr>
            <p:spPr bwMode="gray">
              <a:xfrm>
                <a:off x="2558" y="1340"/>
                <a:ext cx="2" cy="19"/>
              </a:xfrm>
              <a:custGeom>
                <a:avLst/>
                <a:gdLst>
                  <a:gd name="T0" fmla="*/ 2 w 2"/>
                  <a:gd name="T1" fmla="*/ 19 h 19"/>
                  <a:gd name="T2" fmla="*/ 2 w 2"/>
                  <a:gd name="T3" fmla="*/ 14 h 19"/>
                  <a:gd name="T4" fmla="*/ 2 w 2"/>
                  <a:gd name="T5" fmla="*/ 10 h 19"/>
                  <a:gd name="T6" fmla="*/ 2 w 2"/>
                  <a:gd name="T7" fmla="*/ 5 h 19"/>
                  <a:gd name="T8" fmla="*/ 0 w 2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9">
                    <a:moveTo>
                      <a:pt x="2" y="19"/>
                    </a:moveTo>
                    <a:lnTo>
                      <a:pt x="2" y="14"/>
                    </a:lnTo>
                    <a:lnTo>
                      <a:pt x="2" y="10"/>
                    </a:ln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53" name="Freeform 860"/>
              <p:cNvSpPr>
                <a:spLocks/>
              </p:cNvSpPr>
              <p:nvPr userDrawn="1"/>
            </p:nvSpPr>
            <p:spPr bwMode="gray">
              <a:xfrm>
                <a:off x="2550" y="1350"/>
                <a:ext cx="19" cy="1"/>
              </a:xfrm>
              <a:custGeom>
                <a:avLst/>
                <a:gdLst>
                  <a:gd name="T0" fmla="*/ 19 w 19"/>
                  <a:gd name="T1" fmla="*/ 0 h 1"/>
                  <a:gd name="T2" fmla="*/ 14 w 19"/>
                  <a:gd name="T3" fmla="*/ 0 h 1"/>
                  <a:gd name="T4" fmla="*/ 10 w 19"/>
                  <a:gd name="T5" fmla="*/ 0 h 1"/>
                  <a:gd name="T6" fmla="*/ 5 w 19"/>
                  <a:gd name="T7" fmla="*/ 0 h 1"/>
                  <a:gd name="T8" fmla="*/ 0 w 19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">
                    <a:moveTo>
                      <a:pt x="19" y="0"/>
                    </a:move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54" name="Freeform 861"/>
              <p:cNvSpPr>
                <a:spLocks/>
              </p:cNvSpPr>
              <p:nvPr userDrawn="1"/>
            </p:nvSpPr>
            <p:spPr bwMode="gray">
              <a:xfrm>
                <a:off x="3610" y="1212"/>
                <a:ext cx="12" cy="11"/>
              </a:xfrm>
              <a:custGeom>
                <a:avLst/>
                <a:gdLst>
                  <a:gd name="T0" fmla="*/ 12 w 12"/>
                  <a:gd name="T1" fmla="*/ 11 h 11"/>
                  <a:gd name="T2" fmla="*/ 12 w 12"/>
                  <a:gd name="T3" fmla="*/ 7 h 11"/>
                  <a:gd name="T4" fmla="*/ 10 w 12"/>
                  <a:gd name="T5" fmla="*/ 4 h 11"/>
                  <a:gd name="T6" fmla="*/ 7 w 12"/>
                  <a:gd name="T7" fmla="*/ 2 h 11"/>
                  <a:gd name="T8" fmla="*/ 3 w 12"/>
                  <a:gd name="T9" fmla="*/ 0 h 11"/>
                  <a:gd name="T10" fmla="*/ 0 w 12"/>
                  <a:gd name="T11" fmla="*/ 0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11">
                    <a:moveTo>
                      <a:pt x="12" y="11"/>
                    </a:moveTo>
                    <a:lnTo>
                      <a:pt x="12" y="7"/>
                    </a:lnTo>
                    <a:lnTo>
                      <a:pt x="10" y="4"/>
                    </a:lnTo>
                    <a:lnTo>
                      <a:pt x="7" y="2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55" name="Freeform 862"/>
              <p:cNvSpPr>
                <a:spLocks/>
              </p:cNvSpPr>
              <p:nvPr userDrawn="1"/>
            </p:nvSpPr>
            <p:spPr bwMode="gray">
              <a:xfrm>
                <a:off x="3617" y="1214"/>
                <a:ext cx="3" cy="7"/>
              </a:xfrm>
              <a:custGeom>
                <a:avLst/>
                <a:gdLst>
                  <a:gd name="T0" fmla="*/ 0 w 3"/>
                  <a:gd name="T1" fmla="*/ 0 h 7"/>
                  <a:gd name="T2" fmla="*/ 0 w 3"/>
                  <a:gd name="T3" fmla="*/ 0 h 7"/>
                  <a:gd name="T4" fmla="*/ 1 w 3"/>
                  <a:gd name="T5" fmla="*/ 2 h 7"/>
                  <a:gd name="T6" fmla="*/ 3 w 3"/>
                  <a:gd name="T7" fmla="*/ 2 h 7"/>
                  <a:gd name="T8" fmla="*/ 3 w 3"/>
                  <a:gd name="T9" fmla="*/ 5 h 7"/>
                  <a:gd name="T10" fmla="*/ 1 w 3"/>
                  <a:gd name="T11" fmla="*/ 7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7">
                    <a:moveTo>
                      <a:pt x="0" y="0"/>
                    </a:moveTo>
                    <a:lnTo>
                      <a:pt x="0" y="0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3" y="5"/>
                    </a:lnTo>
                    <a:lnTo>
                      <a:pt x="1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56" name="Freeform 863"/>
              <p:cNvSpPr>
                <a:spLocks/>
              </p:cNvSpPr>
              <p:nvPr userDrawn="1"/>
            </p:nvSpPr>
            <p:spPr bwMode="gray">
              <a:xfrm>
                <a:off x="3195" y="840"/>
                <a:ext cx="14" cy="7"/>
              </a:xfrm>
              <a:custGeom>
                <a:avLst/>
                <a:gdLst>
                  <a:gd name="T0" fmla="*/ 0 w 14"/>
                  <a:gd name="T1" fmla="*/ 0 h 7"/>
                  <a:gd name="T2" fmla="*/ 4 w 14"/>
                  <a:gd name="T3" fmla="*/ 0 h 7"/>
                  <a:gd name="T4" fmla="*/ 9 w 14"/>
                  <a:gd name="T5" fmla="*/ 1 h 7"/>
                  <a:gd name="T6" fmla="*/ 12 w 14"/>
                  <a:gd name="T7" fmla="*/ 5 h 7"/>
                  <a:gd name="T8" fmla="*/ 14 w 14"/>
                  <a:gd name="T9" fmla="*/ 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7">
                    <a:moveTo>
                      <a:pt x="0" y="0"/>
                    </a:moveTo>
                    <a:lnTo>
                      <a:pt x="4" y="0"/>
                    </a:lnTo>
                    <a:lnTo>
                      <a:pt x="9" y="1"/>
                    </a:lnTo>
                    <a:lnTo>
                      <a:pt x="12" y="5"/>
                    </a:lnTo>
                    <a:lnTo>
                      <a:pt x="14" y="7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57" name="Freeform 864"/>
              <p:cNvSpPr>
                <a:spLocks/>
              </p:cNvSpPr>
              <p:nvPr userDrawn="1"/>
            </p:nvSpPr>
            <p:spPr bwMode="gray">
              <a:xfrm>
                <a:off x="3195" y="838"/>
                <a:ext cx="11" cy="9"/>
              </a:xfrm>
              <a:custGeom>
                <a:avLst/>
                <a:gdLst>
                  <a:gd name="T0" fmla="*/ 11 w 11"/>
                  <a:gd name="T1" fmla="*/ 0 h 9"/>
                  <a:gd name="T2" fmla="*/ 7 w 11"/>
                  <a:gd name="T3" fmla="*/ 0 h 9"/>
                  <a:gd name="T4" fmla="*/ 5 w 11"/>
                  <a:gd name="T5" fmla="*/ 2 h 9"/>
                  <a:gd name="T6" fmla="*/ 2 w 11"/>
                  <a:gd name="T7" fmla="*/ 5 h 9"/>
                  <a:gd name="T8" fmla="*/ 0 w 11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9">
                    <a:moveTo>
                      <a:pt x="11" y="0"/>
                    </a:moveTo>
                    <a:lnTo>
                      <a:pt x="7" y="0"/>
                    </a:lnTo>
                    <a:lnTo>
                      <a:pt x="5" y="2"/>
                    </a:lnTo>
                    <a:lnTo>
                      <a:pt x="2" y="5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58" name="Freeform 865"/>
              <p:cNvSpPr>
                <a:spLocks/>
              </p:cNvSpPr>
              <p:nvPr userDrawn="1"/>
            </p:nvSpPr>
            <p:spPr bwMode="gray">
              <a:xfrm>
                <a:off x="3403" y="903"/>
                <a:ext cx="4" cy="3"/>
              </a:xfrm>
              <a:custGeom>
                <a:avLst/>
                <a:gdLst>
                  <a:gd name="T0" fmla="*/ 0 w 4"/>
                  <a:gd name="T1" fmla="*/ 1 h 3"/>
                  <a:gd name="T2" fmla="*/ 2 w 4"/>
                  <a:gd name="T3" fmla="*/ 0 h 3"/>
                  <a:gd name="T4" fmla="*/ 4 w 4"/>
                  <a:gd name="T5" fmla="*/ 0 h 3"/>
                  <a:gd name="T6" fmla="*/ 4 w 4"/>
                  <a:gd name="T7" fmla="*/ 0 h 3"/>
                  <a:gd name="T8" fmla="*/ 4 w 4"/>
                  <a:gd name="T9" fmla="*/ 1 h 3"/>
                  <a:gd name="T10" fmla="*/ 2 w 4"/>
                  <a:gd name="T11" fmla="*/ 1 h 3"/>
                  <a:gd name="T12" fmla="*/ 2 w 4"/>
                  <a:gd name="T13" fmla="*/ 1 h 3"/>
                  <a:gd name="T14" fmla="*/ 0 w 4"/>
                  <a:gd name="T15" fmla="*/ 3 h 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" h="3">
                    <a:moveTo>
                      <a:pt x="0" y="1"/>
                    </a:moveTo>
                    <a:lnTo>
                      <a:pt x="2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2" y="1"/>
                    </a:lnTo>
                    <a:lnTo>
                      <a:pt x="0" y="3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59" name="Freeform 866"/>
              <p:cNvSpPr>
                <a:spLocks/>
              </p:cNvSpPr>
              <p:nvPr userDrawn="1"/>
            </p:nvSpPr>
            <p:spPr bwMode="gray">
              <a:xfrm>
                <a:off x="3400" y="897"/>
                <a:ext cx="8" cy="14"/>
              </a:xfrm>
              <a:custGeom>
                <a:avLst/>
                <a:gdLst>
                  <a:gd name="T0" fmla="*/ 8 w 8"/>
                  <a:gd name="T1" fmla="*/ 14 h 14"/>
                  <a:gd name="T2" fmla="*/ 8 w 8"/>
                  <a:gd name="T3" fmla="*/ 9 h 14"/>
                  <a:gd name="T4" fmla="*/ 7 w 8"/>
                  <a:gd name="T5" fmla="*/ 6 h 14"/>
                  <a:gd name="T6" fmla="*/ 3 w 8"/>
                  <a:gd name="T7" fmla="*/ 2 h 14"/>
                  <a:gd name="T8" fmla="*/ 0 w 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4">
                    <a:moveTo>
                      <a:pt x="8" y="14"/>
                    </a:moveTo>
                    <a:lnTo>
                      <a:pt x="8" y="9"/>
                    </a:lnTo>
                    <a:lnTo>
                      <a:pt x="7" y="6"/>
                    </a:lnTo>
                    <a:lnTo>
                      <a:pt x="3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60" name="Freeform 867"/>
              <p:cNvSpPr>
                <a:spLocks/>
              </p:cNvSpPr>
              <p:nvPr userDrawn="1"/>
            </p:nvSpPr>
            <p:spPr bwMode="gray">
              <a:xfrm>
                <a:off x="3186" y="1910"/>
                <a:ext cx="20" cy="9"/>
              </a:xfrm>
              <a:custGeom>
                <a:avLst/>
                <a:gdLst>
                  <a:gd name="T0" fmla="*/ 0 w 20"/>
                  <a:gd name="T1" fmla="*/ 9 h 9"/>
                  <a:gd name="T2" fmla="*/ 7 w 20"/>
                  <a:gd name="T3" fmla="*/ 9 h 9"/>
                  <a:gd name="T4" fmla="*/ 11 w 20"/>
                  <a:gd name="T5" fmla="*/ 7 h 9"/>
                  <a:gd name="T6" fmla="*/ 16 w 20"/>
                  <a:gd name="T7" fmla="*/ 3 h 9"/>
                  <a:gd name="T8" fmla="*/ 20 w 20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9">
                    <a:moveTo>
                      <a:pt x="0" y="9"/>
                    </a:moveTo>
                    <a:lnTo>
                      <a:pt x="7" y="9"/>
                    </a:lnTo>
                    <a:lnTo>
                      <a:pt x="11" y="7"/>
                    </a:lnTo>
                    <a:lnTo>
                      <a:pt x="16" y="3"/>
                    </a:lnTo>
                    <a:lnTo>
                      <a:pt x="2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61" name="Freeform 868"/>
              <p:cNvSpPr>
                <a:spLocks/>
              </p:cNvSpPr>
              <p:nvPr userDrawn="1"/>
            </p:nvSpPr>
            <p:spPr bwMode="gray">
              <a:xfrm>
                <a:off x="3192" y="1912"/>
                <a:ext cx="7" cy="7"/>
              </a:xfrm>
              <a:custGeom>
                <a:avLst/>
                <a:gdLst>
                  <a:gd name="T0" fmla="*/ 7 w 7"/>
                  <a:gd name="T1" fmla="*/ 7 h 7"/>
                  <a:gd name="T2" fmla="*/ 5 w 7"/>
                  <a:gd name="T3" fmla="*/ 7 h 7"/>
                  <a:gd name="T4" fmla="*/ 5 w 7"/>
                  <a:gd name="T5" fmla="*/ 7 h 7"/>
                  <a:gd name="T6" fmla="*/ 3 w 7"/>
                  <a:gd name="T7" fmla="*/ 7 h 7"/>
                  <a:gd name="T8" fmla="*/ 1 w 7"/>
                  <a:gd name="T9" fmla="*/ 3 h 7"/>
                  <a:gd name="T10" fmla="*/ 0 w 7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7">
                    <a:moveTo>
                      <a:pt x="7" y="7"/>
                    </a:moveTo>
                    <a:lnTo>
                      <a:pt x="5" y="7"/>
                    </a:lnTo>
                    <a:lnTo>
                      <a:pt x="3" y="7"/>
                    </a:lnTo>
                    <a:lnTo>
                      <a:pt x="1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62" name="Freeform 869"/>
              <p:cNvSpPr>
                <a:spLocks/>
              </p:cNvSpPr>
              <p:nvPr userDrawn="1"/>
            </p:nvSpPr>
            <p:spPr bwMode="gray">
              <a:xfrm>
                <a:off x="3669" y="1609"/>
                <a:ext cx="14" cy="14"/>
              </a:xfrm>
              <a:custGeom>
                <a:avLst/>
                <a:gdLst>
                  <a:gd name="T0" fmla="*/ 0 w 14"/>
                  <a:gd name="T1" fmla="*/ 14 h 14"/>
                  <a:gd name="T2" fmla="*/ 5 w 14"/>
                  <a:gd name="T3" fmla="*/ 12 h 14"/>
                  <a:gd name="T4" fmla="*/ 11 w 14"/>
                  <a:gd name="T5" fmla="*/ 11 h 14"/>
                  <a:gd name="T6" fmla="*/ 12 w 14"/>
                  <a:gd name="T7" fmla="*/ 5 h 14"/>
                  <a:gd name="T8" fmla="*/ 14 w 14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0" y="14"/>
                    </a:moveTo>
                    <a:lnTo>
                      <a:pt x="5" y="12"/>
                    </a:lnTo>
                    <a:lnTo>
                      <a:pt x="11" y="11"/>
                    </a:lnTo>
                    <a:lnTo>
                      <a:pt x="12" y="5"/>
                    </a:lnTo>
                    <a:lnTo>
                      <a:pt x="14" y="0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463" name="Freeform 870"/>
              <p:cNvSpPr>
                <a:spLocks/>
              </p:cNvSpPr>
              <p:nvPr userDrawn="1"/>
            </p:nvSpPr>
            <p:spPr bwMode="gray">
              <a:xfrm>
                <a:off x="3676" y="1611"/>
                <a:ext cx="5" cy="9"/>
              </a:xfrm>
              <a:custGeom>
                <a:avLst/>
                <a:gdLst>
                  <a:gd name="T0" fmla="*/ 0 w 5"/>
                  <a:gd name="T1" fmla="*/ 0 h 9"/>
                  <a:gd name="T2" fmla="*/ 4 w 5"/>
                  <a:gd name="T3" fmla="*/ 3 h 9"/>
                  <a:gd name="T4" fmla="*/ 5 w 5"/>
                  <a:gd name="T5" fmla="*/ 7 h 9"/>
                  <a:gd name="T6" fmla="*/ 5 w 5"/>
                  <a:gd name="T7" fmla="*/ 7 h 9"/>
                  <a:gd name="T8" fmla="*/ 5 w 5"/>
                  <a:gd name="T9" fmla="*/ 9 h 9"/>
                  <a:gd name="T10" fmla="*/ 4 w 5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0" y="0"/>
                    </a:moveTo>
                    <a:lnTo>
                      <a:pt x="4" y="3"/>
                    </a:lnTo>
                    <a:lnTo>
                      <a:pt x="5" y="7"/>
                    </a:lnTo>
                    <a:lnTo>
                      <a:pt x="5" y="9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</p:grpSp>
        <p:sp>
          <p:nvSpPr>
            <p:cNvPr id="210" name="Freeform 871"/>
            <p:cNvSpPr>
              <a:spLocks/>
            </p:cNvSpPr>
            <p:nvPr userDrawn="1"/>
          </p:nvSpPr>
          <p:spPr bwMode="gray">
            <a:xfrm>
              <a:off x="3197" y="1660"/>
              <a:ext cx="2" cy="19"/>
            </a:xfrm>
            <a:custGeom>
              <a:avLst/>
              <a:gdLst>
                <a:gd name="T0" fmla="*/ 2 w 2"/>
                <a:gd name="T1" fmla="*/ 19 h 19"/>
                <a:gd name="T2" fmla="*/ 2 w 2"/>
                <a:gd name="T3" fmla="*/ 16 h 19"/>
                <a:gd name="T4" fmla="*/ 2 w 2"/>
                <a:gd name="T5" fmla="*/ 10 h 19"/>
                <a:gd name="T6" fmla="*/ 2 w 2"/>
                <a:gd name="T7" fmla="*/ 5 h 19"/>
                <a:gd name="T8" fmla="*/ 0 w 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9">
                  <a:moveTo>
                    <a:pt x="2" y="19"/>
                  </a:moveTo>
                  <a:lnTo>
                    <a:pt x="2" y="16"/>
                  </a:lnTo>
                  <a:lnTo>
                    <a:pt x="2" y="10"/>
                  </a:lnTo>
                  <a:lnTo>
                    <a:pt x="2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11" name="Freeform 872"/>
            <p:cNvSpPr>
              <a:spLocks/>
            </p:cNvSpPr>
            <p:nvPr userDrawn="1"/>
          </p:nvSpPr>
          <p:spPr bwMode="gray">
            <a:xfrm>
              <a:off x="3190" y="1670"/>
              <a:ext cx="17" cy="2"/>
            </a:xfrm>
            <a:custGeom>
              <a:avLst/>
              <a:gdLst>
                <a:gd name="T0" fmla="*/ 17 w 17"/>
                <a:gd name="T1" fmla="*/ 0 h 2"/>
                <a:gd name="T2" fmla="*/ 14 w 17"/>
                <a:gd name="T3" fmla="*/ 0 h 2"/>
                <a:gd name="T4" fmla="*/ 9 w 17"/>
                <a:gd name="T5" fmla="*/ 0 h 2"/>
                <a:gd name="T6" fmla="*/ 5 w 17"/>
                <a:gd name="T7" fmla="*/ 2 h 2"/>
                <a:gd name="T8" fmla="*/ 0 w 17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">
                  <a:moveTo>
                    <a:pt x="17" y="0"/>
                  </a:moveTo>
                  <a:lnTo>
                    <a:pt x="14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12" name="Freeform 873"/>
            <p:cNvSpPr>
              <a:spLocks/>
            </p:cNvSpPr>
            <p:nvPr userDrawn="1"/>
          </p:nvSpPr>
          <p:spPr bwMode="gray">
            <a:xfrm>
              <a:off x="3687" y="1380"/>
              <a:ext cx="3" cy="2"/>
            </a:xfrm>
            <a:custGeom>
              <a:avLst/>
              <a:gdLst>
                <a:gd name="T0" fmla="*/ 0 w 3"/>
                <a:gd name="T1" fmla="*/ 2 h 2"/>
                <a:gd name="T2" fmla="*/ 1 w 3"/>
                <a:gd name="T3" fmla="*/ 0 h 2"/>
                <a:gd name="T4" fmla="*/ 3 w 3"/>
                <a:gd name="T5" fmla="*/ 0 h 2"/>
                <a:gd name="T6" fmla="*/ 3 w 3"/>
                <a:gd name="T7" fmla="*/ 0 h 2"/>
                <a:gd name="T8" fmla="*/ 3 w 3"/>
                <a:gd name="T9" fmla="*/ 0 h 2"/>
                <a:gd name="T10" fmla="*/ 1 w 3"/>
                <a:gd name="T11" fmla="*/ 0 h 2"/>
                <a:gd name="T12" fmla="*/ 1 w 3"/>
                <a:gd name="T13" fmla="*/ 2 h 2"/>
                <a:gd name="T14" fmla="*/ 0 w 3"/>
                <a:gd name="T15" fmla="*/ 2 h 2"/>
                <a:gd name="T16" fmla="*/ 0 w 3"/>
                <a:gd name="T17" fmla="*/ 2 h 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13" name="Freeform 874"/>
            <p:cNvSpPr>
              <a:spLocks/>
            </p:cNvSpPr>
            <p:nvPr userDrawn="1"/>
          </p:nvSpPr>
          <p:spPr bwMode="gray">
            <a:xfrm>
              <a:off x="3681" y="1375"/>
              <a:ext cx="11" cy="14"/>
            </a:xfrm>
            <a:custGeom>
              <a:avLst/>
              <a:gdLst>
                <a:gd name="T0" fmla="*/ 11 w 11"/>
                <a:gd name="T1" fmla="*/ 14 h 14"/>
                <a:gd name="T2" fmla="*/ 11 w 11"/>
                <a:gd name="T3" fmla="*/ 9 h 14"/>
                <a:gd name="T4" fmla="*/ 9 w 11"/>
                <a:gd name="T5" fmla="*/ 5 h 14"/>
                <a:gd name="T6" fmla="*/ 6 w 11"/>
                <a:gd name="T7" fmla="*/ 2 h 14"/>
                <a:gd name="T8" fmla="*/ 0 w 1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6" y="2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14" name="Freeform 875"/>
            <p:cNvSpPr>
              <a:spLocks/>
            </p:cNvSpPr>
            <p:nvPr userDrawn="1"/>
          </p:nvSpPr>
          <p:spPr bwMode="gray">
            <a:xfrm>
              <a:off x="3349" y="2055"/>
              <a:ext cx="16" cy="7"/>
            </a:xfrm>
            <a:custGeom>
              <a:avLst/>
              <a:gdLst>
                <a:gd name="T0" fmla="*/ 0 w 16"/>
                <a:gd name="T1" fmla="*/ 0 h 7"/>
                <a:gd name="T2" fmla="*/ 2 w 16"/>
                <a:gd name="T3" fmla="*/ 4 h 7"/>
                <a:gd name="T4" fmla="*/ 5 w 16"/>
                <a:gd name="T5" fmla="*/ 5 h 7"/>
                <a:gd name="T6" fmla="*/ 10 w 16"/>
                <a:gd name="T7" fmla="*/ 7 h 7"/>
                <a:gd name="T8" fmla="*/ 12 w 16"/>
                <a:gd name="T9" fmla="*/ 7 h 7"/>
                <a:gd name="T10" fmla="*/ 16 w 16"/>
                <a:gd name="T11" fmla="*/ 5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7">
                  <a:moveTo>
                    <a:pt x="0" y="0"/>
                  </a:moveTo>
                  <a:lnTo>
                    <a:pt x="2" y="4"/>
                  </a:lnTo>
                  <a:lnTo>
                    <a:pt x="5" y="5"/>
                  </a:lnTo>
                  <a:lnTo>
                    <a:pt x="10" y="7"/>
                  </a:lnTo>
                  <a:lnTo>
                    <a:pt x="12" y="7"/>
                  </a:lnTo>
                  <a:lnTo>
                    <a:pt x="16" y="5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15" name="Freeform 876"/>
            <p:cNvSpPr>
              <a:spLocks/>
            </p:cNvSpPr>
            <p:nvPr userDrawn="1"/>
          </p:nvSpPr>
          <p:spPr bwMode="gray">
            <a:xfrm>
              <a:off x="3352" y="2055"/>
              <a:ext cx="11" cy="9"/>
            </a:xfrm>
            <a:custGeom>
              <a:avLst/>
              <a:gdLst>
                <a:gd name="T0" fmla="*/ 0 w 11"/>
                <a:gd name="T1" fmla="*/ 7 h 9"/>
                <a:gd name="T2" fmla="*/ 4 w 11"/>
                <a:gd name="T3" fmla="*/ 9 h 9"/>
                <a:gd name="T4" fmla="*/ 7 w 11"/>
                <a:gd name="T5" fmla="*/ 7 h 9"/>
                <a:gd name="T6" fmla="*/ 9 w 11"/>
                <a:gd name="T7" fmla="*/ 4 h 9"/>
                <a:gd name="T8" fmla="*/ 11 w 11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9">
                  <a:moveTo>
                    <a:pt x="0" y="7"/>
                  </a:moveTo>
                  <a:lnTo>
                    <a:pt x="4" y="9"/>
                  </a:lnTo>
                  <a:lnTo>
                    <a:pt x="7" y="7"/>
                  </a:lnTo>
                  <a:lnTo>
                    <a:pt x="9" y="4"/>
                  </a:lnTo>
                  <a:lnTo>
                    <a:pt x="11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16" name="Freeform 877"/>
            <p:cNvSpPr>
              <a:spLocks/>
            </p:cNvSpPr>
            <p:nvPr userDrawn="1"/>
          </p:nvSpPr>
          <p:spPr bwMode="gray">
            <a:xfrm>
              <a:off x="3366" y="1305"/>
              <a:ext cx="18" cy="12"/>
            </a:xfrm>
            <a:custGeom>
              <a:avLst/>
              <a:gdLst>
                <a:gd name="T0" fmla="*/ 0 w 18"/>
                <a:gd name="T1" fmla="*/ 12 h 12"/>
                <a:gd name="T2" fmla="*/ 9 w 18"/>
                <a:gd name="T3" fmla="*/ 5 h 12"/>
                <a:gd name="T4" fmla="*/ 18 w 18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2">
                  <a:moveTo>
                    <a:pt x="0" y="12"/>
                  </a:moveTo>
                  <a:lnTo>
                    <a:pt x="9" y="5"/>
                  </a:lnTo>
                  <a:lnTo>
                    <a:pt x="18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17" name="Freeform 878"/>
            <p:cNvSpPr>
              <a:spLocks/>
            </p:cNvSpPr>
            <p:nvPr userDrawn="1"/>
          </p:nvSpPr>
          <p:spPr bwMode="gray">
            <a:xfrm>
              <a:off x="3372" y="1303"/>
              <a:ext cx="10" cy="14"/>
            </a:xfrm>
            <a:custGeom>
              <a:avLst/>
              <a:gdLst>
                <a:gd name="T0" fmla="*/ 10 w 10"/>
                <a:gd name="T1" fmla="*/ 14 h 14"/>
                <a:gd name="T2" fmla="*/ 7 w 10"/>
                <a:gd name="T3" fmla="*/ 11 h 14"/>
                <a:gd name="T4" fmla="*/ 5 w 10"/>
                <a:gd name="T5" fmla="*/ 7 h 14"/>
                <a:gd name="T6" fmla="*/ 1 w 10"/>
                <a:gd name="T7" fmla="*/ 4 h 14"/>
                <a:gd name="T8" fmla="*/ 0 w 1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10" y="14"/>
                  </a:moveTo>
                  <a:lnTo>
                    <a:pt x="7" y="11"/>
                  </a:lnTo>
                  <a:lnTo>
                    <a:pt x="5" y="7"/>
                  </a:lnTo>
                  <a:lnTo>
                    <a:pt x="1" y="4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18" name="Freeform 879"/>
            <p:cNvSpPr>
              <a:spLocks/>
            </p:cNvSpPr>
            <p:nvPr userDrawn="1"/>
          </p:nvSpPr>
          <p:spPr bwMode="gray">
            <a:xfrm>
              <a:off x="3503" y="1954"/>
              <a:ext cx="14" cy="14"/>
            </a:xfrm>
            <a:custGeom>
              <a:avLst/>
              <a:gdLst>
                <a:gd name="T0" fmla="*/ 0 w 14"/>
                <a:gd name="T1" fmla="*/ 14 h 14"/>
                <a:gd name="T2" fmla="*/ 5 w 14"/>
                <a:gd name="T3" fmla="*/ 12 h 14"/>
                <a:gd name="T4" fmla="*/ 10 w 14"/>
                <a:gd name="T5" fmla="*/ 10 h 14"/>
                <a:gd name="T6" fmla="*/ 12 w 14"/>
                <a:gd name="T7" fmla="*/ 5 h 14"/>
                <a:gd name="T8" fmla="*/ 14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lnTo>
                    <a:pt x="5" y="12"/>
                  </a:lnTo>
                  <a:lnTo>
                    <a:pt x="10" y="10"/>
                  </a:lnTo>
                  <a:lnTo>
                    <a:pt x="12" y="5"/>
                  </a:lnTo>
                  <a:lnTo>
                    <a:pt x="14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19" name="Freeform 880"/>
            <p:cNvSpPr>
              <a:spLocks/>
            </p:cNvSpPr>
            <p:nvPr userDrawn="1"/>
          </p:nvSpPr>
          <p:spPr bwMode="gray">
            <a:xfrm>
              <a:off x="3510" y="1955"/>
              <a:ext cx="5" cy="9"/>
            </a:xfrm>
            <a:custGeom>
              <a:avLst/>
              <a:gdLst>
                <a:gd name="T0" fmla="*/ 0 w 5"/>
                <a:gd name="T1" fmla="*/ 0 h 9"/>
                <a:gd name="T2" fmla="*/ 3 w 5"/>
                <a:gd name="T3" fmla="*/ 4 h 9"/>
                <a:gd name="T4" fmla="*/ 5 w 5"/>
                <a:gd name="T5" fmla="*/ 7 h 9"/>
                <a:gd name="T6" fmla="*/ 5 w 5"/>
                <a:gd name="T7" fmla="*/ 7 h 9"/>
                <a:gd name="T8" fmla="*/ 5 w 5"/>
                <a:gd name="T9" fmla="*/ 9 h 9"/>
                <a:gd name="T10" fmla="*/ 3 w 5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9">
                  <a:moveTo>
                    <a:pt x="0" y="0"/>
                  </a:moveTo>
                  <a:lnTo>
                    <a:pt x="3" y="4"/>
                  </a:lnTo>
                  <a:lnTo>
                    <a:pt x="5" y="7"/>
                  </a:lnTo>
                  <a:lnTo>
                    <a:pt x="5" y="9"/>
                  </a:lnTo>
                  <a:lnTo>
                    <a:pt x="3" y="9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0" name="Freeform 881"/>
            <p:cNvSpPr>
              <a:spLocks/>
            </p:cNvSpPr>
            <p:nvPr userDrawn="1"/>
          </p:nvSpPr>
          <p:spPr bwMode="gray">
            <a:xfrm>
              <a:off x="2284" y="950"/>
              <a:ext cx="5" cy="16"/>
            </a:xfrm>
            <a:custGeom>
              <a:avLst/>
              <a:gdLst>
                <a:gd name="T0" fmla="*/ 3 w 5"/>
                <a:gd name="T1" fmla="*/ 16 h 16"/>
                <a:gd name="T2" fmla="*/ 2 w 5"/>
                <a:gd name="T3" fmla="*/ 12 h 16"/>
                <a:gd name="T4" fmla="*/ 0 w 5"/>
                <a:gd name="T5" fmla="*/ 9 h 16"/>
                <a:gd name="T6" fmla="*/ 2 w 5"/>
                <a:gd name="T7" fmla="*/ 3 h 16"/>
                <a:gd name="T8" fmla="*/ 2 w 5"/>
                <a:gd name="T9" fmla="*/ 2 h 16"/>
                <a:gd name="T10" fmla="*/ 5 w 5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16">
                  <a:moveTo>
                    <a:pt x="3" y="16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2" y="3"/>
                  </a:lnTo>
                  <a:lnTo>
                    <a:pt x="2" y="2"/>
                  </a:lnTo>
                  <a:lnTo>
                    <a:pt x="5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1" name="Freeform 882"/>
            <p:cNvSpPr>
              <a:spLocks/>
            </p:cNvSpPr>
            <p:nvPr userDrawn="1"/>
          </p:nvSpPr>
          <p:spPr bwMode="gray">
            <a:xfrm>
              <a:off x="2284" y="952"/>
              <a:ext cx="9" cy="8"/>
            </a:xfrm>
            <a:custGeom>
              <a:avLst/>
              <a:gdLst>
                <a:gd name="T0" fmla="*/ 9 w 9"/>
                <a:gd name="T1" fmla="*/ 0 h 8"/>
                <a:gd name="T2" fmla="*/ 5 w 9"/>
                <a:gd name="T3" fmla="*/ 0 h 8"/>
                <a:gd name="T4" fmla="*/ 2 w 9"/>
                <a:gd name="T5" fmla="*/ 1 h 8"/>
                <a:gd name="T6" fmla="*/ 0 w 9"/>
                <a:gd name="T7" fmla="*/ 5 h 8"/>
                <a:gd name="T8" fmla="*/ 0 w 9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9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8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2" name="Freeform 883"/>
            <p:cNvSpPr>
              <a:spLocks/>
            </p:cNvSpPr>
            <p:nvPr userDrawn="1"/>
          </p:nvSpPr>
          <p:spPr bwMode="gray">
            <a:xfrm>
              <a:off x="2452" y="873"/>
              <a:ext cx="2" cy="7"/>
            </a:xfrm>
            <a:custGeom>
              <a:avLst/>
              <a:gdLst>
                <a:gd name="T0" fmla="*/ 0 w 2"/>
                <a:gd name="T1" fmla="*/ 7 h 7"/>
                <a:gd name="T2" fmla="*/ 0 w 2"/>
                <a:gd name="T3" fmla="*/ 3 h 7"/>
                <a:gd name="T4" fmla="*/ 0 w 2"/>
                <a:gd name="T5" fmla="*/ 2 h 7"/>
                <a:gd name="T6" fmla="*/ 0 w 2"/>
                <a:gd name="T7" fmla="*/ 0 h 7"/>
                <a:gd name="T8" fmla="*/ 0 w 2"/>
                <a:gd name="T9" fmla="*/ 0 h 7"/>
                <a:gd name="T10" fmla="*/ 0 w 2"/>
                <a:gd name="T11" fmla="*/ 0 h 7"/>
                <a:gd name="T12" fmla="*/ 2 w 2"/>
                <a:gd name="T13" fmla="*/ 0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7">
                  <a:moveTo>
                    <a:pt x="0" y="7"/>
                  </a:moveTo>
                  <a:lnTo>
                    <a:pt x="0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3" name="Freeform 884"/>
            <p:cNvSpPr>
              <a:spLocks/>
            </p:cNvSpPr>
            <p:nvPr userDrawn="1"/>
          </p:nvSpPr>
          <p:spPr bwMode="gray">
            <a:xfrm>
              <a:off x="2443" y="875"/>
              <a:ext cx="18" cy="1"/>
            </a:xfrm>
            <a:custGeom>
              <a:avLst/>
              <a:gdLst>
                <a:gd name="T0" fmla="*/ 0 w 18"/>
                <a:gd name="T1" fmla="*/ 1 h 1"/>
                <a:gd name="T2" fmla="*/ 5 w 18"/>
                <a:gd name="T3" fmla="*/ 0 h 1"/>
                <a:gd name="T4" fmla="*/ 9 w 18"/>
                <a:gd name="T5" fmla="*/ 0 h 1"/>
                <a:gd name="T6" fmla="*/ 14 w 18"/>
                <a:gd name="T7" fmla="*/ 0 h 1"/>
                <a:gd name="T8" fmla="*/ 18 w 18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">
                  <a:moveTo>
                    <a:pt x="0" y="1"/>
                  </a:moveTo>
                  <a:lnTo>
                    <a:pt x="5" y="0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8" y="1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4" name="Freeform 885"/>
            <p:cNvSpPr>
              <a:spLocks/>
            </p:cNvSpPr>
            <p:nvPr userDrawn="1"/>
          </p:nvSpPr>
          <p:spPr bwMode="gray">
            <a:xfrm>
              <a:off x="3123" y="2213"/>
              <a:ext cx="18" cy="8"/>
            </a:xfrm>
            <a:custGeom>
              <a:avLst/>
              <a:gdLst>
                <a:gd name="T0" fmla="*/ 0 w 18"/>
                <a:gd name="T1" fmla="*/ 7 h 8"/>
                <a:gd name="T2" fmla="*/ 6 w 18"/>
                <a:gd name="T3" fmla="*/ 8 h 8"/>
                <a:gd name="T4" fmla="*/ 11 w 18"/>
                <a:gd name="T5" fmla="*/ 7 h 8"/>
                <a:gd name="T6" fmla="*/ 14 w 18"/>
                <a:gd name="T7" fmla="*/ 3 h 8"/>
                <a:gd name="T8" fmla="*/ 18 w 1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8">
                  <a:moveTo>
                    <a:pt x="0" y="7"/>
                  </a:moveTo>
                  <a:lnTo>
                    <a:pt x="6" y="8"/>
                  </a:lnTo>
                  <a:lnTo>
                    <a:pt x="11" y="7"/>
                  </a:lnTo>
                  <a:lnTo>
                    <a:pt x="14" y="3"/>
                  </a:lnTo>
                  <a:lnTo>
                    <a:pt x="18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5" name="Freeform 886"/>
            <p:cNvSpPr>
              <a:spLocks/>
            </p:cNvSpPr>
            <p:nvPr userDrawn="1"/>
          </p:nvSpPr>
          <p:spPr bwMode="gray">
            <a:xfrm>
              <a:off x="3127" y="2214"/>
              <a:ext cx="7" cy="7"/>
            </a:xfrm>
            <a:custGeom>
              <a:avLst/>
              <a:gdLst>
                <a:gd name="T0" fmla="*/ 7 w 7"/>
                <a:gd name="T1" fmla="*/ 6 h 7"/>
                <a:gd name="T2" fmla="*/ 5 w 7"/>
                <a:gd name="T3" fmla="*/ 7 h 7"/>
                <a:gd name="T4" fmla="*/ 3 w 7"/>
                <a:gd name="T5" fmla="*/ 6 h 7"/>
                <a:gd name="T6" fmla="*/ 2 w 7"/>
                <a:gd name="T7" fmla="*/ 4 h 7"/>
                <a:gd name="T8" fmla="*/ 0 w 7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7" y="6"/>
                  </a:moveTo>
                  <a:lnTo>
                    <a:pt x="5" y="7"/>
                  </a:lnTo>
                  <a:lnTo>
                    <a:pt x="3" y="6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6" name="Freeform 887"/>
            <p:cNvSpPr>
              <a:spLocks/>
            </p:cNvSpPr>
            <p:nvPr userDrawn="1"/>
          </p:nvSpPr>
          <p:spPr bwMode="gray">
            <a:xfrm>
              <a:off x="3283" y="2108"/>
              <a:ext cx="3" cy="17"/>
            </a:xfrm>
            <a:custGeom>
              <a:avLst/>
              <a:gdLst>
                <a:gd name="T0" fmla="*/ 0 w 3"/>
                <a:gd name="T1" fmla="*/ 17 h 17"/>
                <a:gd name="T2" fmla="*/ 3 w 3"/>
                <a:gd name="T3" fmla="*/ 15 h 17"/>
                <a:gd name="T4" fmla="*/ 3 w 3"/>
                <a:gd name="T5" fmla="*/ 12 h 17"/>
                <a:gd name="T6" fmla="*/ 3 w 3"/>
                <a:gd name="T7" fmla="*/ 8 h 17"/>
                <a:gd name="T8" fmla="*/ 3 w 3"/>
                <a:gd name="T9" fmla="*/ 3 h 17"/>
                <a:gd name="T10" fmla="*/ 1 w 3"/>
                <a:gd name="T11" fmla="*/ 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" h="17">
                  <a:moveTo>
                    <a:pt x="0" y="17"/>
                  </a:moveTo>
                  <a:lnTo>
                    <a:pt x="3" y="15"/>
                  </a:lnTo>
                  <a:lnTo>
                    <a:pt x="3" y="12"/>
                  </a:lnTo>
                  <a:lnTo>
                    <a:pt x="3" y="8"/>
                  </a:lnTo>
                  <a:lnTo>
                    <a:pt x="3" y="3"/>
                  </a:lnTo>
                  <a:lnTo>
                    <a:pt x="1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7" name="Freeform 888"/>
            <p:cNvSpPr>
              <a:spLocks/>
            </p:cNvSpPr>
            <p:nvPr userDrawn="1"/>
          </p:nvSpPr>
          <p:spPr bwMode="gray">
            <a:xfrm>
              <a:off x="3279" y="2115"/>
              <a:ext cx="11" cy="7"/>
            </a:xfrm>
            <a:custGeom>
              <a:avLst/>
              <a:gdLst>
                <a:gd name="T0" fmla="*/ 0 w 11"/>
                <a:gd name="T1" fmla="*/ 7 h 7"/>
                <a:gd name="T2" fmla="*/ 4 w 11"/>
                <a:gd name="T3" fmla="*/ 7 h 7"/>
                <a:gd name="T4" fmla="*/ 7 w 11"/>
                <a:gd name="T5" fmla="*/ 5 h 7"/>
                <a:gd name="T6" fmla="*/ 9 w 11"/>
                <a:gd name="T7" fmla="*/ 3 h 7"/>
                <a:gd name="T8" fmla="*/ 11 w 11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7">
                  <a:moveTo>
                    <a:pt x="0" y="7"/>
                  </a:moveTo>
                  <a:lnTo>
                    <a:pt x="4" y="7"/>
                  </a:lnTo>
                  <a:lnTo>
                    <a:pt x="7" y="5"/>
                  </a:lnTo>
                  <a:lnTo>
                    <a:pt x="9" y="3"/>
                  </a:lnTo>
                  <a:lnTo>
                    <a:pt x="11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8" name="Freeform 889"/>
            <p:cNvSpPr>
              <a:spLocks/>
            </p:cNvSpPr>
            <p:nvPr userDrawn="1"/>
          </p:nvSpPr>
          <p:spPr bwMode="gray">
            <a:xfrm>
              <a:off x="2541" y="2150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5 h 17"/>
                <a:gd name="T4" fmla="*/ 0 w 5"/>
                <a:gd name="T5" fmla="*/ 8 h 17"/>
                <a:gd name="T6" fmla="*/ 0 w 5"/>
                <a:gd name="T7" fmla="*/ 12 h 17"/>
                <a:gd name="T8" fmla="*/ 2 w 5"/>
                <a:gd name="T9" fmla="*/ 15 h 17"/>
                <a:gd name="T10" fmla="*/ 5 w 5"/>
                <a:gd name="T11" fmla="*/ 17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17">
                  <a:moveTo>
                    <a:pt x="0" y="0"/>
                  </a:moveTo>
                  <a:lnTo>
                    <a:pt x="0" y="5"/>
                  </a:lnTo>
                  <a:lnTo>
                    <a:pt x="0" y="8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5" y="17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29" name="Freeform 890"/>
            <p:cNvSpPr>
              <a:spLocks/>
            </p:cNvSpPr>
            <p:nvPr userDrawn="1"/>
          </p:nvSpPr>
          <p:spPr bwMode="gray">
            <a:xfrm>
              <a:off x="2539" y="2157"/>
              <a:ext cx="9" cy="7"/>
            </a:xfrm>
            <a:custGeom>
              <a:avLst/>
              <a:gdLst>
                <a:gd name="T0" fmla="*/ 9 w 9"/>
                <a:gd name="T1" fmla="*/ 7 h 7"/>
                <a:gd name="T2" fmla="*/ 5 w 9"/>
                <a:gd name="T3" fmla="*/ 7 h 7"/>
                <a:gd name="T4" fmla="*/ 2 w 9"/>
                <a:gd name="T5" fmla="*/ 5 h 7"/>
                <a:gd name="T6" fmla="*/ 0 w 9"/>
                <a:gd name="T7" fmla="*/ 3 h 7"/>
                <a:gd name="T8" fmla="*/ 0 w 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">
                  <a:moveTo>
                    <a:pt x="9" y="7"/>
                  </a:moveTo>
                  <a:lnTo>
                    <a:pt x="5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0" name="Freeform 891"/>
            <p:cNvSpPr>
              <a:spLocks/>
            </p:cNvSpPr>
            <p:nvPr userDrawn="1"/>
          </p:nvSpPr>
          <p:spPr bwMode="gray">
            <a:xfrm>
              <a:off x="2744" y="2237"/>
              <a:ext cx="2" cy="7"/>
            </a:xfrm>
            <a:custGeom>
              <a:avLst/>
              <a:gdLst>
                <a:gd name="T0" fmla="*/ 0 w 2"/>
                <a:gd name="T1" fmla="*/ 5 h 7"/>
                <a:gd name="T2" fmla="*/ 0 w 2"/>
                <a:gd name="T3" fmla="*/ 5 h 7"/>
                <a:gd name="T4" fmla="*/ 0 w 2"/>
                <a:gd name="T5" fmla="*/ 7 h 7"/>
                <a:gd name="T6" fmla="*/ 0 w 2"/>
                <a:gd name="T7" fmla="*/ 7 h 7"/>
                <a:gd name="T8" fmla="*/ 0 w 2"/>
                <a:gd name="T9" fmla="*/ 5 h 7"/>
                <a:gd name="T10" fmla="*/ 2 w 2"/>
                <a:gd name="T11" fmla="*/ 5 h 7"/>
                <a:gd name="T12" fmla="*/ 2 w 2"/>
                <a:gd name="T13" fmla="*/ 2 h 7"/>
                <a:gd name="T14" fmla="*/ 2 w 2"/>
                <a:gd name="T15" fmla="*/ 0 h 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" h="7">
                  <a:moveTo>
                    <a:pt x="0" y="5"/>
                  </a:moveTo>
                  <a:lnTo>
                    <a:pt x="0" y="5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1" name="Freeform 892"/>
            <p:cNvSpPr>
              <a:spLocks/>
            </p:cNvSpPr>
            <p:nvPr userDrawn="1"/>
          </p:nvSpPr>
          <p:spPr bwMode="gray">
            <a:xfrm>
              <a:off x="2735" y="2239"/>
              <a:ext cx="18" cy="3"/>
            </a:xfrm>
            <a:custGeom>
              <a:avLst/>
              <a:gdLst>
                <a:gd name="T0" fmla="*/ 18 w 18"/>
                <a:gd name="T1" fmla="*/ 0 h 3"/>
                <a:gd name="T2" fmla="*/ 14 w 18"/>
                <a:gd name="T3" fmla="*/ 3 h 3"/>
                <a:gd name="T4" fmla="*/ 11 w 18"/>
                <a:gd name="T5" fmla="*/ 3 h 3"/>
                <a:gd name="T6" fmla="*/ 5 w 18"/>
                <a:gd name="T7" fmla="*/ 3 h 3"/>
                <a:gd name="T8" fmla="*/ 0 w 18"/>
                <a:gd name="T9" fmla="*/ 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3">
                  <a:moveTo>
                    <a:pt x="18" y="0"/>
                  </a:moveTo>
                  <a:lnTo>
                    <a:pt x="14" y="3"/>
                  </a:lnTo>
                  <a:lnTo>
                    <a:pt x="11" y="3"/>
                  </a:lnTo>
                  <a:lnTo>
                    <a:pt x="5" y="3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2" name="Freeform 893"/>
            <p:cNvSpPr>
              <a:spLocks/>
            </p:cNvSpPr>
            <p:nvPr userDrawn="1"/>
          </p:nvSpPr>
          <p:spPr bwMode="gray">
            <a:xfrm>
              <a:off x="2527" y="922"/>
              <a:ext cx="5" cy="3"/>
            </a:xfrm>
            <a:custGeom>
              <a:avLst/>
              <a:gdLst>
                <a:gd name="T0" fmla="*/ 2 w 5"/>
                <a:gd name="T1" fmla="*/ 3 h 3"/>
                <a:gd name="T2" fmla="*/ 0 w 5"/>
                <a:gd name="T3" fmla="*/ 2 h 3"/>
                <a:gd name="T4" fmla="*/ 0 w 5"/>
                <a:gd name="T5" fmla="*/ 2 h 3"/>
                <a:gd name="T6" fmla="*/ 0 w 5"/>
                <a:gd name="T7" fmla="*/ 0 h 3"/>
                <a:gd name="T8" fmla="*/ 0 w 5"/>
                <a:gd name="T9" fmla="*/ 0 h 3"/>
                <a:gd name="T10" fmla="*/ 3 w 5"/>
                <a:gd name="T11" fmla="*/ 0 h 3"/>
                <a:gd name="T12" fmla="*/ 5 w 5"/>
                <a:gd name="T13" fmla="*/ 0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3">
                  <a:moveTo>
                    <a:pt x="2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3" name="Freeform 894"/>
            <p:cNvSpPr>
              <a:spLocks/>
            </p:cNvSpPr>
            <p:nvPr userDrawn="1"/>
          </p:nvSpPr>
          <p:spPr bwMode="gray">
            <a:xfrm>
              <a:off x="2525" y="915"/>
              <a:ext cx="9" cy="16"/>
            </a:xfrm>
            <a:custGeom>
              <a:avLst/>
              <a:gdLst>
                <a:gd name="T0" fmla="*/ 2 w 9"/>
                <a:gd name="T1" fmla="*/ 16 h 16"/>
                <a:gd name="T2" fmla="*/ 0 w 9"/>
                <a:gd name="T3" fmla="*/ 12 h 16"/>
                <a:gd name="T4" fmla="*/ 2 w 9"/>
                <a:gd name="T5" fmla="*/ 7 h 16"/>
                <a:gd name="T6" fmla="*/ 5 w 9"/>
                <a:gd name="T7" fmla="*/ 3 h 16"/>
                <a:gd name="T8" fmla="*/ 9 w 9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6">
                  <a:moveTo>
                    <a:pt x="2" y="16"/>
                  </a:moveTo>
                  <a:lnTo>
                    <a:pt x="0" y="12"/>
                  </a:lnTo>
                  <a:lnTo>
                    <a:pt x="2" y="7"/>
                  </a:lnTo>
                  <a:lnTo>
                    <a:pt x="5" y="3"/>
                  </a:lnTo>
                  <a:lnTo>
                    <a:pt x="9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4" name="Freeform 895"/>
            <p:cNvSpPr>
              <a:spLocks/>
            </p:cNvSpPr>
            <p:nvPr userDrawn="1"/>
          </p:nvSpPr>
          <p:spPr bwMode="gray">
            <a:xfrm>
              <a:off x="3041" y="670"/>
              <a:ext cx="2" cy="9"/>
            </a:xfrm>
            <a:custGeom>
              <a:avLst/>
              <a:gdLst>
                <a:gd name="T0" fmla="*/ 0 w 2"/>
                <a:gd name="T1" fmla="*/ 9 h 9"/>
                <a:gd name="T2" fmla="*/ 0 w 2"/>
                <a:gd name="T3" fmla="*/ 5 h 9"/>
                <a:gd name="T4" fmla="*/ 0 w 2"/>
                <a:gd name="T5" fmla="*/ 2 h 9"/>
                <a:gd name="T6" fmla="*/ 0 w 2"/>
                <a:gd name="T7" fmla="*/ 0 h 9"/>
                <a:gd name="T8" fmla="*/ 2 w 2"/>
                <a:gd name="T9" fmla="*/ 0 h 9"/>
                <a:gd name="T10" fmla="*/ 2 w 2"/>
                <a:gd name="T11" fmla="*/ 0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9">
                  <a:moveTo>
                    <a:pt x="0" y="9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5" name="Freeform 896"/>
            <p:cNvSpPr>
              <a:spLocks/>
            </p:cNvSpPr>
            <p:nvPr userDrawn="1"/>
          </p:nvSpPr>
          <p:spPr bwMode="gray">
            <a:xfrm>
              <a:off x="3034" y="672"/>
              <a:ext cx="16" cy="3"/>
            </a:xfrm>
            <a:custGeom>
              <a:avLst/>
              <a:gdLst>
                <a:gd name="T0" fmla="*/ 0 w 16"/>
                <a:gd name="T1" fmla="*/ 3 h 3"/>
                <a:gd name="T2" fmla="*/ 4 w 16"/>
                <a:gd name="T3" fmla="*/ 1 h 3"/>
                <a:gd name="T4" fmla="*/ 7 w 16"/>
                <a:gd name="T5" fmla="*/ 0 h 3"/>
                <a:gd name="T6" fmla="*/ 12 w 16"/>
                <a:gd name="T7" fmla="*/ 0 h 3"/>
                <a:gd name="T8" fmla="*/ 16 w 16"/>
                <a:gd name="T9" fmla="*/ 1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">
                  <a:moveTo>
                    <a:pt x="0" y="3"/>
                  </a:moveTo>
                  <a:lnTo>
                    <a:pt x="4" y="1"/>
                  </a:lnTo>
                  <a:lnTo>
                    <a:pt x="7" y="0"/>
                  </a:lnTo>
                  <a:lnTo>
                    <a:pt x="12" y="0"/>
                  </a:lnTo>
                  <a:lnTo>
                    <a:pt x="16" y="1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6" name="Freeform 897"/>
            <p:cNvSpPr>
              <a:spLocks/>
            </p:cNvSpPr>
            <p:nvPr userDrawn="1"/>
          </p:nvSpPr>
          <p:spPr bwMode="gray">
            <a:xfrm>
              <a:off x="2740" y="980"/>
              <a:ext cx="2" cy="19"/>
            </a:xfrm>
            <a:custGeom>
              <a:avLst/>
              <a:gdLst>
                <a:gd name="T0" fmla="*/ 2 w 2"/>
                <a:gd name="T1" fmla="*/ 19 h 19"/>
                <a:gd name="T2" fmla="*/ 2 w 2"/>
                <a:gd name="T3" fmla="*/ 15 h 19"/>
                <a:gd name="T4" fmla="*/ 2 w 2"/>
                <a:gd name="T5" fmla="*/ 10 h 19"/>
                <a:gd name="T6" fmla="*/ 2 w 2"/>
                <a:gd name="T7" fmla="*/ 5 h 19"/>
                <a:gd name="T8" fmla="*/ 0 w 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9">
                  <a:moveTo>
                    <a:pt x="2" y="19"/>
                  </a:moveTo>
                  <a:lnTo>
                    <a:pt x="2" y="15"/>
                  </a:lnTo>
                  <a:lnTo>
                    <a:pt x="2" y="10"/>
                  </a:lnTo>
                  <a:lnTo>
                    <a:pt x="2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7" name="Freeform 898"/>
            <p:cNvSpPr>
              <a:spLocks/>
            </p:cNvSpPr>
            <p:nvPr userDrawn="1"/>
          </p:nvSpPr>
          <p:spPr bwMode="gray">
            <a:xfrm>
              <a:off x="2732" y="990"/>
              <a:ext cx="19" cy="2"/>
            </a:xfrm>
            <a:custGeom>
              <a:avLst/>
              <a:gdLst>
                <a:gd name="T0" fmla="*/ 19 w 19"/>
                <a:gd name="T1" fmla="*/ 0 h 2"/>
                <a:gd name="T2" fmla="*/ 14 w 19"/>
                <a:gd name="T3" fmla="*/ 0 h 2"/>
                <a:gd name="T4" fmla="*/ 10 w 19"/>
                <a:gd name="T5" fmla="*/ 0 h 2"/>
                <a:gd name="T6" fmla="*/ 5 w 19"/>
                <a:gd name="T7" fmla="*/ 0 h 2"/>
                <a:gd name="T8" fmla="*/ 0 w 19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">
                  <a:moveTo>
                    <a:pt x="19" y="0"/>
                  </a:moveTo>
                  <a:lnTo>
                    <a:pt x="14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8" name="Freeform 899"/>
            <p:cNvSpPr>
              <a:spLocks/>
            </p:cNvSpPr>
            <p:nvPr userDrawn="1"/>
          </p:nvSpPr>
          <p:spPr bwMode="gray">
            <a:xfrm>
              <a:off x="3249" y="733"/>
              <a:ext cx="4" cy="5"/>
            </a:xfrm>
            <a:custGeom>
              <a:avLst/>
              <a:gdLst>
                <a:gd name="T0" fmla="*/ 0 w 4"/>
                <a:gd name="T1" fmla="*/ 2 h 5"/>
                <a:gd name="T2" fmla="*/ 0 w 4"/>
                <a:gd name="T3" fmla="*/ 2 h 5"/>
                <a:gd name="T4" fmla="*/ 2 w 4"/>
                <a:gd name="T5" fmla="*/ 0 h 5"/>
                <a:gd name="T6" fmla="*/ 4 w 4"/>
                <a:gd name="T7" fmla="*/ 2 h 5"/>
                <a:gd name="T8" fmla="*/ 2 w 4"/>
                <a:gd name="T9" fmla="*/ 2 h 5"/>
                <a:gd name="T10" fmla="*/ 2 w 4"/>
                <a:gd name="T11" fmla="*/ 3 h 5"/>
                <a:gd name="T12" fmla="*/ 0 w 4"/>
                <a:gd name="T13" fmla="*/ 3 h 5"/>
                <a:gd name="T14" fmla="*/ 0 w 4"/>
                <a:gd name="T15" fmla="*/ 5 h 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39" name="Freeform 900"/>
            <p:cNvSpPr>
              <a:spLocks/>
            </p:cNvSpPr>
            <p:nvPr userDrawn="1"/>
          </p:nvSpPr>
          <p:spPr bwMode="gray">
            <a:xfrm>
              <a:off x="3244" y="728"/>
              <a:ext cx="11" cy="15"/>
            </a:xfrm>
            <a:custGeom>
              <a:avLst/>
              <a:gdLst>
                <a:gd name="T0" fmla="*/ 11 w 11"/>
                <a:gd name="T1" fmla="*/ 15 h 15"/>
                <a:gd name="T2" fmla="*/ 11 w 11"/>
                <a:gd name="T3" fmla="*/ 10 h 15"/>
                <a:gd name="T4" fmla="*/ 7 w 11"/>
                <a:gd name="T5" fmla="*/ 5 h 15"/>
                <a:gd name="T6" fmla="*/ 5 w 11"/>
                <a:gd name="T7" fmla="*/ 1 h 15"/>
                <a:gd name="T8" fmla="*/ 0 w 11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5">
                  <a:moveTo>
                    <a:pt x="11" y="15"/>
                  </a:moveTo>
                  <a:lnTo>
                    <a:pt x="11" y="10"/>
                  </a:lnTo>
                  <a:lnTo>
                    <a:pt x="7" y="5"/>
                  </a:lnTo>
                  <a:lnTo>
                    <a:pt x="5" y="1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0" name="Freeform 901"/>
            <p:cNvSpPr>
              <a:spLocks/>
            </p:cNvSpPr>
            <p:nvPr userDrawn="1"/>
          </p:nvSpPr>
          <p:spPr bwMode="gray">
            <a:xfrm>
              <a:off x="2490" y="763"/>
              <a:ext cx="4" cy="15"/>
            </a:xfrm>
            <a:custGeom>
              <a:avLst/>
              <a:gdLst>
                <a:gd name="T0" fmla="*/ 4 w 4"/>
                <a:gd name="T1" fmla="*/ 15 h 15"/>
                <a:gd name="T2" fmla="*/ 0 w 4"/>
                <a:gd name="T3" fmla="*/ 12 h 15"/>
                <a:gd name="T4" fmla="*/ 0 w 4"/>
                <a:gd name="T5" fmla="*/ 8 h 15"/>
                <a:gd name="T6" fmla="*/ 0 w 4"/>
                <a:gd name="T7" fmla="*/ 5 h 15"/>
                <a:gd name="T8" fmla="*/ 2 w 4"/>
                <a:gd name="T9" fmla="*/ 1 h 15"/>
                <a:gd name="T10" fmla="*/ 4 w 4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15">
                  <a:moveTo>
                    <a:pt x="4" y="15"/>
                  </a:moveTo>
                  <a:lnTo>
                    <a:pt x="0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2" y="1"/>
                  </a:lnTo>
                  <a:lnTo>
                    <a:pt x="4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1" name="Freeform 902"/>
            <p:cNvSpPr>
              <a:spLocks/>
            </p:cNvSpPr>
            <p:nvPr userDrawn="1"/>
          </p:nvSpPr>
          <p:spPr bwMode="gray">
            <a:xfrm>
              <a:off x="2489" y="764"/>
              <a:ext cx="8" cy="9"/>
            </a:xfrm>
            <a:custGeom>
              <a:avLst/>
              <a:gdLst>
                <a:gd name="T0" fmla="*/ 8 w 8"/>
                <a:gd name="T1" fmla="*/ 0 h 9"/>
                <a:gd name="T2" fmla="*/ 5 w 8"/>
                <a:gd name="T3" fmla="*/ 2 h 9"/>
                <a:gd name="T4" fmla="*/ 1 w 8"/>
                <a:gd name="T5" fmla="*/ 4 h 9"/>
                <a:gd name="T6" fmla="*/ 0 w 8"/>
                <a:gd name="T7" fmla="*/ 6 h 9"/>
                <a:gd name="T8" fmla="*/ 0 w 8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">
                  <a:moveTo>
                    <a:pt x="8" y="0"/>
                  </a:moveTo>
                  <a:lnTo>
                    <a:pt x="5" y="2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9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2" name="Freeform 903"/>
            <p:cNvSpPr>
              <a:spLocks/>
            </p:cNvSpPr>
            <p:nvPr userDrawn="1"/>
          </p:nvSpPr>
          <p:spPr bwMode="gray">
            <a:xfrm>
              <a:off x="3146" y="960"/>
              <a:ext cx="2" cy="20"/>
            </a:xfrm>
            <a:custGeom>
              <a:avLst/>
              <a:gdLst>
                <a:gd name="T0" fmla="*/ 2 w 2"/>
                <a:gd name="T1" fmla="*/ 20 h 20"/>
                <a:gd name="T2" fmla="*/ 2 w 2"/>
                <a:gd name="T3" fmla="*/ 16 h 20"/>
                <a:gd name="T4" fmla="*/ 2 w 2"/>
                <a:gd name="T5" fmla="*/ 11 h 20"/>
                <a:gd name="T6" fmla="*/ 2 w 2"/>
                <a:gd name="T7" fmla="*/ 6 h 20"/>
                <a:gd name="T8" fmla="*/ 0 w 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0">
                  <a:moveTo>
                    <a:pt x="2" y="20"/>
                  </a:moveTo>
                  <a:lnTo>
                    <a:pt x="2" y="16"/>
                  </a:lnTo>
                  <a:lnTo>
                    <a:pt x="2" y="11"/>
                  </a:lnTo>
                  <a:lnTo>
                    <a:pt x="2" y="6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3" name="Freeform 904"/>
            <p:cNvSpPr>
              <a:spLocks/>
            </p:cNvSpPr>
            <p:nvPr userDrawn="1"/>
          </p:nvSpPr>
          <p:spPr bwMode="gray">
            <a:xfrm>
              <a:off x="3139" y="971"/>
              <a:ext cx="18" cy="2"/>
            </a:xfrm>
            <a:custGeom>
              <a:avLst/>
              <a:gdLst>
                <a:gd name="T0" fmla="*/ 18 w 18"/>
                <a:gd name="T1" fmla="*/ 0 h 2"/>
                <a:gd name="T2" fmla="*/ 14 w 18"/>
                <a:gd name="T3" fmla="*/ 0 h 2"/>
                <a:gd name="T4" fmla="*/ 9 w 18"/>
                <a:gd name="T5" fmla="*/ 0 h 2"/>
                <a:gd name="T6" fmla="*/ 5 w 18"/>
                <a:gd name="T7" fmla="*/ 0 h 2"/>
                <a:gd name="T8" fmla="*/ 0 w 18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">
                  <a:moveTo>
                    <a:pt x="18" y="0"/>
                  </a:moveTo>
                  <a:lnTo>
                    <a:pt x="14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4" name="Freeform 905"/>
            <p:cNvSpPr>
              <a:spLocks/>
            </p:cNvSpPr>
            <p:nvPr userDrawn="1"/>
          </p:nvSpPr>
          <p:spPr bwMode="gray">
            <a:xfrm>
              <a:off x="2651" y="687"/>
              <a:ext cx="18" cy="9"/>
            </a:xfrm>
            <a:custGeom>
              <a:avLst/>
              <a:gdLst>
                <a:gd name="T0" fmla="*/ 0 w 18"/>
                <a:gd name="T1" fmla="*/ 2 h 9"/>
                <a:gd name="T2" fmla="*/ 5 w 18"/>
                <a:gd name="T3" fmla="*/ 0 h 9"/>
                <a:gd name="T4" fmla="*/ 11 w 18"/>
                <a:gd name="T5" fmla="*/ 2 h 9"/>
                <a:gd name="T6" fmla="*/ 14 w 18"/>
                <a:gd name="T7" fmla="*/ 6 h 9"/>
                <a:gd name="T8" fmla="*/ 18 w 18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9">
                  <a:moveTo>
                    <a:pt x="0" y="2"/>
                  </a:moveTo>
                  <a:lnTo>
                    <a:pt x="5" y="0"/>
                  </a:lnTo>
                  <a:lnTo>
                    <a:pt x="11" y="2"/>
                  </a:lnTo>
                  <a:lnTo>
                    <a:pt x="14" y="6"/>
                  </a:lnTo>
                  <a:lnTo>
                    <a:pt x="18" y="9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5" name="Freeform 906"/>
            <p:cNvSpPr>
              <a:spLocks/>
            </p:cNvSpPr>
            <p:nvPr userDrawn="1"/>
          </p:nvSpPr>
          <p:spPr bwMode="gray">
            <a:xfrm>
              <a:off x="2653" y="687"/>
              <a:ext cx="10" cy="9"/>
            </a:xfrm>
            <a:custGeom>
              <a:avLst/>
              <a:gdLst>
                <a:gd name="T0" fmla="*/ 10 w 10"/>
                <a:gd name="T1" fmla="*/ 0 h 9"/>
                <a:gd name="T2" fmla="*/ 7 w 10"/>
                <a:gd name="T3" fmla="*/ 0 h 9"/>
                <a:gd name="T4" fmla="*/ 5 w 10"/>
                <a:gd name="T5" fmla="*/ 2 h 9"/>
                <a:gd name="T6" fmla="*/ 3 w 10"/>
                <a:gd name="T7" fmla="*/ 4 h 9"/>
                <a:gd name="T8" fmla="*/ 0 w 10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10" y="0"/>
                  </a:moveTo>
                  <a:lnTo>
                    <a:pt x="7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0" y="9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6" name="Freeform 907"/>
            <p:cNvSpPr>
              <a:spLocks/>
            </p:cNvSpPr>
            <p:nvPr userDrawn="1"/>
          </p:nvSpPr>
          <p:spPr bwMode="gray">
            <a:xfrm>
              <a:off x="3300" y="882"/>
              <a:ext cx="14" cy="12"/>
            </a:xfrm>
            <a:custGeom>
              <a:avLst/>
              <a:gdLst>
                <a:gd name="T0" fmla="*/ 14 w 14"/>
                <a:gd name="T1" fmla="*/ 12 h 12"/>
                <a:gd name="T2" fmla="*/ 14 w 14"/>
                <a:gd name="T3" fmla="*/ 7 h 12"/>
                <a:gd name="T4" fmla="*/ 12 w 14"/>
                <a:gd name="T5" fmla="*/ 3 h 12"/>
                <a:gd name="T6" fmla="*/ 9 w 14"/>
                <a:gd name="T7" fmla="*/ 1 h 12"/>
                <a:gd name="T8" fmla="*/ 5 w 14"/>
                <a:gd name="T9" fmla="*/ 0 h 12"/>
                <a:gd name="T10" fmla="*/ 0 w 14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2">
                  <a:moveTo>
                    <a:pt x="14" y="12"/>
                  </a:moveTo>
                  <a:lnTo>
                    <a:pt x="14" y="7"/>
                  </a:lnTo>
                  <a:lnTo>
                    <a:pt x="12" y="3"/>
                  </a:lnTo>
                  <a:lnTo>
                    <a:pt x="9" y="1"/>
                  </a:lnTo>
                  <a:lnTo>
                    <a:pt x="5" y="0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7" name="Freeform 908"/>
            <p:cNvSpPr>
              <a:spLocks/>
            </p:cNvSpPr>
            <p:nvPr userDrawn="1"/>
          </p:nvSpPr>
          <p:spPr bwMode="gray">
            <a:xfrm>
              <a:off x="3307" y="885"/>
              <a:ext cx="5" cy="7"/>
            </a:xfrm>
            <a:custGeom>
              <a:avLst/>
              <a:gdLst>
                <a:gd name="T0" fmla="*/ 0 w 5"/>
                <a:gd name="T1" fmla="*/ 0 h 7"/>
                <a:gd name="T2" fmla="*/ 3 w 5"/>
                <a:gd name="T3" fmla="*/ 0 h 7"/>
                <a:gd name="T4" fmla="*/ 5 w 5"/>
                <a:gd name="T5" fmla="*/ 2 h 7"/>
                <a:gd name="T6" fmla="*/ 5 w 5"/>
                <a:gd name="T7" fmla="*/ 4 h 7"/>
                <a:gd name="T8" fmla="*/ 3 w 5"/>
                <a:gd name="T9" fmla="*/ 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lnTo>
                    <a:pt x="3" y="7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8" name="Freeform 909"/>
            <p:cNvSpPr>
              <a:spLocks/>
            </p:cNvSpPr>
            <p:nvPr userDrawn="1"/>
          </p:nvSpPr>
          <p:spPr bwMode="gray">
            <a:xfrm>
              <a:off x="2118" y="1513"/>
              <a:ext cx="5" cy="16"/>
            </a:xfrm>
            <a:custGeom>
              <a:avLst/>
              <a:gdLst>
                <a:gd name="T0" fmla="*/ 1 w 5"/>
                <a:gd name="T1" fmla="*/ 0 h 16"/>
                <a:gd name="T2" fmla="*/ 0 w 5"/>
                <a:gd name="T3" fmla="*/ 3 h 16"/>
                <a:gd name="T4" fmla="*/ 0 w 5"/>
                <a:gd name="T5" fmla="*/ 7 h 16"/>
                <a:gd name="T6" fmla="*/ 1 w 5"/>
                <a:gd name="T7" fmla="*/ 12 h 16"/>
                <a:gd name="T8" fmla="*/ 3 w 5"/>
                <a:gd name="T9" fmla="*/ 14 h 16"/>
                <a:gd name="T10" fmla="*/ 5 w 5"/>
                <a:gd name="T11" fmla="*/ 16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16">
                  <a:moveTo>
                    <a:pt x="1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1" y="12"/>
                  </a:lnTo>
                  <a:lnTo>
                    <a:pt x="3" y="14"/>
                  </a:lnTo>
                  <a:lnTo>
                    <a:pt x="5" y="16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49" name="Freeform 910"/>
            <p:cNvSpPr>
              <a:spLocks/>
            </p:cNvSpPr>
            <p:nvPr userDrawn="1"/>
          </p:nvSpPr>
          <p:spPr bwMode="gray">
            <a:xfrm>
              <a:off x="2118" y="1520"/>
              <a:ext cx="7" cy="7"/>
            </a:xfrm>
            <a:custGeom>
              <a:avLst/>
              <a:gdLst>
                <a:gd name="T0" fmla="*/ 7 w 7"/>
                <a:gd name="T1" fmla="*/ 7 h 7"/>
                <a:gd name="T2" fmla="*/ 3 w 7"/>
                <a:gd name="T3" fmla="*/ 5 h 7"/>
                <a:gd name="T4" fmla="*/ 1 w 7"/>
                <a:gd name="T5" fmla="*/ 5 h 7"/>
                <a:gd name="T6" fmla="*/ 0 w 7"/>
                <a:gd name="T7" fmla="*/ 2 h 7"/>
                <a:gd name="T8" fmla="*/ 0 w 7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7" y="7"/>
                  </a:moveTo>
                  <a:lnTo>
                    <a:pt x="3" y="5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0" name="Freeform 911"/>
            <p:cNvSpPr>
              <a:spLocks/>
            </p:cNvSpPr>
            <p:nvPr userDrawn="1"/>
          </p:nvSpPr>
          <p:spPr bwMode="gray">
            <a:xfrm>
              <a:off x="2111" y="1284"/>
              <a:ext cx="12" cy="14"/>
            </a:xfrm>
            <a:custGeom>
              <a:avLst/>
              <a:gdLst>
                <a:gd name="T0" fmla="*/ 0 w 12"/>
                <a:gd name="T1" fmla="*/ 14 h 14"/>
                <a:gd name="T2" fmla="*/ 0 w 12"/>
                <a:gd name="T3" fmla="*/ 9 h 14"/>
                <a:gd name="T4" fmla="*/ 3 w 12"/>
                <a:gd name="T5" fmla="*/ 3 h 14"/>
                <a:gd name="T6" fmla="*/ 7 w 12"/>
                <a:gd name="T7" fmla="*/ 2 h 14"/>
                <a:gd name="T8" fmla="*/ 12 w 12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">
                  <a:moveTo>
                    <a:pt x="0" y="14"/>
                  </a:moveTo>
                  <a:lnTo>
                    <a:pt x="0" y="9"/>
                  </a:lnTo>
                  <a:lnTo>
                    <a:pt x="3" y="3"/>
                  </a:lnTo>
                  <a:lnTo>
                    <a:pt x="7" y="2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1" name="Freeform 912"/>
            <p:cNvSpPr>
              <a:spLocks/>
            </p:cNvSpPr>
            <p:nvPr userDrawn="1"/>
          </p:nvSpPr>
          <p:spPr bwMode="gray">
            <a:xfrm>
              <a:off x="2112" y="1287"/>
              <a:ext cx="4" cy="7"/>
            </a:xfrm>
            <a:custGeom>
              <a:avLst/>
              <a:gdLst>
                <a:gd name="T0" fmla="*/ 4 w 4"/>
                <a:gd name="T1" fmla="*/ 7 h 7"/>
                <a:gd name="T2" fmla="*/ 2 w 4"/>
                <a:gd name="T3" fmla="*/ 6 h 7"/>
                <a:gd name="T4" fmla="*/ 0 w 4"/>
                <a:gd name="T5" fmla="*/ 2 h 7"/>
                <a:gd name="T6" fmla="*/ 0 w 4"/>
                <a:gd name="T7" fmla="*/ 2 h 7"/>
                <a:gd name="T8" fmla="*/ 2 w 4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">
                  <a:moveTo>
                    <a:pt x="4" y="7"/>
                  </a:moveTo>
                  <a:lnTo>
                    <a:pt x="2" y="6"/>
                  </a:lnTo>
                  <a:lnTo>
                    <a:pt x="0" y="2"/>
                  </a:lnTo>
                  <a:lnTo>
                    <a:pt x="2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2" name="Line 913"/>
            <p:cNvSpPr>
              <a:spLocks noChangeShapeType="1"/>
            </p:cNvSpPr>
            <p:nvPr userDrawn="1"/>
          </p:nvSpPr>
          <p:spPr bwMode="gray">
            <a:xfrm flipH="1" flipV="1">
              <a:off x="3314" y="931"/>
              <a:ext cx="10" cy="5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3" name="Line 914"/>
            <p:cNvSpPr>
              <a:spLocks noChangeShapeType="1"/>
            </p:cNvSpPr>
            <p:nvPr userDrawn="1"/>
          </p:nvSpPr>
          <p:spPr bwMode="gray">
            <a:xfrm flipV="1">
              <a:off x="3248" y="1887"/>
              <a:ext cx="1" cy="13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4" name="Freeform 915"/>
            <p:cNvSpPr>
              <a:spLocks/>
            </p:cNvSpPr>
            <p:nvPr userDrawn="1"/>
          </p:nvSpPr>
          <p:spPr bwMode="gray">
            <a:xfrm>
              <a:off x="3146" y="1980"/>
              <a:ext cx="9" cy="9"/>
            </a:xfrm>
            <a:custGeom>
              <a:avLst/>
              <a:gdLst>
                <a:gd name="T0" fmla="*/ 0 w 9"/>
                <a:gd name="T1" fmla="*/ 0 h 9"/>
                <a:gd name="T2" fmla="*/ 0 w 9"/>
                <a:gd name="T3" fmla="*/ 3 h 9"/>
                <a:gd name="T4" fmla="*/ 2 w 9"/>
                <a:gd name="T5" fmla="*/ 5 h 9"/>
                <a:gd name="T6" fmla="*/ 4 w 9"/>
                <a:gd name="T7" fmla="*/ 7 h 9"/>
                <a:gd name="T8" fmla="*/ 5 w 9"/>
                <a:gd name="T9" fmla="*/ 9 h 9"/>
                <a:gd name="T10" fmla="*/ 9 w 9"/>
                <a:gd name="T11" fmla="*/ 7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9">
                  <a:moveTo>
                    <a:pt x="0" y="0"/>
                  </a:move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5" y="9"/>
                  </a:lnTo>
                  <a:lnTo>
                    <a:pt x="9" y="7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5" name="Line 916"/>
            <p:cNvSpPr>
              <a:spLocks noChangeShapeType="1"/>
            </p:cNvSpPr>
            <p:nvPr userDrawn="1"/>
          </p:nvSpPr>
          <p:spPr bwMode="gray">
            <a:xfrm flipV="1">
              <a:off x="3141" y="1901"/>
              <a:ext cx="2" cy="74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6" name="Line 917"/>
            <p:cNvSpPr>
              <a:spLocks noChangeShapeType="1"/>
            </p:cNvSpPr>
            <p:nvPr userDrawn="1"/>
          </p:nvSpPr>
          <p:spPr bwMode="gray">
            <a:xfrm flipV="1">
              <a:off x="3146" y="1903"/>
              <a:ext cx="2" cy="77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7" name="Line 918"/>
            <p:cNvSpPr>
              <a:spLocks noChangeShapeType="1"/>
            </p:cNvSpPr>
            <p:nvPr userDrawn="1"/>
          </p:nvSpPr>
          <p:spPr bwMode="gray">
            <a:xfrm>
              <a:off x="3144" y="1903"/>
              <a:ext cx="1" cy="68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8" name="Freeform 919"/>
            <p:cNvSpPr>
              <a:spLocks/>
            </p:cNvSpPr>
            <p:nvPr userDrawn="1"/>
          </p:nvSpPr>
          <p:spPr bwMode="gray">
            <a:xfrm>
              <a:off x="3141" y="1971"/>
              <a:ext cx="5" cy="9"/>
            </a:xfrm>
            <a:custGeom>
              <a:avLst/>
              <a:gdLst>
                <a:gd name="T0" fmla="*/ 5 w 5"/>
                <a:gd name="T1" fmla="*/ 9 h 9"/>
                <a:gd name="T2" fmla="*/ 2 w 5"/>
                <a:gd name="T3" fmla="*/ 7 h 9"/>
                <a:gd name="T4" fmla="*/ 0 w 5"/>
                <a:gd name="T5" fmla="*/ 5 h 9"/>
                <a:gd name="T6" fmla="*/ 0 w 5"/>
                <a:gd name="T7" fmla="*/ 2 h 9"/>
                <a:gd name="T8" fmla="*/ 3 w 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9">
                  <a:moveTo>
                    <a:pt x="5" y="9"/>
                  </a:moveTo>
                  <a:lnTo>
                    <a:pt x="2" y="7"/>
                  </a:lnTo>
                  <a:lnTo>
                    <a:pt x="0" y="5"/>
                  </a:lnTo>
                  <a:lnTo>
                    <a:pt x="0" y="2"/>
                  </a:lnTo>
                  <a:lnTo>
                    <a:pt x="3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59" name="Freeform 920"/>
            <p:cNvSpPr>
              <a:spLocks/>
            </p:cNvSpPr>
            <p:nvPr userDrawn="1"/>
          </p:nvSpPr>
          <p:spPr bwMode="gray">
            <a:xfrm>
              <a:off x="3143" y="1985"/>
              <a:ext cx="12" cy="11"/>
            </a:xfrm>
            <a:custGeom>
              <a:avLst/>
              <a:gdLst>
                <a:gd name="T0" fmla="*/ 12 w 12"/>
                <a:gd name="T1" fmla="*/ 2 h 11"/>
                <a:gd name="T2" fmla="*/ 8 w 12"/>
                <a:gd name="T3" fmla="*/ 0 h 11"/>
                <a:gd name="T4" fmla="*/ 5 w 12"/>
                <a:gd name="T5" fmla="*/ 2 h 11"/>
                <a:gd name="T6" fmla="*/ 1 w 12"/>
                <a:gd name="T7" fmla="*/ 4 h 11"/>
                <a:gd name="T8" fmla="*/ 1 w 12"/>
                <a:gd name="T9" fmla="*/ 5 h 11"/>
                <a:gd name="T10" fmla="*/ 0 w 12"/>
                <a:gd name="T11" fmla="*/ 1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1">
                  <a:moveTo>
                    <a:pt x="12" y="2"/>
                  </a:moveTo>
                  <a:lnTo>
                    <a:pt x="8" y="0"/>
                  </a:lnTo>
                  <a:lnTo>
                    <a:pt x="5" y="2"/>
                  </a:lnTo>
                  <a:lnTo>
                    <a:pt x="1" y="4"/>
                  </a:lnTo>
                  <a:lnTo>
                    <a:pt x="1" y="5"/>
                  </a:lnTo>
                  <a:lnTo>
                    <a:pt x="0" y="11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60" name="Freeform 921"/>
            <p:cNvSpPr>
              <a:spLocks/>
            </p:cNvSpPr>
            <p:nvPr userDrawn="1"/>
          </p:nvSpPr>
          <p:spPr bwMode="gray">
            <a:xfrm>
              <a:off x="3132" y="1971"/>
              <a:ext cx="12" cy="9"/>
            </a:xfrm>
            <a:custGeom>
              <a:avLst/>
              <a:gdLst>
                <a:gd name="T0" fmla="*/ 12 w 12"/>
                <a:gd name="T1" fmla="*/ 0 h 9"/>
                <a:gd name="T2" fmla="*/ 11 w 12"/>
                <a:gd name="T3" fmla="*/ 4 h 9"/>
                <a:gd name="T4" fmla="*/ 11 w 12"/>
                <a:gd name="T5" fmla="*/ 7 h 9"/>
                <a:gd name="T6" fmla="*/ 7 w 12"/>
                <a:gd name="T7" fmla="*/ 9 h 9"/>
                <a:gd name="T8" fmla="*/ 4 w 12"/>
                <a:gd name="T9" fmla="*/ 9 h 9"/>
                <a:gd name="T10" fmla="*/ 0 w 12"/>
                <a:gd name="T11" fmla="*/ 7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9">
                  <a:moveTo>
                    <a:pt x="12" y="0"/>
                  </a:moveTo>
                  <a:lnTo>
                    <a:pt x="11" y="4"/>
                  </a:lnTo>
                  <a:lnTo>
                    <a:pt x="11" y="7"/>
                  </a:lnTo>
                  <a:lnTo>
                    <a:pt x="7" y="9"/>
                  </a:lnTo>
                  <a:lnTo>
                    <a:pt x="4" y="9"/>
                  </a:lnTo>
                  <a:lnTo>
                    <a:pt x="0" y="7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61" name="Freeform 922"/>
            <p:cNvSpPr>
              <a:spLocks/>
            </p:cNvSpPr>
            <p:nvPr userDrawn="1"/>
          </p:nvSpPr>
          <p:spPr bwMode="gray">
            <a:xfrm>
              <a:off x="3123" y="1978"/>
              <a:ext cx="9" cy="18"/>
            </a:xfrm>
            <a:custGeom>
              <a:avLst/>
              <a:gdLst>
                <a:gd name="T0" fmla="*/ 0 w 9"/>
                <a:gd name="T1" fmla="*/ 18 h 18"/>
                <a:gd name="T2" fmla="*/ 2 w 9"/>
                <a:gd name="T3" fmla="*/ 14 h 18"/>
                <a:gd name="T4" fmla="*/ 4 w 9"/>
                <a:gd name="T5" fmla="*/ 9 h 18"/>
                <a:gd name="T6" fmla="*/ 6 w 9"/>
                <a:gd name="T7" fmla="*/ 4 h 18"/>
                <a:gd name="T8" fmla="*/ 9 w 9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8">
                  <a:moveTo>
                    <a:pt x="0" y="18"/>
                  </a:moveTo>
                  <a:lnTo>
                    <a:pt x="2" y="14"/>
                  </a:lnTo>
                  <a:lnTo>
                    <a:pt x="4" y="9"/>
                  </a:lnTo>
                  <a:lnTo>
                    <a:pt x="6" y="4"/>
                  </a:lnTo>
                  <a:lnTo>
                    <a:pt x="9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62" name="Freeform 923"/>
            <p:cNvSpPr>
              <a:spLocks/>
            </p:cNvSpPr>
            <p:nvPr userDrawn="1"/>
          </p:nvSpPr>
          <p:spPr bwMode="gray">
            <a:xfrm>
              <a:off x="3123" y="1996"/>
              <a:ext cx="20" cy="1"/>
            </a:xfrm>
            <a:custGeom>
              <a:avLst/>
              <a:gdLst>
                <a:gd name="T0" fmla="*/ 0 w 20"/>
                <a:gd name="T1" fmla="*/ 0 h 1"/>
                <a:gd name="T2" fmla="*/ 6 w 20"/>
                <a:gd name="T3" fmla="*/ 1 h 1"/>
                <a:gd name="T4" fmla="*/ 11 w 20"/>
                <a:gd name="T5" fmla="*/ 1 h 1"/>
                <a:gd name="T6" fmla="*/ 16 w 20"/>
                <a:gd name="T7" fmla="*/ 1 h 1"/>
                <a:gd name="T8" fmla="*/ 20 w 20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">
                  <a:moveTo>
                    <a:pt x="0" y="0"/>
                  </a:moveTo>
                  <a:lnTo>
                    <a:pt x="6" y="1"/>
                  </a:lnTo>
                  <a:lnTo>
                    <a:pt x="11" y="1"/>
                  </a:lnTo>
                  <a:lnTo>
                    <a:pt x="16" y="1"/>
                  </a:lnTo>
                  <a:lnTo>
                    <a:pt x="20" y="0"/>
                  </a:lnTo>
                </a:path>
              </a:pathLst>
            </a:custGeom>
            <a:noFill/>
            <a:ln w="317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263" name="Line 924"/>
            <p:cNvSpPr>
              <a:spLocks noChangeShapeType="1"/>
            </p:cNvSpPr>
            <p:nvPr userDrawn="1"/>
          </p:nvSpPr>
          <p:spPr bwMode="gray">
            <a:xfrm>
              <a:off x="2837" y="1216"/>
              <a:ext cx="314" cy="103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</p:grpSp>
      <p:grpSp>
        <p:nvGrpSpPr>
          <p:cNvPr id="864" name="Group 925"/>
          <p:cNvGrpSpPr>
            <a:grpSpLocks/>
          </p:cNvGrpSpPr>
          <p:nvPr userDrawn="1"/>
        </p:nvGrpSpPr>
        <p:grpSpPr bwMode="auto">
          <a:xfrm>
            <a:off x="5867400" y="3789363"/>
            <a:ext cx="2798763" cy="2786062"/>
            <a:chOff x="4059" y="2614"/>
            <a:chExt cx="1581" cy="1574"/>
          </a:xfrm>
        </p:grpSpPr>
        <p:sp>
          <p:nvSpPr>
            <p:cNvPr id="865" name="Line 926"/>
            <p:cNvSpPr>
              <a:spLocks noChangeShapeType="1"/>
            </p:cNvSpPr>
            <p:nvPr userDrawn="1"/>
          </p:nvSpPr>
          <p:spPr bwMode="gray">
            <a:xfrm flipH="1">
              <a:off x="5040" y="3476"/>
              <a:ext cx="156" cy="9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66" name="Line 927"/>
            <p:cNvSpPr>
              <a:spLocks noChangeShapeType="1"/>
            </p:cNvSpPr>
            <p:nvPr userDrawn="1"/>
          </p:nvSpPr>
          <p:spPr bwMode="gray">
            <a:xfrm flipH="1" flipV="1">
              <a:off x="5049" y="3467"/>
              <a:ext cx="206" cy="7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67" name="Line 928"/>
            <p:cNvSpPr>
              <a:spLocks noChangeShapeType="1"/>
            </p:cNvSpPr>
            <p:nvPr userDrawn="1"/>
          </p:nvSpPr>
          <p:spPr bwMode="gray">
            <a:xfrm flipV="1">
              <a:off x="5029" y="3586"/>
              <a:ext cx="2" cy="23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68" name="Line 929"/>
            <p:cNvSpPr>
              <a:spLocks noChangeShapeType="1"/>
            </p:cNvSpPr>
            <p:nvPr userDrawn="1"/>
          </p:nvSpPr>
          <p:spPr bwMode="gray">
            <a:xfrm flipV="1">
              <a:off x="5397" y="3462"/>
              <a:ext cx="7" cy="24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69" name="Line 930"/>
            <p:cNvSpPr>
              <a:spLocks noChangeShapeType="1"/>
            </p:cNvSpPr>
            <p:nvPr userDrawn="1"/>
          </p:nvSpPr>
          <p:spPr bwMode="gray">
            <a:xfrm flipH="1">
              <a:off x="5404" y="3217"/>
              <a:ext cx="7" cy="24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0" name="Line 931"/>
            <p:cNvSpPr>
              <a:spLocks noChangeShapeType="1"/>
            </p:cNvSpPr>
            <p:nvPr userDrawn="1"/>
          </p:nvSpPr>
          <p:spPr bwMode="gray">
            <a:xfrm flipV="1">
              <a:off x="4938" y="2878"/>
              <a:ext cx="2" cy="23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1" name="Freeform 932"/>
            <p:cNvSpPr>
              <a:spLocks/>
            </p:cNvSpPr>
            <p:nvPr userDrawn="1"/>
          </p:nvSpPr>
          <p:spPr bwMode="gray">
            <a:xfrm>
              <a:off x="5031" y="3567"/>
              <a:ext cx="9" cy="19"/>
            </a:xfrm>
            <a:custGeom>
              <a:avLst/>
              <a:gdLst>
                <a:gd name="T0" fmla="*/ 9 w 9"/>
                <a:gd name="T1" fmla="*/ 0 h 19"/>
                <a:gd name="T2" fmla="*/ 5 w 9"/>
                <a:gd name="T3" fmla="*/ 4 h 19"/>
                <a:gd name="T4" fmla="*/ 4 w 9"/>
                <a:gd name="T5" fmla="*/ 9 h 19"/>
                <a:gd name="T6" fmla="*/ 2 w 9"/>
                <a:gd name="T7" fmla="*/ 12 h 19"/>
                <a:gd name="T8" fmla="*/ 0 w 9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9">
                  <a:moveTo>
                    <a:pt x="9" y="0"/>
                  </a:moveTo>
                  <a:lnTo>
                    <a:pt x="5" y="4"/>
                  </a:lnTo>
                  <a:lnTo>
                    <a:pt x="4" y="9"/>
                  </a:lnTo>
                  <a:lnTo>
                    <a:pt x="2" y="12"/>
                  </a:lnTo>
                  <a:lnTo>
                    <a:pt x="0" y="19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2" name="Line 933"/>
            <p:cNvSpPr>
              <a:spLocks noChangeShapeType="1"/>
            </p:cNvSpPr>
            <p:nvPr userDrawn="1"/>
          </p:nvSpPr>
          <p:spPr bwMode="gray">
            <a:xfrm>
              <a:off x="4931" y="3539"/>
              <a:ext cx="209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3" name="Line 934"/>
            <p:cNvSpPr>
              <a:spLocks noChangeShapeType="1"/>
            </p:cNvSpPr>
            <p:nvPr userDrawn="1"/>
          </p:nvSpPr>
          <p:spPr bwMode="gray">
            <a:xfrm>
              <a:off x="4937" y="3532"/>
              <a:ext cx="208" cy="7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4" name="Line 935"/>
            <p:cNvSpPr>
              <a:spLocks noChangeShapeType="1"/>
            </p:cNvSpPr>
            <p:nvPr userDrawn="1"/>
          </p:nvSpPr>
          <p:spPr bwMode="gray">
            <a:xfrm flipH="1" flipV="1">
              <a:off x="4928" y="3550"/>
              <a:ext cx="208" cy="7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5" name="Line 936"/>
            <p:cNvSpPr>
              <a:spLocks noChangeShapeType="1"/>
            </p:cNvSpPr>
            <p:nvPr userDrawn="1"/>
          </p:nvSpPr>
          <p:spPr bwMode="gray">
            <a:xfrm>
              <a:off x="4905" y="3786"/>
              <a:ext cx="187" cy="6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6" name="Line 937"/>
            <p:cNvSpPr>
              <a:spLocks noChangeShapeType="1"/>
            </p:cNvSpPr>
            <p:nvPr userDrawn="1"/>
          </p:nvSpPr>
          <p:spPr bwMode="gray">
            <a:xfrm flipH="1" flipV="1">
              <a:off x="4179" y="3352"/>
              <a:ext cx="116" cy="4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7" name="Line 938"/>
            <p:cNvSpPr>
              <a:spLocks noChangeShapeType="1"/>
            </p:cNvSpPr>
            <p:nvPr userDrawn="1"/>
          </p:nvSpPr>
          <p:spPr bwMode="gray">
            <a:xfrm flipV="1">
              <a:off x="4232" y="3411"/>
              <a:ext cx="63" cy="3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8" name="Line 939"/>
            <p:cNvSpPr>
              <a:spLocks noChangeShapeType="1"/>
            </p:cNvSpPr>
            <p:nvPr userDrawn="1"/>
          </p:nvSpPr>
          <p:spPr bwMode="gray">
            <a:xfrm flipH="1" flipV="1">
              <a:off x="4613" y="3508"/>
              <a:ext cx="203" cy="7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79" name="Line 940"/>
            <p:cNvSpPr>
              <a:spLocks noChangeShapeType="1"/>
            </p:cNvSpPr>
            <p:nvPr userDrawn="1"/>
          </p:nvSpPr>
          <p:spPr bwMode="gray">
            <a:xfrm flipV="1">
              <a:off x="4590" y="3483"/>
              <a:ext cx="163" cy="9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0" name="Line 941"/>
            <p:cNvSpPr>
              <a:spLocks noChangeShapeType="1"/>
            </p:cNvSpPr>
            <p:nvPr userDrawn="1"/>
          </p:nvSpPr>
          <p:spPr bwMode="gray">
            <a:xfrm flipV="1">
              <a:off x="4828" y="3597"/>
              <a:ext cx="1" cy="23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1" name="Line 942"/>
            <p:cNvSpPr>
              <a:spLocks noChangeShapeType="1"/>
            </p:cNvSpPr>
            <p:nvPr userDrawn="1"/>
          </p:nvSpPr>
          <p:spPr bwMode="gray">
            <a:xfrm flipV="1">
              <a:off x="4746" y="3665"/>
              <a:ext cx="161" cy="9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2" name="Line 943"/>
            <p:cNvSpPr>
              <a:spLocks noChangeShapeType="1"/>
            </p:cNvSpPr>
            <p:nvPr userDrawn="1"/>
          </p:nvSpPr>
          <p:spPr bwMode="gray">
            <a:xfrm>
              <a:off x="4681" y="3450"/>
              <a:ext cx="11" cy="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3" name="Line 944"/>
            <p:cNvSpPr>
              <a:spLocks noChangeShapeType="1"/>
            </p:cNvSpPr>
            <p:nvPr userDrawn="1"/>
          </p:nvSpPr>
          <p:spPr bwMode="gray">
            <a:xfrm flipV="1">
              <a:off x="4692" y="3453"/>
              <a:ext cx="1" cy="1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4" name="Line 945"/>
            <p:cNvSpPr>
              <a:spLocks noChangeShapeType="1"/>
            </p:cNvSpPr>
            <p:nvPr userDrawn="1"/>
          </p:nvSpPr>
          <p:spPr bwMode="gray">
            <a:xfrm flipH="1" flipV="1">
              <a:off x="4400" y="3513"/>
              <a:ext cx="4" cy="25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5" name="Line 946"/>
            <p:cNvSpPr>
              <a:spLocks noChangeShapeType="1"/>
            </p:cNvSpPr>
            <p:nvPr userDrawn="1"/>
          </p:nvSpPr>
          <p:spPr bwMode="gray">
            <a:xfrm>
              <a:off x="4090" y="3527"/>
              <a:ext cx="637" cy="23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6" name="Line 947"/>
            <p:cNvSpPr>
              <a:spLocks noChangeShapeType="1"/>
            </p:cNvSpPr>
            <p:nvPr userDrawn="1"/>
          </p:nvSpPr>
          <p:spPr bwMode="gray">
            <a:xfrm flipV="1">
              <a:off x="4512" y="3553"/>
              <a:ext cx="1" cy="1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7" name="Line 948"/>
            <p:cNvSpPr>
              <a:spLocks noChangeShapeType="1"/>
            </p:cNvSpPr>
            <p:nvPr userDrawn="1"/>
          </p:nvSpPr>
          <p:spPr bwMode="gray">
            <a:xfrm flipH="1" flipV="1">
              <a:off x="4499" y="3550"/>
              <a:ext cx="13" cy="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8" name="Line 949"/>
            <p:cNvSpPr>
              <a:spLocks noChangeShapeType="1"/>
            </p:cNvSpPr>
            <p:nvPr userDrawn="1"/>
          </p:nvSpPr>
          <p:spPr bwMode="gray">
            <a:xfrm flipH="1" flipV="1">
              <a:off x="4302" y="3478"/>
              <a:ext cx="197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89" name="Line 950"/>
            <p:cNvSpPr>
              <a:spLocks noChangeShapeType="1"/>
            </p:cNvSpPr>
            <p:nvPr userDrawn="1"/>
          </p:nvSpPr>
          <p:spPr bwMode="gray">
            <a:xfrm flipH="1" flipV="1">
              <a:off x="4291" y="3474"/>
              <a:ext cx="11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0" name="Line 951"/>
            <p:cNvSpPr>
              <a:spLocks noChangeShapeType="1"/>
            </p:cNvSpPr>
            <p:nvPr userDrawn="1"/>
          </p:nvSpPr>
          <p:spPr bwMode="gray">
            <a:xfrm flipV="1">
              <a:off x="4291" y="3474"/>
              <a:ext cx="1" cy="1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1" name="Line 952"/>
            <p:cNvSpPr>
              <a:spLocks noChangeShapeType="1"/>
            </p:cNvSpPr>
            <p:nvPr userDrawn="1"/>
          </p:nvSpPr>
          <p:spPr bwMode="gray">
            <a:xfrm>
              <a:off x="4295" y="3714"/>
              <a:ext cx="1" cy="1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2" name="Line 953"/>
            <p:cNvSpPr>
              <a:spLocks noChangeShapeType="1"/>
            </p:cNvSpPr>
            <p:nvPr userDrawn="1"/>
          </p:nvSpPr>
          <p:spPr bwMode="gray">
            <a:xfrm>
              <a:off x="4295" y="3728"/>
              <a:ext cx="13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3" name="Line 954"/>
            <p:cNvSpPr>
              <a:spLocks noChangeShapeType="1"/>
            </p:cNvSpPr>
            <p:nvPr userDrawn="1"/>
          </p:nvSpPr>
          <p:spPr bwMode="gray">
            <a:xfrm>
              <a:off x="4307" y="3732"/>
              <a:ext cx="195" cy="7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4" name="Line 955"/>
            <p:cNvSpPr>
              <a:spLocks noChangeShapeType="1"/>
            </p:cNvSpPr>
            <p:nvPr userDrawn="1"/>
          </p:nvSpPr>
          <p:spPr bwMode="gray">
            <a:xfrm>
              <a:off x="4503" y="3805"/>
              <a:ext cx="10" cy="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5" name="Line 956"/>
            <p:cNvSpPr>
              <a:spLocks noChangeShapeType="1"/>
            </p:cNvSpPr>
            <p:nvPr userDrawn="1"/>
          </p:nvSpPr>
          <p:spPr bwMode="gray">
            <a:xfrm>
              <a:off x="4513" y="3796"/>
              <a:ext cx="1" cy="1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6" name="Line 957"/>
            <p:cNvSpPr>
              <a:spLocks noChangeShapeType="1"/>
            </p:cNvSpPr>
            <p:nvPr userDrawn="1"/>
          </p:nvSpPr>
          <p:spPr bwMode="gray">
            <a:xfrm flipH="1" flipV="1">
              <a:off x="4604" y="3836"/>
              <a:ext cx="2" cy="15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7" name="Line 958"/>
            <p:cNvSpPr>
              <a:spLocks noChangeShapeType="1"/>
            </p:cNvSpPr>
            <p:nvPr userDrawn="1"/>
          </p:nvSpPr>
          <p:spPr bwMode="gray">
            <a:xfrm flipV="1">
              <a:off x="4524" y="3836"/>
              <a:ext cx="79" cy="4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8" name="Line 959"/>
            <p:cNvSpPr>
              <a:spLocks noChangeShapeType="1"/>
            </p:cNvSpPr>
            <p:nvPr userDrawn="1"/>
          </p:nvSpPr>
          <p:spPr bwMode="gray">
            <a:xfrm flipH="1" flipV="1">
              <a:off x="4601" y="3256"/>
              <a:ext cx="4" cy="23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899" name="Line 960"/>
            <p:cNvSpPr>
              <a:spLocks noChangeShapeType="1"/>
            </p:cNvSpPr>
            <p:nvPr userDrawn="1"/>
          </p:nvSpPr>
          <p:spPr bwMode="gray">
            <a:xfrm flipV="1">
              <a:off x="4520" y="3378"/>
              <a:ext cx="163" cy="89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0" name="Line 961"/>
            <p:cNvSpPr>
              <a:spLocks noChangeShapeType="1"/>
            </p:cNvSpPr>
            <p:nvPr userDrawn="1"/>
          </p:nvSpPr>
          <p:spPr bwMode="gray">
            <a:xfrm>
              <a:off x="4389" y="3172"/>
              <a:ext cx="200" cy="6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1" name="Line 962"/>
            <p:cNvSpPr>
              <a:spLocks noChangeShapeType="1"/>
            </p:cNvSpPr>
            <p:nvPr userDrawn="1"/>
          </p:nvSpPr>
          <p:spPr bwMode="gray">
            <a:xfrm flipH="1">
              <a:off x="4405" y="3163"/>
              <a:ext cx="166" cy="8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2" name="Line 963"/>
            <p:cNvSpPr>
              <a:spLocks noChangeShapeType="1"/>
            </p:cNvSpPr>
            <p:nvPr userDrawn="1"/>
          </p:nvSpPr>
          <p:spPr bwMode="gray">
            <a:xfrm>
              <a:off x="4307" y="3808"/>
              <a:ext cx="195" cy="7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3" name="Line 964"/>
            <p:cNvSpPr>
              <a:spLocks noChangeShapeType="1"/>
            </p:cNvSpPr>
            <p:nvPr userDrawn="1"/>
          </p:nvSpPr>
          <p:spPr bwMode="gray">
            <a:xfrm>
              <a:off x="4403" y="3768"/>
              <a:ext cx="4" cy="23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4" name="Line 965"/>
            <p:cNvSpPr>
              <a:spLocks noChangeShapeType="1"/>
            </p:cNvSpPr>
            <p:nvPr userDrawn="1"/>
          </p:nvSpPr>
          <p:spPr bwMode="gray">
            <a:xfrm>
              <a:off x="4300" y="3398"/>
              <a:ext cx="199" cy="7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5" name="Line 966"/>
            <p:cNvSpPr>
              <a:spLocks noChangeShapeType="1"/>
            </p:cNvSpPr>
            <p:nvPr userDrawn="1"/>
          </p:nvSpPr>
          <p:spPr bwMode="gray">
            <a:xfrm>
              <a:off x="4396" y="3266"/>
              <a:ext cx="4" cy="24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6" name="Line 967"/>
            <p:cNvSpPr>
              <a:spLocks noChangeShapeType="1"/>
            </p:cNvSpPr>
            <p:nvPr userDrawn="1"/>
          </p:nvSpPr>
          <p:spPr bwMode="gray">
            <a:xfrm flipV="1">
              <a:off x="5386" y="3111"/>
              <a:ext cx="30" cy="1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7" name="Line 968"/>
            <p:cNvSpPr>
              <a:spLocks noChangeShapeType="1"/>
            </p:cNvSpPr>
            <p:nvPr userDrawn="1"/>
          </p:nvSpPr>
          <p:spPr bwMode="gray">
            <a:xfrm flipV="1">
              <a:off x="5496" y="3212"/>
              <a:ext cx="4" cy="6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8" name="Line 969"/>
            <p:cNvSpPr>
              <a:spLocks noChangeShapeType="1"/>
            </p:cNvSpPr>
            <p:nvPr userDrawn="1"/>
          </p:nvSpPr>
          <p:spPr bwMode="gray">
            <a:xfrm flipV="1">
              <a:off x="5547" y="3280"/>
              <a:ext cx="18" cy="1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09" name="Line 970"/>
            <p:cNvSpPr>
              <a:spLocks noChangeShapeType="1"/>
            </p:cNvSpPr>
            <p:nvPr userDrawn="1"/>
          </p:nvSpPr>
          <p:spPr bwMode="gray">
            <a:xfrm>
              <a:off x="5346" y="3083"/>
              <a:ext cx="10" cy="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0" name="Line 971"/>
            <p:cNvSpPr>
              <a:spLocks noChangeShapeType="1"/>
            </p:cNvSpPr>
            <p:nvPr userDrawn="1"/>
          </p:nvSpPr>
          <p:spPr bwMode="gray">
            <a:xfrm flipV="1">
              <a:off x="5356" y="3086"/>
              <a:ext cx="1" cy="1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1" name="Line 972"/>
            <p:cNvSpPr>
              <a:spLocks noChangeShapeType="1"/>
            </p:cNvSpPr>
            <p:nvPr userDrawn="1"/>
          </p:nvSpPr>
          <p:spPr bwMode="gray">
            <a:xfrm flipV="1">
              <a:off x="5087" y="3168"/>
              <a:ext cx="4" cy="21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2" name="Line 973"/>
            <p:cNvSpPr>
              <a:spLocks noChangeShapeType="1"/>
            </p:cNvSpPr>
            <p:nvPr userDrawn="1"/>
          </p:nvSpPr>
          <p:spPr bwMode="gray">
            <a:xfrm>
              <a:off x="4982" y="3333"/>
              <a:ext cx="1" cy="1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3" name="Line 974"/>
            <p:cNvSpPr>
              <a:spLocks noChangeShapeType="1"/>
            </p:cNvSpPr>
            <p:nvPr userDrawn="1"/>
          </p:nvSpPr>
          <p:spPr bwMode="gray">
            <a:xfrm>
              <a:off x="4982" y="3345"/>
              <a:ext cx="13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4" name="Line 975"/>
            <p:cNvSpPr>
              <a:spLocks noChangeShapeType="1"/>
            </p:cNvSpPr>
            <p:nvPr userDrawn="1"/>
          </p:nvSpPr>
          <p:spPr bwMode="gray">
            <a:xfrm flipV="1">
              <a:off x="5279" y="2896"/>
              <a:ext cx="4" cy="199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5" name="Line 976"/>
            <p:cNvSpPr>
              <a:spLocks noChangeShapeType="1"/>
            </p:cNvSpPr>
            <p:nvPr userDrawn="1"/>
          </p:nvSpPr>
          <p:spPr bwMode="gray">
            <a:xfrm flipV="1">
              <a:off x="5257" y="3014"/>
              <a:ext cx="94" cy="5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6" name="Line 977"/>
            <p:cNvSpPr>
              <a:spLocks noChangeShapeType="1"/>
            </p:cNvSpPr>
            <p:nvPr userDrawn="1"/>
          </p:nvSpPr>
          <p:spPr bwMode="gray">
            <a:xfrm flipH="1">
              <a:off x="5232" y="2812"/>
              <a:ext cx="14" cy="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7" name="Line 978"/>
            <p:cNvSpPr>
              <a:spLocks noChangeShapeType="1"/>
            </p:cNvSpPr>
            <p:nvPr userDrawn="1"/>
          </p:nvSpPr>
          <p:spPr bwMode="gray">
            <a:xfrm>
              <a:off x="4991" y="3422"/>
              <a:ext cx="83" cy="2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8" name="Line 979"/>
            <p:cNvSpPr>
              <a:spLocks noChangeShapeType="1"/>
            </p:cNvSpPr>
            <p:nvPr userDrawn="1"/>
          </p:nvSpPr>
          <p:spPr bwMode="gray">
            <a:xfrm flipH="1" flipV="1">
              <a:off x="4993" y="3349"/>
              <a:ext cx="105" cy="3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19" name="Line 980"/>
            <p:cNvSpPr>
              <a:spLocks noChangeShapeType="1"/>
            </p:cNvSpPr>
            <p:nvPr userDrawn="1"/>
          </p:nvSpPr>
          <p:spPr bwMode="gray">
            <a:xfrm flipH="1">
              <a:off x="5482" y="3286"/>
              <a:ext cx="42" cy="2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0" name="Line 981"/>
            <p:cNvSpPr>
              <a:spLocks noChangeShapeType="1"/>
            </p:cNvSpPr>
            <p:nvPr userDrawn="1"/>
          </p:nvSpPr>
          <p:spPr bwMode="gray">
            <a:xfrm flipH="1" flipV="1">
              <a:off x="5481" y="3364"/>
              <a:ext cx="43" cy="1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1" name="Line 982"/>
            <p:cNvSpPr>
              <a:spLocks noChangeShapeType="1"/>
            </p:cNvSpPr>
            <p:nvPr userDrawn="1"/>
          </p:nvSpPr>
          <p:spPr bwMode="gray">
            <a:xfrm flipV="1">
              <a:off x="5091" y="3432"/>
              <a:ext cx="1" cy="1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2" name="Line 983"/>
            <p:cNvSpPr>
              <a:spLocks noChangeShapeType="1"/>
            </p:cNvSpPr>
            <p:nvPr userDrawn="1"/>
          </p:nvSpPr>
          <p:spPr bwMode="gray">
            <a:xfrm flipV="1">
              <a:off x="5091" y="3429"/>
              <a:ext cx="8" cy="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3" name="Line 984"/>
            <p:cNvSpPr>
              <a:spLocks noChangeShapeType="1"/>
            </p:cNvSpPr>
            <p:nvPr userDrawn="1"/>
          </p:nvSpPr>
          <p:spPr bwMode="gray">
            <a:xfrm>
              <a:off x="4928" y="3665"/>
              <a:ext cx="206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4" name="Line 985"/>
            <p:cNvSpPr>
              <a:spLocks noChangeShapeType="1"/>
            </p:cNvSpPr>
            <p:nvPr userDrawn="1"/>
          </p:nvSpPr>
          <p:spPr bwMode="gray">
            <a:xfrm flipV="1">
              <a:off x="5155" y="3446"/>
              <a:ext cx="478" cy="29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5" name="Line 986"/>
            <p:cNvSpPr>
              <a:spLocks noChangeShapeType="1"/>
            </p:cNvSpPr>
            <p:nvPr userDrawn="1"/>
          </p:nvSpPr>
          <p:spPr bwMode="gray">
            <a:xfrm flipV="1">
              <a:off x="5486" y="3413"/>
              <a:ext cx="1" cy="1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6" name="Line 987"/>
            <p:cNvSpPr>
              <a:spLocks noChangeShapeType="1"/>
            </p:cNvSpPr>
            <p:nvPr userDrawn="1"/>
          </p:nvSpPr>
          <p:spPr bwMode="gray">
            <a:xfrm flipH="1">
              <a:off x="5477" y="3413"/>
              <a:ext cx="9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7" name="Line 988"/>
            <p:cNvSpPr>
              <a:spLocks noChangeShapeType="1"/>
            </p:cNvSpPr>
            <p:nvPr userDrawn="1"/>
          </p:nvSpPr>
          <p:spPr bwMode="gray">
            <a:xfrm flipH="1">
              <a:off x="5328" y="3418"/>
              <a:ext cx="149" cy="9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8" name="Line 989"/>
            <p:cNvSpPr>
              <a:spLocks noChangeShapeType="1"/>
            </p:cNvSpPr>
            <p:nvPr userDrawn="1"/>
          </p:nvSpPr>
          <p:spPr bwMode="gray">
            <a:xfrm flipH="1">
              <a:off x="5320" y="3506"/>
              <a:ext cx="8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29" name="Line 990"/>
            <p:cNvSpPr>
              <a:spLocks noChangeShapeType="1"/>
            </p:cNvSpPr>
            <p:nvPr userDrawn="1"/>
          </p:nvSpPr>
          <p:spPr bwMode="gray">
            <a:xfrm flipV="1">
              <a:off x="5320" y="3511"/>
              <a:ext cx="1" cy="1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0" name="Line 991"/>
            <p:cNvSpPr>
              <a:spLocks noChangeShapeType="1"/>
            </p:cNvSpPr>
            <p:nvPr userDrawn="1"/>
          </p:nvSpPr>
          <p:spPr bwMode="gray">
            <a:xfrm>
              <a:off x="5314" y="3754"/>
              <a:ext cx="4" cy="1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1" name="Line 992"/>
            <p:cNvSpPr>
              <a:spLocks noChangeShapeType="1"/>
            </p:cNvSpPr>
            <p:nvPr userDrawn="1"/>
          </p:nvSpPr>
          <p:spPr bwMode="gray">
            <a:xfrm flipV="1">
              <a:off x="5314" y="3761"/>
              <a:ext cx="7" cy="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2" name="Line 993"/>
            <p:cNvSpPr>
              <a:spLocks noChangeShapeType="1"/>
            </p:cNvSpPr>
            <p:nvPr userDrawn="1"/>
          </p:nvSpPr>
          <p:spPr bwMode="gray">
            <a:xfrm flipV="1">
              <a:off x="5321" y="3669"/>
              <a:ext cx="149" cy="9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3" name="Line 994"/>
            <p:cNvSpPr>
              <a:spLocks noChangeShapeType="1"/>
            </p:cNvSpPr>
            <p:nvPr userDrawn="1"/>
          </p:nvSpPr>
          <p:spPr bwMode="gray">
            <a:xfrm flipV="1">
              <a:off x="5470" y="3665"/>
              <a:ext cx="9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4" name="Line 995"/>
            <p:cNvSpPr>
              <a:spLocks noChangeShapeType="1"/>
            </p:cNvSpPr>
            <p:nvPr userDrawn="1"/>
          </p:nvSpPr>
          <p:spPr bwMode="gray">
            <a:xfrm>
              <a:off x="5479" y="3651"/>
              <a:ext cx="4" cy="1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5" name="Line 996"/>
            <p:cNvSpPr>
              <a:spLocks noChangeShapeType="1"/>
            </p:cNvSpPr>
            <p:nvPr userDrawn="1"/>
          </p:nvSpPr>
          <p:spPr bwMode="gray">
            <a:xfrm flipH="1" flipV="1">
              <a:off x="5227" y="3814"/>
              <a:ext cx="74" cy="2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6" name="Line 997"/>
            <p:cNvSpPr>
              <a:spLocks noChangeShapeType="1"/>
            </p:cNvSpPr>
            <p:nvPr userDrawn="1"/>
          </p:nvSpPr>
          <p:spPr bwMode="gray">
            <a:xfrm flipV="1">
              <a:off x="5204" y="3226"/>
              <a:ext cx="4" cy="23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7" name="Line 998"/>
            <p:cNvSpPr>
              <a:spLocks noChangeShapeType="1"/>
            </p:cNvSpPr>
            <p:nvPr userDrawn="1"/>
          </p:nvSpPr>
          <p:spPr bwMode="gray">
            <a:xfrm flipH="1" flipV="1">
              <a:off x="5103" y="3357"/>
              <a:ext cx="208" cy="7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8" name="Line 999"/>
            <p:cNvSpPr>
              <a:spLocks noChangeShapeType="1"/>
            </p:cNvSpPr>
            <p:nvPr userDrawn="1"/>
          </p:nvSpPr>
          <p:spPr bwMode="gray">
            <a:xfrm flipV="1">
              <a:off x="5218" y="3125"/>
              <a:ext cx="152" cy="8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39" name="Line 1000"/>
            <p:cNvSpPr>
              <a:spLocks noChangeShapeType="1"/>
            </p:cNvSpPr>
            <p:nvPr userDrawn="1"/>
          </p:nvSpPr>
          <p:spPr bwMode="gray">
            <a:xfrm>
              <a:off x="5190" y="3133"/>
              <a:ext cx="208" cy="6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0" name="Line 1001"/>
            <p:cNvSpPr>
              <a:spLocks noChangeShapeType="1"/>
            </p:cNvSpPr>
            <p:nvPr userDrawn="1"/>
          </p:nvSpPr>
          <p:spPr bwMode="gray">
            <a:xfrm flipV="1">
              <a:off x="5320" y="3747"/>
              <a:ext cx="148" cy="9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1" name="Line 1002"/>
            <p:cNvSpPr>
              <a:spLocks noChangeShapeType="1"/>
            </p:cNvSpPr>
            <p:nvPr userDrawn="1"/>
          </p:nvSpPr>
          <p:spPr bwMode="gray">
            <a:xfrm flipH="1">
              <a:off x="5390" y="3714"/>
              <a:ext cx="7" cy="239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2" name="Line 1003"/>
            <p:cNvSpPr>
              <a:spLocks noChangeShapeType="1"/>
            </p:cNvSpPr>
            <p:nvPr userDrawn="1"/>
          </p:nvSpPr>
          <p:spPr bwMode="gray">
            <a:xfrm flipV="1">
              <a:off x="5330" y="3338"/>
              <a:ext cx="152" cy="8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3" name="Line 1004"/>
            <p:cNvSpPr>
              <a:spLocks noChangeShapeType="1"/>
            </p:cNvSpPr>
            <p:nvPr userDrawn="1"/>
          </p:nvSpPr>
          <p:spPr bwMode="gray">
            <a:xfrm flipH="1" flipV="1">
              <a:off x="4328" y="2939"/>
              <a:ext cx="5" cy="22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4" name="Line 1005"/>
            <p:cNvSpPr>
              <a:spLocks noChangeShapeType="1"/>
            </p:cNvSpPr>
            <p:nvPr userDrawn="1"/>
          </p:nvSpPr>
          <p:spPr bwMode="gray">
            <a:xfrm flipH="1" flipV="1">
              <a:off x="4239" y="3067"/>
              <a:ext cx="187" cy="6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5" name="Line 1006"/>
            <p:cNvSpPr>
              <a:spLocks noChangeShapeType="1"/>
            </p:cNvSpPr>
            <p:nvPr userDrawn="1"/>
          </p:nvSpPr>
          <p:spPr bwMode="gray">
            <a:xfrm flipV="1">
              <a:off x="4230" y="3140"/>
              <a:ext cx="1" cy="1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6" name="Line 1007"/>
            <p:cNvSpPr>
              <a:spLocks noChangeShapeType="1"/>
            </p:cNvSpPr>
            <p:nvPr userDrawn="1"/>
          </p:nvSpPr>
          <p:spPr bwMode="gray">
            <a:xfrm flipH="1">
              <a:off x="4230" y="3135"/>
              <a:ext cx="9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7" name="Line 1008"/>
            <p:cNvSpPr>
              <a:spLocks noChangeShapeType="1"/>
            </p:cNvSpPr>
            <p:nvPr userDrawn="1"/>
          </p:nvSpPr>
          <p:spPr bwMode="gray">
            <a:xfrm flipV="1">
              <a:off x="4337" y="2873"/>
              <a:ext cx="101" cy="4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8" name="Line 1009"/>
            <p:cNvSpPr>
              <a:spLocks noChangeShapeType="1"/>
            </p:cNvSpPr>
            <p:nvPr userDrawn="1"/>
          </p:nvSpPr>
          <p:spPr bwMode="gray">
            <a:xfrm>
              <a:off x="4323" y="2854"/>
              <a:ext cx="117" cy="3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49" name="Line 1010"/>
            <p:cNvSpPr>
              <a:spLocks noChangeShapeType="1"/>
            </p:cNvSpPr>
            <p:nvPr userDrawn="1"/>
          </p:nvSpPr>
          <p:spPr bwMode="gray">
            <a:xfrm>
              <a:off x="4874" y="3975"/>
              <a:ext cx="195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0" name="Line 1011"/>
            <p:cNvSpPr>
              <a:spLocks noChangeShapeType="1"/>
            </p:cNvSpPr>
            <p:nvPr userDrawn="1"/>
          </p:nvSpPr>
          <p:spPr bwMode="gray">
            <a:xfrm flipV="1">
              <a:off x="4930" y="3887"/>
              <a:ext cx="1" cy="21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1" name="Line 1012"/>
            <p:cNvSpPr>
              <a:spLocks noChangeShapeType="1"/>
            </p:cNvSpPr>
            <p:nvPr userDrawn="1"/>
          </p:nvSpPr>
          <p:spPr bwMode="gray">
            <a:xfrm>
              <a:off x="4853" y="3847"/>
              <a:ext cx="13" cy="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2" name="Line 1013"/>
            <p:cNvSpPr>
              <a:spLocks noChangeShapeType="1"/>
            </p:cNvSpPr>
            <p:nvPr userDrawn="1"/>
          </p:nvSpPr>
          <p:spPr bwMode="gray">
            <a:xfrm flipH="1">
              <a:off x="4865" y="3845"/>
              <a:ext cx="7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3" name="Line 1014"/>
            <p:cNvSpPr>
              <a:spLocks noChangeShapeType="1"/>
            </p:cNvSpPr>
            <p:nvPr userDrawn="1"/>
          </p:nvSpPr>
          <p:spPr bwMode="gray">
            <a:xfrm flipV="1">
              <a:off x="5091" y="3973"/>
              <a:ext cx="117" cy="7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4" name="Line 1015"/>
            <p:cNvSpPr>
              <a:spLocks noChangeShapeType="1"/>
            </p:cNvSpPr>
            <p:nvPr userDrawn="1"/>
          </p:nvSpPr>
          <p:spPr bwMode="gray">
            <a:xfrm flipH="1">
              <a:off x="5162" y="3955"/>
              <a:ext cx="2" cy="15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5" name="Line 1016"/>
            <p:cNvSpPr>
              <a:spLocks noChangeShapeType="1"/>
            </p:cNvSpPr>
            <p:nvPr userDrawn="1"/>
          </p:nvSpPr>
          <p:spPr bwMode="gray">
            <a:xfrm flipH="1">
              <a:off x="4863" y="4085"/>
              <a:ext cx="9" cy="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6" name="Line 1017"/>
            <p:cNvSpPr>
              <a:spLocks noChangeShapeType="1"/>
            </p:cNvSpPr>
            <p:nvPr userDrawn="1"/>
          </p:nvSpPr>
          <p:spPr bwMode="gray">
            <a:xfrm flipH="1" flipV="1">
              <a:off x="4853" y="4085"/>
              <a:ext cx="13" cy="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7" name="Line 1018"/>
            <p:cNvSpPr>
              <a:spLocks noChangeShapeType="1"/>
            </p:cNvSpPr>
            <p:nvPr userDrawn="1"/>
          </p:nvSpPr>
          <p:spPr bwMode="gray">
            <a:xfrm flipH="1">
              <a:off x="4702" y="3976"/>
              <a:ext cx="152" cy="9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8" name="Line 1019"/>
            <p:cNvSpPr>
              <a:spLocks noChangeShapeType="1"/>
            </p:cNvSpPr>
            <p:nvPr userDrawn="1"/>
          </p:nvSpPr>
          <p:spPr bwMode="gray">
            <a:xfrm flipV="1">
              <a:off x="4811" y="3894"/>
              <a:ext cx="1" cy="21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59" name="Line 1020"/>
            <p:cNvSpPr>
              <a:spLocks noChangeShapeType="1"/>
            </p:cNvSpPr>
            <p:nvPr userDrawn="1"/>
          </p:nvSpPr>
          <p:spPr bwMode="gray">
            <a:xfrm>
              <a:off x="4564" y="4025"/>
              <a:ext cx="119" cy="4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0" name="Line 1021"/>
            <p:cNvSpPr>
              <a:spLocks noChangeShapeType="1"/>
            </p:cNvSpPr>
            <p:nvPr userDrawn="1"/>
          </p:nvSpPr>
          <p:spPr bwMode="gray">
            <a:xfrm>
              <a:off x="4585" y="4011"/>
              <a:ext cx="2" cy="13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1" name="Line 1022"/>
            <p:cNvSpPr>
              <a:spLocks noChangeShapeType="1"/>
            </p:cNvSpPr>
            <p:nvPr userDrawn="1"/>
          </p:nvSpPr>
          <p:spPr bwMode="gray">
            <a:xfrm flipH="1">
              <a:off x="4701" y="2978"/>
              <a:ext cx="159" cy="8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2" name="Line 1023"/>
            <p:cNvSpPr>
              <a:spLocks noChangeShapeType="1"/>
            </p:cNvSpPr>
            <p:nvPr userDrawn="1"/>
          </p:nvSpPr>
          <p:spPr bwMode="gray">
            <a:xfrm flipV="1">
              <a:off x="4813" y="2883"/>
              <a:ext cx="1" cy="23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3" name="Line 1024"/>
            <p:cNvSpPr>
              <a:spLocks noChangeShapeType="1"/>
            </p:cNvSpPr>
            <p:nvPr userDrawn="1"/>
          </p:nvSpPr>
          <p:spPr bwMode="gray">
            <a:xfrm flipV="1">
              <a:off x="5094" y="2742"/>
              <a:ext cx="1" cy="3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4" name="Line 1025"/>
            <p:cNvSpPr>
              <a:spLocks noChangeShapeType="1"/>
            </p:cNvSpPr>
            <p:nvPr userDrawn="1"/>
          </p:nvSpPr>
          <p:spPr bwMode="gray">
            <a:xfrm>
              <a:off x="4734" y="2731"/>
              <a:ext cx="222" cy="6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5" name="Line 1026"/>
            <p:cNvSpPr>
              <a:spLocks noChangeShapeType="1"/>
            </p:cNvSpPr>
            <p:nvPr userDrawn="1"/>
          </p:nvSpPr>
          <p:spPr bwMode="gray">
            <a:xfrm flipH="1">
              <a:off x="4587" y="2644"/>
              <a:ext cx="502" cy="24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6" name="Line 1027"/>
            <p:cNvSpPr>
              <a:spLocks noChangeShapeType="1"/>
            </p:cNvSpPr>
            <p:nvPr userDrawn="1"/>
          </p:nvSpPr>
          <p:spPr bwMode="gray">
            <a:xfrm>
              <a:off x="4858" y="2840"/>
              <a:ext cx="10" cy="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7" name="Line 1028"/>
            <p:cNvSpPr>
              <a:spLocks noChangeShapeType="1"/>
            </p:cNvSpPr>
            <p:nvPr userDrawn="1"/>
          </p:nvSpPr>
          <p:spPr bwMode="gray">
            <a:xfrm flipV="1">
              <a:off x="4868" y="2838"/>
              <a:ext cx="9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8" name="Line 1029"/>
            <p:cNvSpPr>
              <a:spLocks noChangeShapeType="1"/>
            </p:cNvSpPr>
            <p:nvPr userDrawn="1"/>
          </p:nvSpPr>
          <p:spPr bwMode="gray">
            <a:xfrm flipV="1">
              <a:off x="4877" y="2759"/>
              <a:ext cx="156" cy="79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69" name="Line 1030"/>
            <p:cNvSpPr>
              <a:spLocks noChangeShapeType="1"/>
            </p:cNvSpPr>
            <p:nvPr userDrawn="1"/>
          </p:nvSpPr>
          <p:spPr bwMode="gray">
            <a:xfrm flipV="1">
              <a:off x="5033" y="2756"/>
              <a:ext cx="9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0" name="Line 1031"/>
            <p:cNvSpPr>
              <a:spLocks noChangeShapeType="1"/>
            </p:cNvSpPr>
            <p:nvPr userDrawn="1"/>
          </p:nvSpPr>
          <p:spPr bwMode="gray">
            <a:xfrm>
              <a:off x="5029" y="2752"/>
              <a:ext cx="13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1" name="Line 1032"/>
            <p:cNvSpPr>
              <a:spLocks noChangeShapeType="1"/>
            </p:cNvSpPr>
            <p:nvPr userDrawn="1"/>
          </p:nvSpPr>
          <p:spPr bwMode="gray">
            <a:xfrm flipH="1" flipV="1">
              <a:off x="4821" y="2689"/>
              <a:ext cx="11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2" name="Line 1033"/>
            <p:cNvSpPr>
              <a:spLocks noChangeShapeType="1"/>
            </p:cNvSpPr>
            <p:nvPr userDrawn="1"/>
          </p:nvSpPr>
          <p:spPr bwMode="gray">
            <a:xfrm flipH="1">
              <a:off x="4813" y="2689"/>
              <a:ext cx="8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3" name="Line 1034"/>
            <p:cNvSpPr>
              <a:spLocks noChangeShapeType="1"/>
            </p:cNvSpPr>
            <p:nvPr userDrawn="1"/>
          </p:nvSpPr>
          <p:spPr bwMode="gray">
            <a:xfrm flipH="1">
              <a:off x="4655" y="2693"/>
              <a:ext cx="158" cy="7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4" name="Line 1035"/>
            <p:cNvSpPr>
              <a:spLocks noChangeShapeType="1"/>
            </p:cNvSpPr>
            <p:nvPr userDrawn="1"/>
          </p:nvSpPr>
          <p:spPr bwMode="gray">
            <a:xfrm flipH="1">
              <a:off x="4646" y="2770"/>
              <a:ext cx="9" cy="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5" name="Line 1036"/>
            <p:cNvSpPr>
              <a:spLocks noChangeShapeType="1"/>
            </p:cNvSpPr>
            <p:nvPr userDrawn="1"/>
          </p:nvSpPr>
          <p:spPr bwMode="gray">
            <a:xfrm flipH="1" flipV="1">
              <a:off x="4646" y="2773"/>
              <a:ext cx="11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6" name="Line 1037"/>
            <p:cNvSpPr>
              <a:spLocks noChangeShapeType="1"/>
            </p:cNvSpPr>
            <p:nvPr userDrawn="1"/>
          </p:nvSpPr>
          <p:spPr bwMode="gray">
            <a:xfrm>
              <a:off x="4480" y="2995"/>
              <a:ext cx="200" cy="6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7" name="Line 1038"/>
            <p:cNvSpPr>
              <a:spLocks noChangeShapeType="1"/>
            </p:cNvSpPr>
            <p:nvPr userDrawn="1"/>
          </p:nvSpPr>
          <p:spPr bwMode="gray">
            <a:xfrm>
              <a:off x="4578" y="2910"/>
              <a:ext cx="2" cy="23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8" name="Line 1039"/>
            <p:cNvSpPr>
              <a:spLocks noChangeShapeType="1"/>
            </p:cNvSpPr>
            <p:nvPr userDrawn="1"/>
          </p:nvSpPr>
          <p:spPr bwMode="gray">
            <a:xfrm flipH="1">
              <a:off x="4868" y="3098"/>
              <a:ext cx="9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79" name="Line 1040"/>
            <p:cNvSpPr>
              <a:spLocks noChangeShapeType="1"/>
            </p:cNvSpPr>
            <p:nvPr userDrawn="1"/>
          </p:nvSpPr>
          <p:spPr bwMode="gray">
            <a:xfrm>
              <a:off x="4856" y="3098"/>
              <a:ext cx="12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0" name="Line 1041"/>
            <p:cNvSpPr>
              <a:spLocks noChangeShapeType="1"/>
            </p:cNvSpPr>
            <p:nvPr userDrawn="1"/>
          </p:nvSpPr>
          <p:spPr bwMode="gray">
            <a:xfrm>
              <a:off x="4442" y="2838"/>
              <a:ext cx="50" cy="1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1" name="Line 1042"/>
            <p:cNvSpPr>
              <a:spLocks noChangeShapeType="1"/>
            </p:cNvSpPr>
            <p:nvPr userDrawn="1"/>
          </p:nvSpPr>
          <p:spPr bwMode="gray">
            <a:xfrm flipH="1" flipV="1">
              <a:off x="4578" y="2764"/>
              <a:ext cx="2" cy="49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2" name="Line 1043"/>
            <p:cNvSpPr>
              <a:spLocks noChangeShapeType="1"/>
            </p:cNvSpPr>
            <p:nvPr userDrawn="1"/>
          </p:nvSpPr>
          <p:spPr bwMode="gray">
            <a:xfrm>
              <a:off x="4879" y="2976"/>
              <a:ext cx="205" cy="6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3" name="Line 1044"/>
            <p:cNvSpPr>
              <a:spLocks noChangeShapeType="1"/>
            </p:cNvSpPr>
            <p:nvPr userDrawn="1"/>
          </p:nvSpPr>
          <p:spPr bwMode="gray">
            <a:xfrm flipV="1">
              <a:off x="4949" y="2782"/>
              <a:ext cx="154" cy="79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4" name="Line 1045"/>
            <p:cNvSpPr>
              <a:spLocks noChangeShapeType="1"/>
            </p:cNvSpPr>
            <p:nvPr userDrawn="1"/>
          </p:nvSpPr>
          <p:spPr bwMode="gray">
            <a:xfrm>
              <a:off x="4956" y="2799"/>
              <a:ext cx="217" cy="6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5" name="Line 1046"/>
            <p:cNvSpPr>
              <a:spLocks noChangeShapeType="1"/>
            </p:cNvSpPr>
            <p:nvPr userDrawn="1"/>
          </p:nvSpPr>
          <p:spPr bwMode="gray">
            <a:xfrm flipV="1">
              <a:off x="4587" y="2673"/>
              <a:ext cx="157" cy="7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6" name="Line 1047"/>
            <p:cNvSpPr>
              <a:spLocks noChangeShapeType="1"/>
            </p:cNvSpPr>
            <p:nvPr userDrawn="1"/>
          </p:nvSpPr>
          <p:spPr bwMode="gray">
            <a:xfrm>
              <a:off x="4529" y="2668"/>
              <a:ext cx="205" cy="6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7" name="Line 1048"/>
            <p:cNvSpPr>
              <a:spLocks noChangeShapeType="1"/>
            </p:cNvSpPr>
            <p:nvPr userDrawn="1"/>
          </p:nvSpPr>
          <p:spPr bwMode="gray">
            <a:xfrm flipV="1">
              <a:off x="5105" y="2959"/>
              <a:ext cx="152" cy="8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8" name="Line 1049"/>
            <p:cNvSpPr>
              <a:spLocks noChangeShapeType="1"/>
            </p:cNvSpPr>
            <p:nvPr userDrawn="1"/>
          </p:nvSpPr>
          <p:spPr bwMode="gray">
            <a:xfrm flipH="1">
              <a:off x="5180" y="2882"/>
              <a:ext cx="3" cy="23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89" name="Line 1050"/>
            <p:cNvSpPr>
              <a:spLocks noChangeShapeType="1"/>
            </p:cNvSpPr>
            <p:nvPr userDrawn="1"/>
          </p:nvSpPr>
          <p:spPr bwMode="gray">
            <a:xfrm flipH="1">
              <a:off x="4164" y="3179"/>
              <a:ext cx="161" cy="8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0" name="Line 1051"/>
            <p:cNvSpPr>
              <a:spLocks noChangeShapeType="1"/>
            </p:cNvSpPr>
            <p:nvPr userDrawn="1"/>
          </p:nvSpPr>
          <p:spPr bwMode="gray">
            <a:xfrm flipH="1" flipV="1">
              <a:off x="4185" y="3170"/>
              <a:ext cx="117" cy="4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1" name="Line 1052"/>
            <p:cNvSpPr>
              <a:spLocks noChangeShapeType="1"/>
            </p:cNvSpPr>
            <p:nvPr userDrawn="1"/>
          </p:nvSpPr>
          <p:spPr bwMode="gray">
            <a:xfrm flipH="1" flipV="1">
              <a:off x="4155" y="3277"/>
              <a:ext cx="2" cy="8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2" name="Line 1053"/>
            <p:cNvSpPr>
              <a:spLocks noChangeShapeType="1"/>
            </p:cNvSpPr>
            <p:nvPr userDrawn="1"/>
          </p:nvSpPr>
          <p:spPr bwMode="gray">
            <a:xfrm>
              <a:off x="4066" y="3356"/>
              <a:ext cx="59" cy="2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3" name="Line 1054"/>
            <p:cNvSpPr>
              <a:spLocks noChangeShapeType="1"/>
            </p:cNvSpPr>
            <p:nvPr userDrawn="1"/>
          </p:nvSpPr>
          <p:spPr bwMode="gray">
            <a:xfrm flipV="1">
              <a:off x="4680" y="3160"/>
              <a:ext cx="85" cy="4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4" name="Freeform 1055"/>
            <p:cNvSpPr>
              <a:spLocks/>
            </p:cNvSpPr>
            <p:nvPr userDrawn="1"/>
          </p:nvSpPr>
          <p:spPr bwMode="gray">
            <a:xfrm>
              <a:off x="5369" y="3123"/>
              <a:ext cx="8" cy="10"/>
            </a:xfrm>
            <a:custGeom>
              <a:avLst/>
              <a:gdLst>
                <a:gd name="T0" fmla="*/ 8 w 8"/>
                <a:gd name="T1" fmla="*/ 10 h 10"/>
                <a:gd name="T2" fmla="*/ 8 w 8"/>
                <a:gd name="T3" fmla="*/ 5 h 10"/>
                <a:gd name="T4" fmla="*/ 7 w 8"/>
                <a:gd name="T5" fmla="*/ 2 h 10"/>
                <a:gd name="T6" fmla="*/ 5 w 8"/>
                <a:gd name="T7" fmla="*/ 0 h 10"/>
                <a:gd name="T8" fmla="*/ 1 w 8"/>
                <a:gd name="T9" fmla="*/ 0 h 10"/>
                <a:gd name="T10" fmla="*/ 0 w 8"/>
                <a:gd name="T11" fmla="*/ 2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0">
                  <a:moveTo>
                    <a:pt x="8" y="10"/>
                  </a:moveTo>
                  <a:lnTo>
                    <a:pt x="8" y="5"/>
                  </a:lnTo>
                  <a:lnTo>
                    <a:pt x="7" y="2"/>
                  </a:lnTo>
                  <a:lnTo>
                    <a:pt x="5" y="0"/>
                  </a:lnTo>
                  <a:lnTo>
                    <a:pt x="1" y="0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5" name="Line 1056"/>
            <p:cNvSpPr>
              <a:spLocks noChangeShapeType="1"/>
            </p:cNvSpPr>
            <p:nvPr userDrawn="1"/>
          </p:nvSpPr>
          <p:spPr bwMode="gray">
            <a:xfrm>
              <a:off x="5272" y="3091"/>
              <a:ext cx="204" cy="6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6" name="Line 1057"/>
            <p:cNvSpPr>
              <a:spLocks noChangeShapeType="1"/>
            </p:cNvSpPr>
            <p:nvPr userDrawn="1"/>
          </p:nvSpPr>
          <p:spPr bwMode="gray">
            <a:xfrm>
              <a:off x="5274" y="3100"/>
              <a:ext cx="207" cy="6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7" name="Freeform 1058"/>
            <p:cNvSpPr>
              <a:spLocks/>
            </p:cNvSpPr>
            <p:nvPr userDrawn="1"/>
          </p:nvSpPr>
          <p:spPr bwMode="gray">
            <a:xfrm>
              <a:off x="5474" y="3156"/>
              <a:ext cx="7" cy="9"/>
            </a:xfrm>
            <a:custGeom>
              <a:avLst/>
              <a:gdLst>
                <a:gd name="T0" fmla="*/ 7 w 7"/>
                <a:gd name="T1" fmla="*/ 9 h 9"/>
                <a:gd name="T2" fmla="*/ 7 w 7"/>
                <a:gd name="T3" fmla="*/ 7 h 9"/>
                <a:gd name="T4" fmla="*/ 7 w 7"/>
                <a:gd name="T5" fmla="*/ 4 h 9"/>
                <a:gd name="T6" fmla="*/ 7 w 7"/>
                <a:gd name="T7" fmla="*/ 2 h 9"/>
                <a:gd name="T8" fmla="*/ 5 w 7"/>
                <a:gd name="T9" fmla="*/ 0 h 9"/>
                <a:gd name="T10" fmla="*/ 3 w 7"/>
                <a:gd name="T11" fmla="*/ 0 h 9"/>
                <a:gd name="T12" fmla="*/ 0 w 7"/>
                <a:gd name="T13" fmla="*/ 2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9">
                  <a:moveTo>
                    <a:pt x="7" y="9"/>
                  </a:moveTo>
                  <a:lnTo>
                    <a:pt x="7" y="7"/>
                  </a:lnTo>
                  <a:lnTo>
                    <a:pt x="7" y="4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8" name="Line 1059"/>
            <p:cNvSpPr>
              <a:spLocks noChangeShapeType="1"/>
            </p:cNvSpPr>
            <p:nvPr userDrawn="1"/>
          </p:nvSpPr>
          <p:spPr bwMode="gray">
            <a:xfrm flipH="1" flipV="1">
              <a:off x="5265" y="3091"/>
              <a:ext cx="209" cy="6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999" name="Freeform 1060"/>
            <p:cNvSpPr>
              <a:spLocks/>
            </p:cNvSpPr>
            <p:nvPr userDrawn="1"/>
          </p:nvSpPr>
          <p:spPr bwMode="gray">
            <a:xfrm>
              <a:off x="5265" y="3090"/>
              <a:ext cx="9" cy="10"/>
            </a:xfrm>
            <a:custGeom>
              <a:avLst/>
              <a:gdLst>
                <a:gd name="T0" fmla="*/ 9 w 9"/>
                <a:gd name="T1" fmla="*/ 10 h 10"/>
                <a:gd name="T2" fmla="*/ 9 w 9"/>
                <a:gd name="T3" fmla="*/ 7 h 10"/>
                <a:gd name="T4" fmla="*/ 7 w 9"/>
                <a:gd name="T5" fmla="*/ 3 h 10"/>
                <a:gd name="T6" fmla="*/ 7 w 9"/>
                <a:gd name="T7" fmla="*/ 1 h 10"/>
                <a:gd name="T8" fmla="*/ 4 w 9"/>
                <a:gd name="T9" fmla="*/ 0 h 10"/>
                <a:gd name="T10" fmla="*/ 0 w 9"/>
                <a:gd name="T11" fmla="*/ 1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10">
                  <a:moveTo>
                    <a:pt x="9" y="10"/>
                  </a:moveTo>
                  <a:lnTo>
                    <a:pt x="9" y="7"/>
                  </a:lnTo>
                  <a:lnTo>
                    <a:pt x="7" y="3"/>
                  </a:lnTo>
                  <a:lnTo>
                    <a:pt x="7" y="1"/>
                  </a:lnTo>
                  <a:lnTo>
                    <a:pt x="4" y="0"/>
                  </a:lnTo>
                  <a:lnTo>
                    <a:pt x="0" y="1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0" name="Freeform 1061"/>
            <p:cNvSpPr>
              <a:spLocks/>
            </p:cNvSpPr>
            <p:nvPr userDrawn="1"/>
          </p:nvSpPr>
          <p:spPr bwMode="gray">
            <a:xfrm>
              <a:off x="4092" y="3630"/>
              <a:ext cx="10" cy="16"/>
            </a:xfrm>
            <a:custGeom>
              <a:avLst/>
              <a:gdLst>
                <a:gd name="T0" fmla="*/ 10 w 10"/>
                <a:gd name="T1" fmla="*/ 16 h 16"/>
                <a:gd name="T2" fmla="*/ 7 w 10"/>
                <a:gd name="T3" fmla="*/ 14 h 16"/>
                <a:gd name="T4" fmla="*/ 3 w 10"/>
                <a:gd name="T5" fmla="*/ 9 h 16"/>
                <a:gd name="T6" fmla="*/ 2 w 10"/>
                <a:gd name="T7" fmla="*/ 5 h 16"/>
                <a:gd name="T8" fmla="*/ 0 w 10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6">
                  <a:moveTo>
                    <a:pt x="10" y="16"/>
                  </a:moveTo>
                  <a:lnTo>
                    <a:pt x="7" y="14"/>
                  </a:lnTo>
                  <a:lnTo>
                    <a:pt x="3" y="9"/>
                  </a:lnTo>
                  <a:lnTo>
                    <a:pt x="2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1" name="Freeform 1062"/>
            <p:cNvSpPr>
              <a:spLocks/>
            </p:cNvSpPr>
            <p:nvPr userDrawn="1"/>
          </p:nvSpPr>
          <p:spPr bwMode="gray">
            <a:xfrm>
              <a:off x="4213" y="3684"/>
              <a:ext cx="10" cy="9"/>
            </a:xfrm>
            <a:custGeom>
              <a:avLst/>
              <a:gdLst>
                <a:gd name="T0" fmla="*/ 10 w 10"/>
                <a:gd name="T1" fmla="*/ 7 h 9"/>
                <a:gd name="T2" fmla="*/ 7 w 10"/>
                <a:gd name="T3" fmla="*/ 9 h 9"/>
                <a:gd name="T4" fmla="*/ 3 w 10"/>
                <a:gd name="T5" fmla="*/ 7 h 9"/>
                <a:gd name="T6" fmla="*/ 1 w 10"/>
                <a:gd name="T7" fmla="*/ 4 h 9"/>
                <a:gd name="T8" fmla="*/ 0 w 10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10" y="7"/>
                  </a:moveTo>
                  <a:lnTo>
                    <a:pt x="7" y="9"/>
                  </a:lnTo>
                  <a:lnTo>
                    <a:pt x="3" y="7"/>
                  </a:lnTo>
                  <a:lnTo>
                    <a:pt x="1" y="4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2" name="Line 1063"/>
            <p:cNvSpPr>
              <a:spLocks noChangeShapeType="1"/>
            </p:cNvSpPr>
            <p:nvPr userDrawn="1"/>
          </p:nvSpPr>
          <p:spPr bwMode="gray">
            <a:xfrm>
              <a:off x="4097" y="3646"/>
              <a:ext cx="196" cy="7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3" name="Line 1064"/>
            <p:cNvSpPr>
              <a:spLocks noChangeShapeType="1"/>
            </p:cNvSpPr>
            <p:nvPr userDrawn="1"/>
          </p:nvSpPr>
          <p:spPr bwMode="gray">
            <a:xfrm>
              <a:off x="4102" y="3646"/>
              <a:ext cx="193" cy="7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4" name="Freeform 1065"/>
            <p:cNvSpPr>
              <a:spLocks/>
            </p:cNvSpPr>
            <p:nvPr userDrawn="1"/>
          </p:nvSpPr>
          <p:spPr bwMode="gray">
            <a:xfrm>
              <a:off x="4293" y="3714"/>
              <a:ext cx="2" cy="5"/>
            </a:xfrm>
            <a:custGeom>
              <a:avLst/>
              <a:gdLst>
                <a:gd name="T0" fmla="*/ 2 w 2"/>
                <a:gd name="T1" fmla="*/ 4 h 5"/>
                <a:gd name="T2" fmla="*/ 0 w 2"/>
                <a:gd name="T3" fmla="*/ 5 h 5"/>
                <a:gd name="T4" fmla="*/ 0 w 2"/>
                <a:gd name="T5" fmla="*/ 5 h 5"/>
                <a:gd name="T6" fmla="*/ 0 w 2"/>
                <a:gd name="T7" fmla="*/ 5 h 5"/>
                <a:gd name="T8" fmla="*/ 0 w 2"/>
                <a:gd name="T9" fmla="*/ 5 h 5"/>
                <a:gd name="T10" fmla="*/ 0 w 2"/>
                <a:gd name="T11" fmla="*/ 5 h 5"/>
                <a:gd name="T12" fmla="*/ 2 w 2"/>
                <a:gd name="T13" fmla="*/ 2 h 5"/>
                <a:gd name="T14" fmla="*/ 2 w 2"/>
                <a:gd name="T15" fmla="*/ 0 h 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" h="5">
                  <a:moveTo>
                    <a:pt x="2" y="4"/>
                  </a:moveTo>
                  <a:lnTo>
                    <a:pt x="0" y="5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5" name="Line 1066"/>
            <p:cNvSpPr>
              <a:spLocks noChangeShapeType="1"/>
            </p:cNvSpPr>
            <p:nvPr userDrawn="1"/>
          </p:nvSpPr>
          <p:spPr bwMode="gray">
            <a:xfrm flipH="1" flipV="1">
              <a:off x="4094" y="3639"/>
              <a:ext cx="201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6" name="Freeform 1067"/>
            <p:cNvSpPr>
              <a:spLocks/>
            </p:cNvSpPr>
            <p:nvPr userDrawn="1"/>
          </p:nvSpPr>
          <p:spPr bwMode="gray">
            <a:xfrm>
              <a:off x="4094" y="3639"/>
              <a:ext cx="8" cy="9"/>
            </a:xfrm>
            <a:custGeom>
              <a:avLst/>
              <a:gdLst>
                <a:gd name="T0" fmla="*/ 0 w 8"/>
                <a:gd name="T1" fmla="*/ 0 h 9"/>
                <a:gd name="T2" fmla="*/ 0 w 8"/>
                <a:gd name="T3" fmla="*/ 3 h 9"/>
                <a:gd name="T4" fmla="*/ 1 w 8"/>
                <a:gd name="T5" fmla="*/ 7 h 9"/>
                <a:gd name="T6" fmla="*/ 3 w 8"/>
                <a:gd name="T7" fmla="*/ 9 h 9"/>
                <a:gd name="T8" fmla="*/ 5 w 8"/>
                <a:gd name="T9" fmla="*/ 9 h 9"/>
                <a:gd name="T10" fmla="*/ 8 w 8"/>
                <a:gd name="T11" fmla="*/ 7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lnTo>
                    <a:pt x="0" y="3"/>
                  </a:lnTo>
                  <a:lnTo>
                    <a:pt x="1" y="7"/>
                  </a:lnTo>
                  <a:lnTo>
                    <a:pt x="3" y="9"/>
                  </a:lnTo>
                  <a:lnTo>
                    <a:pt x="5" y="9"/>
                  </a:lnTo>
                  <a:lnTo>
                    <a:pt x="8" y="7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7" name="Freeform 1068"/>
            <p:cNvSpPr>
              <a:spLocks/>
            </p:cNvSpPr>
            <p:nvPr userDrawn="1"/>
          </p:nvSpPr>
          <p:spPr bwMode="gray">
            <a:xfrm>
              <a:off x="4522" y="3807"/>
              <a:ext cx="13" cy="10"/>
            </a:xfrm>
            <a:custGeom>
              <a:avLst/>
              <a:gdLst>
                <a:gd name="T0" fmla="*/ 12 w 12"/>
                <a:gd name="T1" fmla="*/ 1 h 10"/>
                <a:gd name="T2" fmla="*/ 7 w 12"/>
                <a:gd name="T3" fmla="*/ 0 h 10"/>
                <a:gd name="T4" fmla="*/ 5 w 12"/>
                <a:gd name="T5" fmla="*/ 1 h 10"/>
                <a:gd name="T6" fmla="*/ 2 w 12"/>
                <a:gd name="T7" fmla="*/ 3 h 10"/>
                <a:gd name="T8" fmla="*/ 2 w 12"/>
                <a:gd name="T9" fmla="*/ 5 h 10"/>
                <a:gd name="T10" fmla="*/ 0 w 12"/>
                <a:gd name="T11" fmla="*/ 1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0">
                  <a:moveTo>
                    <a:pt x="12" y="1"/>
                  </a:moveTo>
                  <a:lnTo>
                    <a:pt x="7" y="0"/>
                  </a:lnTo>
                  <a:lnTo>
                    <a:pt x="5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0" y="1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8" name="Line 1069"/>
            <p:cNvSpPr>
              <a:spLocks noChangeShapeType="1"/>
            </p:cNvSpPr>
            <p:nvPr userDrawn="1"/>
          </p:nvSpPr>
          <p:spPr bwMode="gray">
            <a:xfrm flipV="1">
              <a:off x="4522" y="3810"/>
              <a:ext cx="13" cy="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09" name="Freeform 1070"/>
            <p:cNvSpPr>
              <a:spLocks/>
            </p:cNvSpPr>
            <p:nvPr userDrawn="1"/>
          </p:nvSpPr>
          <p:spPr bwMode="gray">
            <a:xfrm>
              <a:off x="4599" y="3829"/>
              <a:ext cx="9" cy="7"/>
            </a:xfrm>
            <a:custGeom>
              <a:avLst/>
              <a:gdLst>
                <a:gd name="T0" fmla="*/ 9 w 9"/>
                <a:gd name="T1" fmla="*/ 7 h 7"/>
                <a:gd name="T2" fmla="*/ 7 w 9"/>
                <a:gd name="T3" fmla="*/ 7 h 7"/>
                <a:gd name="T4" fmla="*/ 5 w 9"/>
                <a:gd name="T5" fmla="*/ 7 h 7"/>
                <a:gd name="T6" fmla="*/ 2 w 9"/>
                <a:gd name="T7" fmla="*/ 7 h 7"/>
                <a:gd name="T8" fmla="*/ 0 w 9"/>
                <a:gd name="T9" fmla="*/ 4 h 7"/>
                <a:gd name="T10" fmla="*/ 0 w 9"/>
                <a:gd name="T11" fmla="*/ 0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7">
                  <a:moveTo>
                    <a:pt x="9" y="7"/>
                  </a:moveTo>
                  <a:lnTo>
                    <a:pt x="7" y="7"/>
                  </a:lnTo>
                  <a:lnTo>
                    <a:pt x="5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0" name="Line 1071"/>
            <p:cNvSpPr>
              <a:spLocks noChangeShapeType="1"/>
            </p:cNvSpPr>
            <p:nvPr userDrawn="1"/>
          </p:nvSpPr>
          <p:spPr bwMode="gray">
            <a:xfrm>
              <a:off x="4522" y="3807"/>
              <a:ext cx="207" cy="7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1" name="Line 1072"/>
            <p:cNvSpPr>
              <a:spLocks noChangeShapeType="1"/>
            </p:cNvSpPr>
            <p:nvPr userDrawn="1"/>
          </p:nvSpPr>
          <p:spPr bwMode="gray">
            <a:xfrm>
              <a:off x="4534" y="3808"/>
              <a:ext cx="202" cy="7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2" name="Freeform 1073"/>
            <p:cNvSpPr>
              <a:spLocks/>
            </p:cNvSpPr>
            <p:nvPr userDrawn="1"/>
          </p:nvSpPr>
          <p:spPr bwMode="gray">
            <a:xfrm>
              <a:off x="4727" y="3877"/>
              <a:ext cx="9" cy="8"/>
            </a:xfrm>
            <a:custGeom>
              <a:avLst/>
              <a:gdLst>
                <a:gd name="T0" fmla="*/ 9 w 9"/>
                <a:gd name="T1" fmla="*/ 7 h 8"/>
                <a:gd name="T2" fmla="*/ 5 w 9"/>
                <a:gd name="T3" fmla="*/ 8 h 8"/>
                <a:gd name="T4" fmla="*/ 3 w 9"/>
                <a:gd name="T5" fmla="*/ 8 h 8"/>
                <a:gd name="T6" fmla="*/ 2 w 9"/>
                <a:gd name="T7" fmla="*/ 7 h 8"/>
                <a:gd name="T8" fmla="*/ 0 w 9"/>
                <a:gd name="T9" fmla="*/ 3 h 8"/>
                <a:gd name="T10" fmla="*/ 0 w 9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8">
                  <a:moveTo>
                    <a:pt x="9" y="7"/>
                  </a:moveTo>
                  <a:lnTo>
                    <a:pt x="5" y="8"/>
                  </a:lnTo>
                  <a:lnTo>
                    <a:pt x="3" y="8"/>
                  </a:lnTo>
                  <a:lnTo>
                    <a:pt x="2" y="7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3" name="Line 1074"/>
            <p:cNvSpPr>
              <a:spLocks noChangeShapeType="1"/>
            </p:cNvSpPr>
            <p:nvPr userDrawn="1"/>
          </p:nvSpPr>
          <p:spPr bwMode="gray">
            <a:xfrm flipH="1" flipV="1">
              <a:off x="4513" y="3796"/>
              <a:ext cx="214" cy="8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4" name="Freeform 1075"/>
            <p:cNvSpPr>
              <a:spLocks/>
            </p:cNvSpPr>
            <p:nvPr userDrawn="1"/>
          </p:nvSpPr>
          <p:spPr bwMode="gray">
            <a:xfrm>
              <a:off x="4513" y="3796"/>
              <a:ext cx="22" cy="12"/>
            </a:xfrm>
            <a:custGeom>
              <a:avLst/>
              <a:gdLst>
                <a:gd name="T0" fmla="*/ 21 w 21"/>
                <a:gd name="T1" fmla="*/ 12 h 12"/>
                <a:gd name="T2" fmla="*/ 14 w 21"/>
                <a:gd name="T3" fmla="*/ 12 h 12"/>
                <a:gd name="T4" fmla="*/ 11 w 21"/>
                <a:gd name="T5" fmla="*/ 11 h 12"/>
                <a:gd name="T6" fmla="*/ 7 w 21"/>
                <a:gd name="T7" fmla="*/ 9 h 12"/>
                <a:gd name="T8" fmla="*/ 4 w 21"/>
                <a:gd name="T9" fmla="*/ 5 h 12"/>
                <a:gd name="T10" fmla="*/ 0 w 2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2">
                  <a:moveTo>
                    <a:pt x="21" y="12"/>
                  </a:moveTo>
                  <a:lnTo>
                    <a:pt x="14" y="12"/>
                  </a:lnTo>
                  <a:lnTo>
                    <a:pt x="11" y="11"/>
                  </a:lnTo>
                  <a:lnTo>
                    <a:pt x="7" y="9"/>
                  </a:lnTo>
                  <a:lnTo>
                    <a:pt x="4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5" name="Freeform 1076"/>
            <p:cNvSpPr>
              <a:spLocks/>
            </p:cNvSpPr>
            <p:nvPr userDrawn="1"/>
          </p:nvSpPr>
          <p:spPr bwMode="gray">
            <a:xfrm>
              <a:off x="4816" y="3828"/>
              <a:ext cx="13" cy="8"/>
            </a:xfrm>
            <a:custGeom>
              <a:avLst/>
              <a:gdLst>
                <a:gd name="T0" fmla="*/ 0 w 12"/>
                <a:gd name="T1" fmla="*/ 8 h 8"/>
                <a:gd name="T2" fmla="*/ 4 w 12"/>
                <a:gd name="T3" fmla="*/ 8 h 8"/>
                <a:gd name="T4" fmla="*/ 5 w 12"/>
                <a:gd name="T5" fmla="*/ 8 h 8"/>
                <a:gd name="T6" fmla="*/ 9 w 12"/>
                <a:gd name="T7" fmla="*/ 7 h 8"/>
                <a:gd name="T8" fmla="*/ 11 w 12"/>
                <a:gd name="T9" fmla="*/ 3 h 8"/>
                <a:gd name="T10" fmla="*/ 12 w 12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8">
                  <a:moveTo>
                    <a:pt x="0" y="8"/>
                  </a:moveTo>
                  <a:lnTo>
                    <a:pt x="4" y="8"/>
                  </a:lnTo>
                  <a:lnTo>
                    <a:pt x="5" y="8"/>
                  </a:lnTo>
                  <a:lnTo>
                    <a:pt x="9" y="7"/>
                  </a:lnTo>
                  <a:lnTo>
                    <a:pt x="11" y="3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6" name="Line 1077"/>
            <p:cNvSpPr>
              <a:spLocks noChangeShapeType="1"/>
            </p:cNvSpPr>
            <p:nvPr userDrawn="1"/>
          </p:nvSpPr>
          <p:spPr bwMode="gray">
            <a:xfrm flipV="1">
              <a:off x="4744" y="3788"/>
              <a:ext cx="159" cy="9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7" name="Line 1078"/>
            <p:cNvSpPr>
              <a:spLocks noChangeShapeType="1"/>
            </p:cNvSpPr>
            <p:nvPr userDrawn="1"/>
          </p:nvSpPr>
          <p:spPr bwMode="gray">
            <a:xfrm flipV="1">
              <a:off x="4736" y="3789"/>
              <a:ext cx="159" cy="9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8" name="Freeform 1079"/>
            <p:cNvSpPr>
              <a:spLocks/>
            </p:cNvSpPr>
            <p:nvPr userDrawn="1"/>
          </p:nvSpPr>
          <p:spPr bwMode="gray">
            <a:xfrm>
              <a:off x="4895" y="3781"/>
              <a:ext cx="13" cy="8"/>
            </a:xfrm>
            <a:custGeom>
              <a:avLst/>
              <a:gdLst>
                <a:gd name="T0" fmla="*/ 0 w 12"/>
                <a:gd name="T1" fmla="*/ 8 h 8"/>
                <a:gd name="T2" fmla="*/ 5 w 12"/>
                <a:gd name="T3" fmla="*/ 8 h 8"/>
                <a:gd name="T4" fmla="*/ 7 w 12"/>
                <a:gd name="T5" fmla="*/ 8 h 8"/>
                <a:gd name="T6" fmla="*/ 10 w 12"/>
                <a:gd name="T7" fmla="*/ 7 h 8"/>
                <a:gd name="T8" fmla="*/ 12 w 12"/>
                <a:gd name="T9" fmla="*/ 3 h 8"/>
                <a:gd name="T10" fmla="*/ 12 w 12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8">
                  <a:moveTo>
                    <a:pt x="0" y="8"/>
                  </a:moveTo>
                  <a:lnTo>
                    <a:pt x="5" y="8"/>
                  </a:lnTo>
                  <a:lnTo>
                    <a:pt x="7" y="8"/>
                  </a:lnTo>
                  <a:lnTo>
                    <a:pt x="10" y="7"/>
                  </a:lnTo>
                  <a:lnTo>
                    <a:pt x="12" y="3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19" name="Line 1080"/>
            <p:cNvSpPr>
              <a:spLocks noChangeShapeType="1"/>
            </p:cNvSpPr>
            <p:nvPr userDrawn="1"/>
          </p:nvSpPr>
          <p:spPr bwMode="gray">
            <a:xfrm flipH="1">
              <a:off x="4746" y="3781"/>
              <a:ext cx="161" cy="9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0" name="Freeform 1081"/>
            <p:cNvSpPr>
              <a:spLocks/>
            </p:cNvSpPr>
            <p:nvPr userDrawn="1"/>
          </p:nvSpPr>
          <p:spPr bwMode="gray">
            <a:xfrm>
              <a:off x="4736" y="3875"/>
              <a:ext cx="10" cy="10"/>
            </a:xfrm>
            <a:custGeom>
              <a:avLst/>
              <a:gdLst>
                <a:gd name="T0" fmla="*/ 10 w 10"/>
                <a:gd name="T1" fmla="*/ 0 h 10"/>
                <a:gd name="T2" fmla="*/ 10 w 10"/>
                <a:gd name="T3" fmla="*/ 5 h 10"/>
                <a:gd name="T4" fmla="*/ 8 w 10"/>
                <a:gd name="T5" fmla="*/ 7 h 10"/>
                <a:gd name="T6" fmla="*/ 7 w 10"/>
                <a:gd name="T7" fmla="*/ 9 h 10"/>
                <a:gd name="T8" fmla="*/ 3 w 10"/>
                <a:gd name="T9" fmla="*/ 10 h 10"/>
                <a:gd name="T10" fmla="*/ 0 w 10"/>
                <a:gd name="T11" fmla="*/ 9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10">
                  <a:moveTo>
                    <a:pt x="10" y="0"/>
                  </a:moveTo>
                  <a:lnTo>
                    <a:pt x="10" y="5"/>
                  </a:lnTo>
                  <a:lnTo>
                    <a:pt x="8" y="7"/>
                  </a:lnTo>
                  <a:lnTo>
                    <a:pt x="7" y="9"/>
                  </a:lnTo>
                  <a:lnTo>
                    <a:pt x="3" y="10"/>
                  </a:lnTo>
                  <a:lnTo>
                    <a:pt x="0" y="9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1" name="Freeform 1082"/>
            <p:cNvSpPr>
              <a:spLocks/>
            </p:cNvSpPr>
            <p:nvPr userDrawn="1"/>
          </p:nvSpPr>
          <p:spPr bwMode="gray">
            <a:xfrm>
              <a:off x="4895" y="3770"/>
              <a:ext cx="8" cy="19"/>
            </a:xfrm>
            <a:custGeom>
              <a:avLst/>
              <a:gdLst>
                <a:gd name="T0" fmla="*/ 0 w 8"/>
                <a:gd name="T1" fmla="*/ 19 h 19"/>
                <a:gd name="T2" fmla="*/ 3 w 8"/>
                <a:gd name="T3" fmla="*/ 16 h 19"/>
                <a:gd name="T4" fmla="*/ 7 w 8"/>
                <a:gd name="T5" fmla="*/ 11 h 19"/>
                <a:gd name="T6" fmla="*/ 8 w 8"/>
                <a:gd name="T7" fmla="*/ 5 h 19"/>
                <a:gd name="T8" fmla="*/ 8 w 8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9">
                  <a:moveTo>
                    <a:pt x="0" y="19"/>
                  </a:moveTo>
                  <a:lnTo>
                    <a:pt x="3" y="16"/>
                  </a:lnTo>
                  <a:lnTo>
                    <a:pt x="7" y="11"/>
                  </a:lnTo>
                  <a:lnTo>
                    <a:pt x="8" y="5"/>
                  </a:lnTo>
                  <a:lnTo>
                    <a:pt x="8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2" name="Freeform 1083"/>
            <p:cNvSpPr>
              <a:spLocks/>
            </p:cNvSpPr>
            <p:nvPr userDrawn="1"/>
          </p:nvSpPr>
          <p:spPr bwMode="gray">
            <a:xfrm>
              <a:off x="4290" y="3457"/>
              <a:ext cx="10" cy="9"/>
            </a:xfrm>
            <a:custGeom>
              <a:avLst/>
              <a:gdLst>
                <a:gd name="T0" fmla="*/ 0 w 10"/>
                <a:gd name="T1" fmla="*/ 9 h 9"/>
                <a:gd name="T2" fmla="*/ 3 w 10"/>
                <a:gd name="T3" fmla="*/ 9 h 9"/>
                <a:gd name="T4" fmla="*/ 7 w 10"/>
                <a:gd name="T5" fmla="*/ 9 h 9"/>
                <a:gd name="T6" fmla="*/ 8 w 10"/>
                <a:gd name="T7" fmla="*/ 7 h 9"/>
                <a:gd name="T8" fmla="*/ 10 w 10"/>
                <a:gd name="T9" fmla="*/ 3 h 9"/>
                <a:gd name="T10" fmla="*/ 10 w 10"/>
                <a:gd name="T11" fmla="*/ 0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9">
                  <a:moveTo>
                    <a:pt x="0" y="9"/>
                  </a:moveTo>
                  <a:lnTo>
                    <a:pt x="3" y="9"/>
                  </a:lnTo>
                  <a:lnTo>
                    <a:pt x="7" y="9"/>
                  </a:lnTo>
                  <a:lnTo>
                    <a:pt x="8" y="7"/>
                  </a:lnTo>
                  <a:lnTo>
                    <a:pt x="10" y="3"/>
                  </a:lnTo>
                  <a:lnTo>
                    <a:pt x="1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3" name="Line 1084"/>
            <p:cNvSpPr>
              <a:spLocks noChangeShapeType="1"/>
            </p:cNvSpPr>
            <p:nvPr userDrawn="1"/>
          </p:nvSpPr>
          <p:spPr bwMode="gray">
            <a:xfrm flipH="1" flipV="1">
              <a:off x="4267" y="3310"/>
              <a:ext cx="26" cy="1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4" name="Line 1085"/>
            <p:cNvSpPr>
              <a:spLocks noChangeShapeType="1"/>
            </p:cNvSpPr>
            <p:nvPr userDrawn="1"/>
          </p:nvSpPr>
          <p:spPr bwMode="gray">
            <a:xfrm flipH="1" flipV="1">
              <a:off x="4262" y="3310"/>
              <a:ext cx="31" cy="1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5" name="Freeform 1086"/>
            <p:cNvSpPr>
              <a:spLocks/>
            </p:cNvSpPr>
            <p:nvPr userDrawn="1"/>
          </p:nvSpPr>
          <p:spPr bwMode="gray">
            <a:xfrm>
              <a:off x="4262" y="3308"/>
              <a:ext cx="8" cy="11"/>
            </a:xfrm>
            <a:custGeom>
              <a:avLst/>
              <a:gdLst>
                <a:gd name="T0" fmla="*/ 0 w 8"/>
                <a:gd name="T1" fmla="*/ 2 h 11"/>
                <a:gd name="T2" fmla="*/ 3 w 8"/>
                <a:gd name="T3" fmla="*/ 0 h 11"/>
                <a:gd name="T4" fmla="*/ 5 w 8"/>
                <a:gd name="T5" fmla="*/ 2 h 11"/>
                <a:gd name="T6" fmla="*/ 7 w 8"/>
                <a:gd name="T7" fmla="*/ 4 h 11"/>
                <a:gd name="T8" fmla="*/ 8 w 8"/>
                <a:gd name="T9" fmla="*/ 7 h 11"/>
                <a:gd name="T10" fmla="*/ 8 w 8"/>
                <a:gd name="T11" fmla="*/ 1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1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8" y="7"/>
                  </a:lnTo>
                  <a:lnTo>
                    <a:pt x="8" y="11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6" name="Line 1087"/>
            <p:cNvSpPr>
              <a:spLocks noChangeShapeType="1"/>
            </p:cNvSpPr>
            <p:nvPr userDrawn="1"/>
          </p:nvSpPr>
          <p:spPr bwMode="gray">
            <a:xfrm>
              <a:off x="4270" y="3319"/>
              <a:ext cx="23" cy="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7" name="Freeform 1088"/>
            <p:cNvSpPr>
              <a:spLocks/>
            </p:cNvSpPr>
            <p:nvPr userDrawn="1"/>
          </p:nvSpPr>
          <p:spPr bwMode="gray">
            <a:xfrm>
              <a:off x="4169" y="3352"/>
              <a:ext cx="10" cy="9"/>
            </a:xfrm>
            <a:custGeom>
              <a:avLst/>
              <a:gdLst>
                <a:gd name="T0" fmla="*/ 10 w 10"/>
                <a:gd name="T1" fmla="*/ 0 h 9"/>
                <a:gd name="T2" fmla="*/ 7 w 10"/>
                <a:gd name="T3" fmla="*/ 0 h 9"/>
                <a:gd name="T4" fmla="*/ 5 w 10"/>
                <a:gd name="T5" fmla="*/ 0 h 9"/>
                <a:gd name="T6" fmla="*/ 3 w 10"/>
                <a:gd name="T7" fmla="*/ 2 h 9"/>
                <a:gd name="T8" fmla="*/ 0 w 10"/>
                <a:gd name="T9" fmla="*/ 5 h 9"/>
                <a:gd name="T10" fmla="*/ 0 w 10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9">
                  <a:moveTo>
                    <a:pt x="10" y="0"/>
                  </a:moveTo>
                  <a:lnTo>
                    <a:pt x="7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9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8" name="Line 1089"/>
            <p:cNvSpPr>
              <a:spLocks noChangeShapeType="1"/>
            </p:cNvSpPr>
            <p:nvPr userDrawn="1"/>
          </p:nvSpPr>
          <p:spPr bwMode="gray">
            <a:xfrm flipH="1">
              <a:off x="4088" y="3312"/>
              <a:ext cx="165" cy="8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29" name="Line 1090"/>
            <p:cNvSpPr>
              <a:spLocks noChangeShapeType="1"/>
            </p:cNvSpPr>
            <p:nvPr userDrawn="1"/>
          </p:nvSpPr>
          <p:spPr bwMode="gray">
            <a:xfrm flipH="1">
              <a:off x="4095" y="3310"/>
              <a:ext cx="167" cy="8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0" name="Freeform 1091"/>
            <p:cNvSpPr>
              <a:spLocks/>
            </p:cNvSpPr>
            <p:nvPr userDrawn="1"/>
          </p:nvSpPr>
          <p:spPr bwMode="gray">
            <a:xfrm>
              <a:off x="4087" y="3394"/>
              <a:ext cx="8" cy="10"/>
            </a:xfrm>
            <a:custGeom>
              <a:avLst/>
              <a:gdLst>
                <a:gd name="T0" fmla="*/ 8 w 8"/>
                <a:gd name="T1" fmla="*/ 2 h 10"/>
                <a:gd name="T2" fmla="*/ 5 w 8"/>
                <a:gd name="T3" fmla="*/ 0 h 10"/>
                <a:gd name="T4" fmla="*/ 3 w 8"/>
                <a:gd name="T5" fmla="*/ 2 h 10"/>
                <a:gd name="T6" fmla="*/ 0 w 8"/>
                <a:gd name="T7" fmla="*/ 4 h 10"/>
                <a:gd name="T8" fmla="*/ 0 w 8"/>
                <a:gd name="T9" fmla="*/ 7 h 10"/>
                <a:gd name="T10" fmla="*/ 0 w 8"/>
                <a:gd name="T11" fmla="*/ 1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0">
                  <a:moveTo>
                    <a:pt x="8" y="2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1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1" name="Line 1092"/>
            <p:cNvSpPr>
              <a:spLocks noChangeShapeType="1"/>
            </p:cNvSpPr>
            <p:nvPr userDrawn="1"/>
          </p:nvSpPr>
          <p:spPr bwMode="gray">
            <a:xfrm flipV="1">
              <a:off x="4087" y="3319"/>
              <a:ext cx="164" cy="8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2" name="Freeform 1093"/>
            <p:cNvSpPr>
              <a:spLocks/>
            </p:cNvSpPr>
            <p:nvPr userDrawn="1"/>
          </p:nvSpPr>
          <p:spPr bwMode="gray">
            <a:xfrm>
              <a:off x="4251" y="3310"/>
              <a:ext cx="11" cy="9"/>
            </a:xfrm>
            <a:custGeom>
              <a:avLst/>
              <a:gdLst>
                <a:gd name="T0" fmla="*/ 11 w 11"/>
                <a:gd name="T1" fmla="*/ 0 h 9"/>
                <a:gd name="T2" fmla="*/ 5 w 11"/>
                <a:gd name="T3" fmla="*/ 0 h 9"/>
                <a:gd name="T4" fmla="*/ 4 w 11"/>
                <a:gd name="T5" fmla="*/ 0 h 9"/>
                <a:gd name="T6" fmla="*/ 2 w 11"/>
                <a:gd name="T7" fmla="*/ 2 h 9"/>
                <a:gd name="T8" fmla="*/ 0 w 11"/>
                <a:gd name="T9" fmla="*/ 5 h 9"/>
                <a:gd name="T10" fmla="*/ 0 w 11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9">
                  <a:moveTo>
                    <a:pt x="11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9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3" name="Freeform 1094"/>
            <p:cNvSpPr>
              <a:spLocks/>
            </p:cNvSpPr>
            <p:nvPr userDrawn="1"/>
          </p:nvSpPr>
          <p:spPr bwMode="gray">
            <a:xfrm>
              <a:off x="4209" y="3439"/>
              <a:ext cx="9" cy="18"/>
            </a:xfrm>
            <a:custGeom>
              <a:avLst/>
              <a:gdLst>
                <a:gd name="T0" fmla="*/ 9 w 9"/>
                <a:gd name="T1" fmla="*/ 0 h 18"/>
                <a:gd name="T2" fmla="*/ 4 w 9"/>
                <a:gd name="T3" fmla="*/ 4 h 18"/>
                <a:gd name="T4" fmla="*/ 2 w 9"/>
                <a:gd name="T5" fmla="*/ 7 h 18"/>
                <a:gd name="T6" fmla="*/ 0 w 9"/>
                <a:gd name="T7" fmla="*/ 13 h 18"/>
                <a:gd name="T8" fmla="*/ 0 w 9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8">
                  <a:moveTo>
                    <a:pt x="9" y="0"/>
                  </a:moveTo>
                  <a:lnTo>
                    <a:pt x="4" y="4"/>
                  </a:lnTo>
                  <a:lnTo>
                    <a:pt x="2" y="7"/>
                  </a:lnTo>
                  <a:lnTo>
                    <a:pt x="0" y="13"/>
                  </a:lnTo>
                  <a:lnTo>
                    <a:pt x="0" y="18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4" name="Line 1095"/>
            <p:cNvSpPr>
              <a:spLocks noChangeShapeType="1"/>
            </p:cNvSpPr>
            <p:nvPr userDrawn="1"/>
          </p:nvSpPr>
          <p:spPr bwMode="gray">
            <a:xfrm>
              <a:off x="4090" y="3403"/>
              <a:ext cx="195" cy="7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5" name="Line 1096"/>
            <p:cNvSpPr>
              <a:spLocks noChangeShapeType="1"/>
            </p:cNvSpPr>
            <p:nvPr userDrawn="1"/>
          </p:nvSpPr>
          <p:spPr bwMode="gray">
            <a:xfrm>
              <a:off x="4095" y="3396"/>
              <a:ext cx="195" cy="7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6" name="Freeform 1097"/>
            <p:cNvSpPr>
              <a:spLocks/>
            </p:cNvSpPr>
            <p:nvPr userDrawn="1"/>
          </p:nvSpPr>
          <p:spPr bwMode="gray">
            <a:xfrm>
              <a:off x="4288" y="3466"/>
              <a:ext cx="4" cy="21"/>
            </a:xfrm>
            <a:custGeom>
              <a:avLst/>
              <a:gdLst>
                <a:gd name="T0" fmla="*/ 2 w 3"/>
                <a:gd name="T1" fmla="*/ 0 h 21"/>
                <a:gd name="T2" fmla="*/ 0 w 3"/>
                <a:gd name="T3" fmla="*/ 7 h 21"/>
                <a:gd name="T4" fmla="*/ 0 w 3"/>
                <a:gd name="T5" fmla="*/ 14 h 21"/>
                <a:gd name="T6" fmla="*/ 3 w 3"/>
                <a:gd name="T7" fmla="*/ 2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1">
                  <a:moveTo>
                    <a:pt x="2" y="0"/>
                  </a:moveTo>
                  <a:lnTo>
                    <a:pt x="0" y="7"/>
                  </a:lnTo>
                  <a:lnTo>
                    <a:pt x="0" y="14"/>
                  </a:lnTo>
                  <a:lnTo>
                    <a:pt x="3" y="21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7" name="Line 1098"/>
            <p:cNvSpPr>
              <a:spLocks noChangeShapeType="1"/>
            </p:cNvSpPr>
            <p:nvPr userDrawn="1"/>
          </p:nvSpPr>
          <p:spPr bwMode="gray">
            <a:xfrm flipH="1" flipV="1">
              <a:off x="4087" y="3413"/>
              <a:ext cx="204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8" name="Freeform 1099"/>
            <p:cNvSpPr>
              <a:spLocks/>
            </p:cNvSpPr>
            <p:nvPr userDrawn="1"/>
          </p:nvSpPr>
          <p:spPr bwMode="gray">
            <a:xfrm>
              <a:off x="4087" y="3396"/>
              <a:ext cx="8" cy="17"/>
            </a:xfrm>
            <a:custGeom>
              <a:avLst/>
              <a:gdLst>
                <a:gd name="T0" fmla="*/ 0 w 8"/>
                <a:gd name="T1" fmla="*/ 17 h 17"/>
                <a:gd name="T2" fmla="*/ 1 w 8"/>
                <a:gd name="T3" fmla="*/ 12 h 17"/>
                <a:gd name="T4" fmla="*/ 3 w 8"/>
                <a:gd name="T5" fmla="*/ 7 h 17"/>
                <a:gd name="T6" fmla="*/ 5 w 8"/>
                <a:gd name="T7" fmla="*/ 3 h 17"/>
                <a:gd name="T8" fmla="*/ 8 w 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7">
                  <a:moveTo>
                    <a:pt x="0" y="17"/>
                  </a:moveTo>
                  <a:lnTo>
                    <a:pt x="1" y="12"/>
                  </a:lnTo>
                  <a:lnTo>
                    <a:pt x="3" y="7"/>
                  </a:lnTo>
                  <a:lnTo>
                    <a:pt x="5" y="3"/>
                  </a:lnTo>
                  <a:lnTo>
                    <a:pt x="8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39" name="Freeform 1100"/>
            <p:cNvSpPr>
              <a:spLocks/>
            </p:cNvSpPr>
            <p:nvPr userDrawn="1"/>
          </p:nvSpPr>
          <p:spPr bwMode="gray">
            <a:xfrm>
              <a:off x="4603" y="3490"/>
              <a:ext cx="10" cy="18"/>
            </a:xfrm>
            <a:custGeom>
              <a:avLst/>
              <a:gdLst>
                <a:gd name="T0" fmla="*/ 10 w 10"/>
                <a:gd name="T1" fmla="*/ 18 h 18"/>
                <a:gd name="T2" fmla="*/ 7 w 10"/>
                <a:gd name="T3" fmla="*/ 14 h 18"/>
                <a:gd name="T4" fmla="*/ 3 w 10"/>
                <a:gd name="T5" fmla="*/ 11 h 18"/>
                <a:gd name="T6" fmla="*/ 0 w 10"/>
                <a:gd name="T7" fmla="*/ 5 h 18"/>
                <a:gd name="T8" fmla="*/ 0 w 10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8">
                  <a:moveTo>
                    <a:pt x="10" y="18"/>
                  </a:moveTo>
                  <a:lnTo>
                    <a:pt x="7" y="14"/>
                  </a:lnTo>
                  <a:lnTo>
                    <a:pt x="3" y="11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0" name="Line 1101"/>
            <p:cNvSpPr>
              <a:spLocks noChangeShapeType="1"/>
            </p:cNvSpPr>
            <p:nvPr userDrawn="1"/>
          </p:nvSpPr>
          <p:spPr bwMode="gray">
            <a:xfrm flipH="1">
              <a:off x="4524" y="3455"/>
              <a:ext cx="161" cy="9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1" name="Line 1102"/>
            <p:cNvSpPr>
              <a:spLocks noChangeShapeType="1"/>
            </p:cNvSpPr>
            <p:nvPr userDrawn="1"/>
          </p:nvSpPr>
          <p:spPr bwMode="gray">
            <a:xfrm flipH="1">
              <a:off x="4531" y="3462"/>
              <a:ext cx="163" cy="9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2" name="Freeform 1103"/>
            <p:cNvSpPr>
              <a:spLocks/>
            </p:cNvSpPr>
            <p:nvPr userDrawn="1"/>
          </p:nvSpPr>
          <p:spPr bwMode="gray">
            <a:xfrm>
              <a:off x="4520" y="3536"/>
              <a:ext cx="11" cy="17"/>
            </a:xfrm>
            <a:custGeom>
              <a:avLst/>
              <a:gdLst>
                <a:gd name="T0" fmla="*/ 11 w 11"/>
                <a:gd name="T1" fmla="*/ 17 h 17"/>
                <a:gd name="T2" fmla="*/ 7 w 11"/>
                <a:gd name="T3" fmla="*/ 14 h 17"/>
                <a:gd name="T4" fmla="*/ 4 w 11"/>
                <a:gd name="T5" fmla="*/ 10 h 17"/>
                <a:gd name="T6" fmla="*/ 0 w 11"/>
                <a:gd name="T7" fmla="*/ 5 h 17"/>
                <a:gd name="T8" fmla="*/ 0 w 11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7">
                  <a:moveTo>
                    <a:pt x="11" y="17"/>
                  </a:moveTo>
                  <a:lnTo>
                    <a:pt x="7" y="14"/>
                  </a:lnTo>
                  <a:lnTo>
                    <a:pt x="4" y="1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3" name="Line 1104"/>
            <p:cNvSpPr>
              <a:spLocks noChangeShapeType="1"/>
            </p:cNvSpPr>
            <p:nvPr userDrawn="1"/>
          </p:nvSpPr>
          <p:spPr bwMode="gray">
            <a:xfrm flipV="1">
              <a:off x="4520" y="3446"/>
              <a:ext cx="163" cy="9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4" name="Freeform 1105"/>
            <p:cNvSpPr>
              <a:spLocks/>
            </p:cNvSpPr>
            <p:nvPr userDrawn="1"/>
          </p:nvSpPr>
          <p:spPr bwMode="gray">
            <a:xfrm>
              <a:off x="4683" y="3446"/>
              <a:ext cx="11" cy="16"/>
            </a:xfrm>
            <a:custGeom>
              <a:avLst/>
              <a:gdLst>
                <a:gd name="T0" fmla="*/ 11 w 11"/>
                <a:gd name="T1" fmla="*/ 16 h 16"/>
                <a:gd name="T2" fmla="*/ 7 w 11"/>
                <a:gd name="T3" fmla="*/ 14 h 16"/>
                <a:gd name="T4" fmla="*/ 4 w 11"/>
                <a:gd name="T5" fmla="*/ 9 h 16"/>
                <a:gd name="T6" fmla="*/ 0 w 11"/>
                <a:gd name="T7" fmla="*/ 4 h 16"/>
                <a:gd name="T8" fmla="*/ 0 w 11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6">
                  <a:moveTo>
                    <a:pt x="11" y="16"/>
                  </a:moveTo>
                  <a:lnTo>
                    <a:pt x="7" y="14"/>
                  </a:lnTo>
                  <a:lnTo>
                    <a:pt x="4" y="9"/>
                  </a:lnTo>
                  <a:lnTo>
                    <a:pt x="0" y="4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5" name="Freeform 1106"/>
            <p:cNvSpPr>
              <a:spLocks/>
            </p:cNvSpPr>
            <p:nvPr userDrawn="1"/>
          </p:nvSpPr>
          <p:spPr bwMode="gray">
            <a:xfrm>
              <a:off x="4597" y="3579"/>
              <a:ext cx="9" cy="18"/>
            </a:xfrm>
            <a:custGeom>
              <a:avLst/>
              <a:gdLst>
                <a:gd name="T0" fmla="*/ 9 w 9"/>
                <a:gd name="T1" fmla="*/ 0 h 18"/>
                <a:gd name="T2" fmla="*/ 6 w 9"/>
                <a:gd name="T3" fmla="*/ 4 h 18"/>
                <a:gd name="T4" fmla="*/ 2 w 9"/>
                <a:gd name="T5" fmla="*/ 7 h 18"/>
                <a:gd name="T6" fmla="*/ 0 w 9"/>
                <a:gd name="T7" fmla="*/ 13 h 18"/>
                <a:gd name="T8" fmla="*/ 0 w 9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8">
                  <a:moveTo>
                    <a:pt x="9" y="0"/>
                  </a:moveTo>
                  <a:lnTo>
                    <a:pt x="6" y="4"/>
                  </a:lnTo>
                  <a:lnTo>
                    <a:pt x="2" y="7"/>
                  </a:lnTo>
                  <a:lnTo>
                    <a:pt x="0" y="13"/>
                  </a:lnTo>
                  <a:lnTo>
                    <a:pt x="0" y="18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6" name="Line 1107"/>
            <p:cNvSpPr>
              <a:spLocks noChangeShapeType="1"/>
            </p:cNvSpPr>
            <p:nvPr userDrawn="1"/>
          </p:nvSpPr>
          <p:spPr bwMode="gray">
            <a:xfrm>
              <a:off x="4519" y="3558"/>
              <a:ext cx="210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7" name="Line 1108"/>
            <p:cNvSpPr>
              <a:spLocks noChangeShapeType="1"/>
            </p:cNvSpPr>
            <p:nvPr userDrawn="1"/>
          </p:nvSpPr>
          <p:spPr bwMode="gray">
            <a:xfrm>
              <a:off x="4531" y="3553"/>
              <a:ext cx="205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8" name="Freeform 1109"/>
            <p:cNvSpPr>
              <a:spLocks/>
            </p:cNvSpPr>
            <p:nvPr userDrawn="1"/>
          </p:nvSpPr>
          <p:spPr bwMode="gray">
            <a:xfrm>
              <a:off x="4727" y="3627"/>
              <a:ext cx="9" cy="17"/>
            </a:xfrm>
            <a:custGeom>
              <a:avLst/>
              <a:gdLst>
                <a:gd name="T0" fmla="*/ 9 w 9"/>
                <a:gd name="T1" fmla="*/ 0 h 17"/>
                <a:gd name="T2" fmla="*/ 5 w 9"/>
                <a:gd name="T3" fmla="*/ 3 h 17"/>
                <a:gd name="T4" fmla="*/ 2 w 9"/>
                <a:gd name="T5" fmla="*/ 7 h 17"/>
                <a:gd name="T6" fmla="*/ 0 w 9"/>
                <a:gd name="T7" fmla="*/ 12 h 17"/>
                <a:gd name="T8" fmla="*/ 0 w 9"/>
                <a:gd name="T9" fmla="*/ 1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9" y="0"/>
                  </a:moveTo>
                  <a:lnTo>
                    <a:pt x="5" y="3"/>
                  </a:lnTo>
                  <a:lnTo>
                    <a:pt x="2" y="7"/>
                  </a:lnTo>
                  <a:lnTo>
                    <a:pt x="0" y="12"/>
                  </a:lnTo>
                  <a:lnTo>
                    <a:pt x="0" y="17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49" name="Line 1110"/>
            <p:cNvSpPr>
              <a:spLocks noChangeShapeType="1"/>
            </p:cNvSpPr>
            <p:nvPr userDrawn="1"/>
          </p:nvSpPr>
          <p:spPr bwMode="gray">
            <a:xfrm flipH="1" flipV="1">
              <a:off x="4512" y="3567"/>
              <a:ext cx="215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0" name="Freeform 1111"/>
            <p:cNvSpPr>
              <a:spLocks/>
            </p:cNvSpPr>
            <p:nvPr userDrawn="1"/>
          </p:nvSpPr>
          <p:spPr bwMode="gray">
            <a:xfrm>
              <a:off x="4512" y="3553"/>
              <a:ext cx="19" cy="14"/>
            </a:xfrm>
            <a:custGeom>
              <a:avLst/>
              <a:gdLst>
                <a:gd name="T0" fmla="*/ 19 w 19"/>
                <a:gd name="T1" fmla="*/ 0 h 14"/>
                <a:gd name="T2" fmla="*/ 14 w 19"/>
                <a:gd name="T3" fmla="*/ 2 h 14"/>
                <a:gd name="T4" fmla="*/ 8 w 19"/>
                <a:gd name="T5" fmla="*/ 4 h 14"/>
                <a:gd name="T6" fmla="*/ 3 w 19"/>
                <a:gd name="T7" fmla="*/ 9 h 14"/>
                <a:gd name="T8" fmla="*/ 0 w 19"/>
                <a:gd name="T9" fmla="*/ 14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4">
                  <a:moveTo>
                    <a:pt x="19" y="0"/>
                  </a:moveTo>
                  <a:lnTo>
                    <a:pt x="14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0" y="14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1" name="Freeform 1112"/>
            <p:cNvSpPr>
              <a:spLocks/>
            </p:cNvSpPr>
            <p:nvPr userDrawn="1"/>
          </p:nvSpPr>
          <p:spPr bwMode="gray">
            <a:xfrm>
              <a:off x="4816" y="3579"/>
              <a:ext cx="13" cy="18"/>
            </a:xfrm>
            <a:custGeom>
              <a:avLst/>
              <a:gdLst>
                <a:gd name="T0" fmla="*/ 0 w 12"/>
                <a:gd name="T1" fmla="*/ 0 h 18"/>
                <a:gd name="T2" fmla="*/ 5 w 12"/>
                <a:gd name="T3" fmla="*/ 2 h 18"/>
                <a:gd name="T4" fmla="*/ 9 w 12"/>
                <a:gd name="T5" fmla="*/ 7 h 18"/>
                <a:gd name="T6" fmla="*/ 11 w 12"/>
                <a:gd name="T7" fmla="*/ 13 h 18"/>
                <a:gd name="T8" fmla="*/ 12 w 12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8">
                  <a:moveTo>
                    <a:pt x="0" y="0"/>
                  </a:moveTo>
                  <a:lnTo>
                    <a:pt x="5" y="2"/>
                  </a:lnTo>
                  <a:lnTo>
                    <a:pt x="9" y="7"/>
                  </a:lnTo>
                  <a:lnTo>
                    <a:pt x="11" y="13"/>
                  </a:lnTo>
                  <a:lnTo>
                    <a:pt x="12" y="18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2" name="Line 1113"/>
            <p:cNvSpPr>
              <a:spLocks noChangeShapeType="1"/>
            </p:cNvSpPr>
            <p:nvPr userDrawn="1"/>
          </p:nvSpPr>
          <p:spPr bwMode="gray">
            <a:xfrm flipV="1">
              <a:off x="4744" y="3541"/>
              <a:ext cx="161" cy="9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3" name="Line 1114"/>
            <p:cNvSpPr>
              <a:spLocks noChangeShapeType="1"/>
            </p:cNvSpPr>
            <p:nvPr userDrawn="1"/>
          </p:nvSpPr>
          <p:spPr bwMode="gray">
            <a:xfrm flipV="1">
              <a:off x="4736" y="3534"/>
              <a:ext cx="160" cy="9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4" name="Freeform 1115"/>
            <p:cNvSpPr>
              <a:spLocks/>
            </p:cNvSpPr>
            <p:nvPr userDrawn="1"/>
          </p:nvSpPr>
          <p:spPr bwMode="gray">
            <a:xfrm>
              <a:off x="4896" y="3534"/>
              <a:ext cx="13" cy="16"/>
            </a:xfrm>
            <a:custGeom>
              <a:avLst/>
              <a:gdLst>
                <a:gd name="T0" fmla="*/ 0 w 13"/>
                <a:gd name="T1" fmla="*/ 0 h 16"/>
                <a:gd name="T2" fmla="*/ 6 w 13"/>
                <a:gd name="T3" fmla="*/ 2 h 16"/>
                <a:gd name="T4" fmla="*/ 9 w 13"/>
                <a:gd name="T5" fmla="*/ 7 h 16"/>
                <a:gd name="T6" fmla="*/ 11 w 13"/>
                <a:gd name="T7" fmla="*/ 10 h 16"/>
                <a:gd name="T8" fmla="*/ 13 w 13"/>
                <a:gd name="T9" fmla="*/ 1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6" y="2"/>
                  </a:lnTo>
                  <a:lnTo>
                    <a:pt x="9" y="7"/>
                  </a:lnTo>
                  <a:lnTo>
                    <a:pt x="11" y="10"/>
                  </a:lnTo>
                  <a:lnTo>
                    <a:pt x="13" y="16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5" name="Line 1116"/>
            <p:cNvSpPr>
              <a:spLocks noChangeShapeType="1"/>
            </p:cNvSpPr>
            <p:nvPr userDrawn="1"/>
          </p:nvSpPr>
          <p:spPr bwMode="gray">
            <a:xfrm flipH="1">
              <a:off x="4746" y="3550"/>
              <a:ext cx="163" cy="91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6" name="Freeform 1117"/>
            <p:cNvSpPr>
              <a:spLocks/>
            </p:cNvSpPr>
            <p:nvPr userDrawn="1"/>
          </p:nvSpPr>
          <p:spPr bwMode="gray">
            <a:xfrm>
              <a:off x="4736" y="3627"/>
              <a:ext cx="10" cy="15"/>
            </a:xfrm>
            <a:custGeom>
              <a:avLst/>
              <a:gdLst>
                <a:gd name="T0" fmla="*/ 10 w 10"/>
                <a:gd name="T1" fmla="*/ 15 h 15"/>
                <a:gd name="T2" fmla="*/ 10 w 10"/>
                <a:gd name="T3" fmla="*/ 10 h 15"/>
                <a:gd name="T4" fmla="*/ 8 w 10"/>
                <a:gd name="T5" fmla="*/ 7 h 15"/>
                <a:gd name="T6" fmla="*/ 5 w 10"/>
                <a:gd name="T7" fmla="*/ 1 h 15"/>
                <a:gd name="T8" fmla="*/ 0 w 10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10" y="15"/>
                  </a:moveTo>
                  <a:lnTo>
                    <a:pt x="10" y="10"/>
                  </a:lnTo>
                  <a:lnTo>
                    <a:pt x="8" y="7"/>
                  </a:lnTo>
                  <a:lnTo>
                    <a:pt x="5" y="1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7" name="Freeform 1118"/>
            <p:cNvSpPr>
              <a:spLocks/>
            </p:cNvSpPr>
            <p:nvPr userDrawn="1"/>
          </p:nvSpPr>
          <p:spPr bwMode="gray">
            <a:xfrm>
              <a:off x="4769" y="3487"/>
              <a:ext cx="9" cy="8"/>
            </a:xfrm>
            <a:custGeom>
              <a:avLst/>
              <a:gdLst>
                <a:gd name="T0" fmla="*/ 0 w 9"/>
                <a:gd name="T1" fmla="*/ 1 h 8"/>
                <a:gd name="T2" fmla="*/ 3 w 9"/>
                <a:gd name="T3" fmla="*/ 0 h 8"/>
                <a:gd name="T4" fmla="*/ 5 w 9"/>
                <a:gd name="T5" fmla="*/ 1 h 8"/>
                <a:gd name="T6" fmla="*/ 9 w 9"/>
                <a:gd name="T7" fmla="*/ 5 h 8"/>
                <a:gd name="T8" fmla="*/ 9 w 9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0" y="1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9" y="5"/>
                  </a:lnTo>
                  <a:lnTo>
                    <a:pt x="9" y="8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8" name="Line 1119"/>
            <p:cNvSpPr>
              <a:spLocks noChangeShapeType="1"/>
            </p:cNvSpPr>
            <p:nvPr userDrawn="1"/>
          </p:nvSpPr>
          <p:spPr bwMode="gray">
            <a:xfrm flipH="1" flipV="1">
              <a:off x="4695" y="3460"/>
              <a:ext cx="208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59" name="Line 1120"/>
            <p:cNvSpPr>
              <a:spLocks noChangeShapeType="1"/>
            </p:cNvSpPr>
            <p:nvPr userDrawn="1"/>
          </p:nvSpPr>
          <p:spPr bwMode="gray">
            <a:xfrm flipH="1" flipV="1">
              <a:off x="4694" y="3462"/>
              <a:ext cx="202" cy="7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60" name="Freeform 1121"/>
            <p:cNvSpPr>
              <a:spLocks/>
            </p:cNvSpPr>
            <p:nvPr userDrawn="1"/>
          </p:nvSpPr>
          <p:spPr bwMode="gray">
            <a:xfrm>
              <a:off x="4692" y="3460"/>
              <a:ext cx="3" cy="6"/>
            </a:xfrm>
            <a:custGeom>
              <a:avLst/>
              <a:gdLst>
                <a:gd name="T0" fmla="*/ 2 w 3"/>
                <a:gd name="T1" fmla="*/ 2 h 6"/>
                <a:gd name="T2" fmla="*/ 2 w 3"/>
                <a:gd name="T3" fmla="*/ 0 h 6"/>
                <a:gd name="T4" fmla="*/ 2 w 3"/>
                <a:gd name="T5" fmla="*/ 0 h 6"/>
                <a:gd name="T6" fmla="*/ 3 w 3"/>
                <a:gd name="T7" fmla="*/ 0 h 6"/>
                <a:gd name="T8" fmla="*/ 3 w 3"/>
                <a:gd name="T9" fmla="*/ 0 h 6"/>
                <a:gd name="T10" fmla="*/ 3 w 3"/>
                <a:gd name="T11" fmla="*/ 2 h 6"/>
                <a:gd name="T12" fmla="*/ 2 w 3"/>
                <a:gd name="T13" fmla="*/ 2 h 6"/>
                <a:gd name="T14" fmla="*/ 2 w 3"/>
                <a:gd name="T15" fmla="*/ 4 h 6"/>
                <a:gd name="T16" fmla="*/ 0 w 3"/>
                <a:gd name="T17" fmla="*/ 6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6">
                  <a:moveTo>
                    <a:pt x="2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4"/>
                  </a:lnTo>
                  <a:lnTo>
                    <a:pt x="0" y="6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61" name="Line 1122"/>
            <p:cNvSpPr>
              <a:spLocks noChangeShapeType="1"/>
            </p:cNvSpPr>
            <p:nvPr userDrawn="1"/>
          </p:nvSpPr>
          <p:spPr bwMode="gray">
            <a:xfrm>
              <a:off x="4692" y="3466"/>
              <a:ext cx="213" cy="7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62" name="Freeform 1123"/>
            <p:cNvSpPr>
              <a:spLocks/>
            </p:cNvSpPr>
            <p:nvPr userDrawn="1"/>
          </p:nvSpPr>
          <p:spPr bwMode="gray">
            <a:xfrm>
              <a:off x="4896" y="3532"/>
              <a:ext cx="9" cy="9"/>
            </a:xfrm>
            <a:custGeom>
              <a:avLst/>
              <a:gdLst>
                <a:gd name="T0" fmla="*/ 0 w 9"/>
                <a:gd name="T1" fmla="*/ 2 h 9"/>
                <a:gd name="T2" fmla="*/ 4 w 9"/>
                <a:gd name="T3" fmla="*/ 0 h 9"/>
                <a:gd name="T4" fmla="*/ 7 w 9"/>
                <a:gd name="T5" fmla="*/ 0 h 9"/>
                <a:gd name="T6" fmla="*/ 9 w 9"/>
                <a:gd name="T7" fmla="*/ 4 h 9"/>
                <a:gd name="T8" fmla="*/ 9 w 9"/>
                <a:gd name="T9" fmla="*/ 5 h 9"/>
                <a:gd name="T10" fmla="*/ 9 w 9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9">
                  <a:moveTo>
                    <a:pt x="0" y="2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9" y="4"/>
                  </a:lnTo>
                  <a:lnTo>
                    <a:pt x="9" y="5"/>
                  </a:lnTo>
                  <a:lnTo>
                    <a:pt x="9" y="9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63" name="Freeform 1124"/>
            <p:cNvSpPr>
              <a:spLocks/>
            </p:cNvSpPr>
            <p:nvPr userDrawn="1"/>
          </p:nvSpPr>
          <p:spPr bwMode="gray">
            <a:xfrm>
              <a:off x="4907" y="3663"/>
              <a:ext cx="21" cy="2"/>
            </a:xfrm>
            <a:custGeom>
              <a:avLst/>
              <a:gdLst>
                <a:gd name="T0" fmla="*/ 0 w 21"/>
                <a:gd name="T1" fmla="*/ 2 h 2"/>
                <a:gd name="T2" fmla="*/ 5 w 21"/>
                <a:gd name="T3" fmla="*/ 0 h 2"/>
                <a:gd name="T4" fmla="*/ 10 w 21"/>
                <a:gd name="T5" fmla="*/ 0 h 2"/>
                <a:gd name="T6" fmla="*/ 16 w 21"/>
                <a:gd name="T7" fmla="*/ 0 h 2"/>
                <a:gd name="T8" fmla="*/ 21 w 21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">
                  <a:moveTo>
                    <a:pt x="0" y="2"/>
                  </a:moveTo>
                  <a:lnTo>
                    <a:pt x="5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1" y="2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grpSp>
          <p:nvGrpSpPr>
            <p:cNvPr id="1064" name="Group 1125"/>
            <p:cNvGrpSpPr>
              <a:grpSpLocks/>
            </p:cNvGrpSpPr>
            <p:nvPr userDrawn="1"/>
          </p:nvGrpSpPr>
          <p:grpSpPr bwMode="auto">
            <a:xfrm>
              <a:off x="4083" y="2782"/>
              <a:ext cx="1546" cy="1270"/>
              <a:chOff x="2135" y="838"/>
              <a:chExt cx="1546" cy="1270"/>
            </a:xfrm>
          </p:grpSpPr>
          <p:sp>
            <p:nvSpPr>
              <p:cNvPr id="1521" name="Line 1126"/>
              <p:cNvSpPr>
                <a:spLocks noChangeShapeType="1"/>
              </p:cNvSpPr>
              <p:nvPr userDrawn="1"/>
            </p:nvSpPr>
            <p:spPr bwMode="gray">
              <a:xfrm flipV="1">
                <a:off x="2968" y="1604"/>
                <a:ext cx="1" cy="22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22" name="Line 1127"/>
              <p:cNvSpPr>
                <a:spLocks noChangeShapeType="1"/>
              </p:cNvSpPr>
              <p:nvPr userDrawn="1"/>
            </p:nvSpPr>
            <p:spPr bwMode="gray">
              <a:xfrm flipV="1">
                <a:off x="2959" y="1605"/>
                <a:ext cx="2" cy="23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23" name="Freeform 1128"/>
              <p:cNvSpPr>
                <a:spLocks/>
              </p:cNvSpPr>
              <p:nvPr userDrawn="1"/>
            </p:nvSpPr>
            <p:spPr bwMode="gray">
              <a:xfrm>
                <a:off x="2961" y="1604"/>
                <a:ext cx="19" cy="2"/>
              </a:xfrm>
              <a:custGeom>
                <a:avLst/>
                <a:gdLst>
                  <a:gd name="T0" fmla="*/ 0 w 19"/>
                  <a:gd name="T1" fmla="*/ 2 h 2"/>
                  <a:gd name="T2" fmla="*/ 5 w 19"/>
                  <a:gd name="T3" fmla="*/ 0 h 2"/>
                  <a:gd name="T4" fmla="*/ 8 w 19"/>
                  <a:gd name="T5" fmla="*/ 0 h 2"/>
                  <a:gd name="T6" fmla="*/ 14 w 19"/>
                  <a:gd name="T7" fmla="*/ 0 h 2"/>
                  <a:gd name="T8" fmla="*/ 19 w 19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0" y="2"/>
                    </a:moveTo>
                    <a:lnTo>
                      <a:pt x="5" y="0"/>
                    </a:lnTo>
                    <a:lnTo>
                      <a:pt x="8" y="0"/>
                    </a:lnTo>
                    <a:lnTo>
                      <a:pt x="14" y="0"/>
                    </a:lnTo>
                    <a:lnTo>
                      <a:pt x="19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24" name="Line 1129"/>
              <p:cNvSpPr>
                <a:spLocks noChangeShapeType="1"/>
              </p:cNvSpPr>
              <p:nvPr userDrawn="1"/>
            </p:nvSpPr>
            <p:spPr bwMode="gray">
              <a:xfrm flipH="1">
                <a:off x="2978" y="1605"/>
                <a:ext cx="2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25" name="Freeform 1130"/>
              <p:cNvSpPr>
                <a:spLocks/>
              </p:cNvSpPr>
              <p:nvPr userDrawn="1"/>
            </p:nvSpPr>
            <p:spPr bwMode="gray">
              <a:xfrm>
                <a:off x="2959" y="1831"/>
                <a:ext cx="19" cy="4"/>
              </a:xfrm>
              <a:custGeom>
                <a:avLst/>
                <a:gdLst>
                  <a:gd name="T0" fmla="*/ 0 w 19"/>
                  <a:gd name="T1" fmla="*/ 4 h 4"/>
                  <a:gd name="T2" fmla="*/ 5 w 19"/>
                  <a:gd name="T3" fmla="*/ 0 h 4"/>
                  <a:gd name="T4" fmla="*/ 9 w 19"/>
                  <a:gd name="T5" fmla="*/ 0 h 4"/>
                  <a:gd name="T6" fmla="*/ 14 w 19"/>
                  <a:gd name="T7" fmla="*/ 0 h 4"/>
                  <a:gd name="T8" fmla="*/ 19 w 19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0" y="4"/>
                    </a:moveTo>
                    <a:lnTo>
                      <a:pt x="5" y="0"/>
                    </a:lnTo>
                    <a:lnTo>
                      <a:pt x="9" y="0"/>
                    </a:lnTo>
                    <a:lnTo>
                      <a:pt x="14" y="0"/>
                    </a:lnTo>
                    <a:lnTo>
                      <a:pt x="19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26" name="Freeform 1131"/>
              <p:cNvSpPr>
                <a:spLocks/>
              </p:cNvSpPr>
              <p:nvPr userDrawn="1"/>
            </p:nvSpPr>
            <p:spPr bwMode="gray">
              <a:xfrm>
                <a:off x="2319" y="1366"/>
                <a:ext cx="4" cy="9"/>
              </a:xfrm>
              <a:custGeom>
                <a:avLst/>
                <a:gdLst>
                  <a:gd name="T0" fmla="*/ 3 w 3"/>
                  <a:gd name="T1" fmla="*/ 9 h 9"/>
                  <a:gd name="T2" fmla="*/ 0 w 3"/>
                  <a:gd name="T3" fmla="*/ 7 h 9"/>
                  <a:gd name="T4" fmla="*/ 0 w 3"/>
                  <a:gd name="T5" fmla="*/ 4 h 9"/>
                  <a:gd name="T6" fmla="*/ 0 w 3"/>
                  <a:gd name="T7" fmla="*/ 2 h 9"/>
                  <a:gd name="T8" fmla="*/ 2 w 3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9">
                    <a:moveTo>
                      <a:pt x="3" y="9"/>
                    </a:moveTo>
                    <a:lnTo>
                      <a:pt x="0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27" name="Freeform 1132"/>
              <p:cNvSpPr>
                <a:spLocks/>
              </p:cNvSpPr>
              <p:nvPr userDrawn="1"/>
            </p:nvSpPr>
            <p:spPr bwMode="gray">
              <a:xfrm>
                <a:off x="2958" y="1709"/>
                <a:ext cx="19" cy="4"/>
              </a:xfrm>
              <a:custGeom>
                <a:avLst/>
                <a:gdLst>
                  <a:gd name="T0" fmla="*/ 0 w 19"/>
                  <a:gd name="T1" fmla="*/ 0 h 2"/>
                  <a:gd name="T2" fmla="*/ 5 w 19"/>
                  <a:gd name="T3" fmla="*/ 2 h 2"/>
                  <a:gd name="T4" fmla="*/ 11 w 19"/>
                  <a:gd name="T5" fmla="*/ 2 h 2"/>
                  <a:gd name="T6" fmla="*/ 16 w 19"/>
                  <a:gd name="T7" fmla="*/ 2 h 2"/>
                  <a:gd name="T8" fmla="*/ 19 w 19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0" y="0"/>
                    </a:moveTo>
                    <a:lnTo>
                      <a:pt x="5" y="2"/>
                    </a:lnTo>
                    <a:lnTo>
                      <a:pt x="11" y="2"/>
                    </a:lnTo>
                    <a:lnTo>
                      <a:pt x="16" y="2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28" name="Line 1133"/>
              <p:cNvSpPr>
                <a:spLocks noChangeShapeType="1"/>
              </p:cNvSpPr>
              <p:nvPr userDrawn="1"/>
            </p:nvSpPr>
            <p:spPr bwMode="gray">
              <a:xfrm flipH="1">
                <a:off x="2967" y="1596"/>
                <a:ext cx="2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29" name="Line 1134"/>
              <p:cNvSpPr>
                <a:spLocks noChangeShapeType="1"/>
              </p:cNvSpPr>
              <p:nvPr userDrawn="1"/>
            </p:nvSpPr>
            <p:spPr bwMode="gray">
              <a:xfrm flipH="1">
                <a:off x="2955" y="1596"/>
                <a:ext cx="4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30" name="Freeform 1135"/>
              <p:cNvSpPr>
                <a:spLocks/>
              </p:cNvSpPr>
              <p:nvPr userDrawn="1"/>
            </p:nvSpPr>
            <p:spPr bwMode="gray">
              <a:xfrm>
                <a:off x="2955" y="1826"/>
                <a:ext cx="22" cy="4"/>
              </a:xfrm>
              <a:custGeom>
                <a:avLst/>
                <a:gdLst>
                  <a:gd name="T0" fmla="*/ 0 w 21"/>
                  <a:gd name="T1" fmla="*/ 0 h 4"/>
                  <a:gd name="T2" fmla="*/ 6 w 21"/>
                  <a:gd name="T3" fmla="*/ 2 h 4"/>
                  <a:gd name="T4" fmla="*/ 11 w 21"/>
                  <a:gd name="T5" fmla="*/ 4 h 4"/>
                  <a:gd name="T6" fmla="*/ 16 w 21"/>
                  <a:gd name="T7" fmla="*/ 2 h 4"/>
                  <a:gd name="T8" fmla="*/ 21 w 2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4">
                    <a:moveTo>
                      <a:pt x="0" y="0"/>
                    </a:moveTo>
                    <a:lnTo>
                      <a:pt x="6" y="2"/>
                    </a:lnTo>
                    <a:lnTo>
                      <a:pt x="11" y="4"/>
                    </a:lnTo>
                    <a:lnTo>
                      <a:pt x="16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31" name="Line 1136"/>
              <p:cNvSpPr>
                <a:spLocks noChangeShapeType="1"/>
              </p:cNvSpPr>
              <p:nvPr userDrawn="1"/>
            </p:nvSpPr>
            <p:spPr bwMode="gray">
              <a:xfrm flipV="1">
                <a:off x="2976" y="1596"/>
                <a:ext cx="2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32" name="Freeform 1137"/>
              <p:cNvSpPr>
                <a:spLocks/>
              </p:cNvSpPr>
              <p:nvPr userDrawn="1"/>
            </p:nvSpPr>
            <p:spPr bwMode="gray">
              <a:xfrm>
                <a:off x="2958" y="1596"/>
                <a:ext cx="21" cy="2"/>
              </a:xfrm>
              <a:custGeom>
                <a:avLst/>
                <a:gdLst>
                  <a:gd name="T0" fmla="*/ 0 w 21"/>
                  <a:gd name="T1" fmla="*/ 0 h 2"/>
                  <a:gd name="T2" fmla="*/ 5 w 21"/>
                  <a:gd name="T3" fmla="*/ 2 h 2"/>
                  <a:gd name="T4" fmla="*/ 11 w 21"/>
                  <a:gd name="T5" fmla="*/ 2 h 2"/>
                  <a:gd name="T6" fmla="*/ 16 w 21"/>
                  <a:gd name="T7" fmla="*/ 2 h 2"/>
                  <a:gd name="T8" fmla="*/ 21 w 2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">
                    <a:moveTo>
                      <a:pt x="0" y="0"/>
                    </a:moveTo>
                    <a:lnTo>
                      <a:pt x="5" y="2"/>
                    </a:lnTo>
                    <a:lnTo>
                      <a:pt x="11" y="2"/>
                    </a:lnTo>
                    <a:lnTo>
                      <a:pt x="16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33" name="Freeform 1138"/>
              <p:cNvSpPr>
                <a:spLocks/>
              </p:cNvSpPr>
              <p:nvPr userDrawn="1"/>
            </p:nvSpPr>
            <p:spPr bwMode="gray">
              <a:xfrm>
                <a:off x="2301" y="1366"/>
                <a:ext cx="4" cy="9"/>
              </a:xfrm>
              <a:custGeom>
                <a:avLst/>
                <a:gdLst>
                  <a:gd name="T0" fmla="*/ 2 w 4"/>
                  <a:gd name="T1" fmla="*/ 9 h 9"/>
                  <a:gd name="T2" fmla="*/ 4 w 4"/>
                  <a:gd name="T3" fmla="*/ 7 h 9"/>
                  <a:gd name="T4" fmla="*/ 4 w 4"/>
                  <a:gd name="T5" fmla="*/ 5 h 9"/>
                  <a:gd name="T6" fmla="*/ 4 w 4"/>
                  <a:gd name="T7" fmla="*/ 2 h 9"/>
                  <a:gd name="T8" fmla="*/ 0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2" y="9"/>
                    </a:moveTo>
                    <a:lnTo>
                      <a:pt x="4" y="7"/>
                    </a:lnTo>
                    <a:lnTo>
                      <a:pt x="4" y="5"/>
                    </a:lnTo>
                    <a:lnTo>
                      <a:pt x="4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34" name="Freeform 1139"/>
              <p:cNvSpPr>
                <a:spLocks/>
              </p:cNvSpPr>
              <p:nvPr userDrawn="1"/>
            </p:nvSpPr>
            <p:spPr bwMode="gray">
              <a:xfrm>
                <a:off x="2139" y="1574"/>
                <a:ext cx="4" cy="9"/>
              </a:xfrm>
              <a:custGeom>
                <a:avLst/>
                <a:gdLst>
                  <a:gd name="T0" fmla="*/ 1 w 3"/>
                  <a:gd name="T1" fmla="*/ 0 h 9"/>
                  <a:gd name="T2" fmla="*/ 0 w 3"/>
                  <a:gd name="T3" fmla="*/ 2 h 9"/>
                  <a:gd name="T4" fmla="*/ 0 w 3"/>
                  <a:gd name="T5" fmla="*/ 4 h 9"/>
                  <a:gd name="T6" fmla="*/ 0 w 3"/>
                  <a:gd name="T7" fmla="*/ 7 h 9"/>
                  <a:gd name="T8" fmla="*/ 3 w 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3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35" name="Line 1140"/>
              <p:cNvSpPr>
                <a:spLocks noChangeShapeType="1"/>
              </p:cNvSpPr>
              <p:nvPr userDrawn="1"/>
            </p:nvSpPr>
            <p:spPr bwMode="gray">
              <a:xfrm flipH="1" flipV="1">
                <a:off x="2135" y="1466"/>
                <a:ext cx="5" cy="22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36" name="Line 1141"/>
              <p:cNvSpPr>
                <a:spLocks noChangeShapeType="1"/>
              </p:cNvSpPr>
              <p:nvPr userDrawn="1"/>
            </p:nvSpPr>
            <p:spPr bwMode="gray">
              <a:xfrm flipH="1" flipV="1">
                <a:off x="2139" y="1460"/>
                <a:ext cx="5" cy="22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37" name="Freeform 1142"/>
              <p:cNvSpPr>
                <a:spLocks/>
              </p:cNvSpPr>
              <p:nvPr userDrawn="1"/>
            </p:nvSpPr>
            <p:spPr bwMode="gray">
              <a:xfrm>
                <a:off x="2135" y="1460"/>
                <a:ext cx="4" cy="9"/>
              </a:xfrm>
              <a:custGeom>
                <a:avLst/>
                <a:gdLst>
                  <a:gd name="T0" fmla="*/ 4 w 4"/>
                  <a:gd name="T1" fmla="*/ 0 h 9"/>
                  <a:gd name="T2" fmla="*/ 0 w 4"/>
                  <a:gd name="T3" fmla="*/ 2 h 9"/>
                  <a:gd name="T4" fmla="*/ 0 w 4"/>
                  <a:gd name="T5" fmla="*/ 6 h 9"/>
                  <a:gd name="T6" fmla="*/ 2 w 4"/>
                  <a:gd name="T7" fmla="*/ 7 h 9"/>
                  <a:gd name="T8" fmla="*/ 4 w 4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2"/>
                    </a:lnTo>
                    <a:lnTo>
                      <a:pt x="0" y="6"/>
                    </a:lnTo>
                    <a:lnTo>
                      <a:pt x="2" y="7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38" name="Line 1143"/>
              <p:cNvSpPr>
                <a:spLocks noChangeShapeType="1"/>
              </p:cNvSpPr>
              <p:nvPr userDrawn="1"/>
            </p:nvSpPr>
            <p:spPr bwMode="gray">
              <a:xfrm>
                <a:off x="2139" y="1469"/>
                <a:ext cx="7" cy="22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39" name="Freeform 1144"/>
              <p:cNvSpPr>
                <a:spLocks/>
              </p:cNvSpPr>
              <p:nvPr userDrawn="1"/>
            </p:nvSpPr>
            <p:spPr bwMode="gray">
              <a:xfrm>
                <a:off x="2141" y="1683"/>
                <a:ext cx="4" cy="13"/>
              </a:xfrm>
              <a:custGeom>
                <a:avLst/>
                <a:gdLst>
                  <a:gd name="T0" fmla="*/ 6 w 6"/>
                  <a:gd name="T1" fmla="*/ 9 h 9"/>
                  <a:gd name="T2" fmla="*/ 2 w 6"/>
                  <a:gd name="T3" fmla="*/ 7 h 9"/>
                  <a:gd name="T4" fmla="*/ 0 w 6"/>
                  <a:gd name="T5" fmla="*/ 5 h 9"/>
                  <a:gd name="T6" fmla="*/ 2 w 6"/>
                  <a:gd name="T7" fmla="*/ 2 h 9"/>
                  <a:gd name="T8" fmla="*/ 4 w 6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9">
                    <a:moveTo>
                      <a:pt x="6" y="9"/>
                    </a:moveTo>
                    <a:lnTo>
                      <a:pt x="2" y="7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4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40" name="Freeform 1145"/>
              <p:cNvSpPr>
                <a:spLocks/>
              </p:cNvSpPr>
              <p:nvPr userDrawn="1"/>
            </p:nvSpPr>
            <p:spPr bwMode="gray">
              <a:xfrm>
                <a:off x="2779" y="1814"/>
                <a:ext cx="19" cy="4"/>
              </a:xfrm>
              <a:custGeom>
                <a:avLst/>
                <a:gdLst>
                  <a:gd name="T0" fmla="*/ 0 w 19"/>
                  <a:gd name="T1" fmla="*/ 1 h 3"/>
                  <a:gd name="T2" fmla="*/ 5 w 19"/>
                  <a:gd name="T3" fmla="*/ 3 h 3"/>
                  <a:gd name="T4" fmla="*/ 10 w 19"/>
                  <a:gd name="T5" fmla="*/ 3 h 3"/>
                  <a:gd name="T6" fmla="*/ 16 w 19"/>
                  <a:gd name="T7" fmla="*/ 1 h 3"/>
                  <a:gd name="T8" fmla="*/ 19 w 19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">
                    <a:moveTo>
                      <a:pt x="0" y="1"/>
                    </a:moveTo>
                    <a:lnTo>
                      <a:pt x="5" y="3"/>
                    </a:lnTo>
                    <a:lnTo>
                      <a:pt x="10" y="3"/>
                    </a:lnTo>
                    <a:lnTo>
                      <a:pt x="16" y="1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41" name="Line 1146"/>
              <p:cNvSpPr>
                <a:spLocks noChangeShapeType="1"/>
              </p:cNvSpPr>
              <p:nvPr userDrawn="1"/>
            </p:nvSpPr>
            <p:spPr bwMode="gray">
              <a:xfrm flipV="1">
                <a:off x="2789" y="1700"/>
                <a:ext cx="1" cy="23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42" name="Line 1147"/>
              <p:cNvSpPr>
                <a:spLocks noChangeShapeType="1"/>
              </p:cNvSpPr>
              <p:nvPr userDrawn="1"/>
            </p:nvSpPr>
            <p:spPr bwMode="gray">
              <a:xfrm flipV="1">
                <a:off x="2779" y="1700"/>
                <a:ext cx="1" cy="23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43" name="Freeform 1148"/>
              <p:cNvSpPr>
                <a:spLocks/>
              </p:cNvSpPr>
              <p:nvPr userDrawn="1"/>
            </p:nvSpPr>
            <p:spPr bwMode="gray">
              <a:xfrm>
                <a:off x="2779" y="1698"/>
                <a:ext cx="19" cy="4"/>
              </a:xfrm>
              <a:custGeom>
                <a:avLst/>
                <a:gdLst>
                  <a:gd name="T0" fmla="*/ 0 w 19"/>
                  <a:gd name="T1" fmla="*/ 2 h 4"/>
                  <a:gd name="T2" fmla="*/ 5 w 19"/>
                  <a:gd name="T3" fmla="*/ 4 h 4"/>
                  <a:gd name="T4" fmla="*/ 10 w 19"/>
                  <a:gd name="T5" fmla="*/ 4 h 4"/>
                  <a:gd name="T6" fmla="*/ 14 w 19"/>
                  <a:gd name="T7" fmla="*/ 4 h 4"/>
                  <a:gd name="T8" fmla="*/ 19 w 19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0" y="2"/>
                    </a:moveTo>
                    <a:lnTo>
                      <a:pt x="5" y="4"/>
                    </a:lnTo>
                    <a:lnTo>
                      <a:pt x="10" y="4"/>
                    </a:lnTo>
                    <a:lnTo>
                      <a:pt x="14" y="4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44" name="Line 1149"/>
              <p:cNvSpPr>
                <a:spLocks noChangeShapeType="1"/>
              </p:cNvSpPr>
              <p:nvPr userDrawn="1"/>
            </p:nvSpPr>
            <p:spPr bwMode="gray">
              <a:xfrm>
                <a:off x="2798" y="1698"/>
                <a:ext cx="1" cy="23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45" name="Freeform 1150"/>
              <p:cNvSpPr>
                <a:spLocks/>
              </p:cNvSpPr>
              <p:nvPr userDrawn="1"/>
            </p:nvSpPr>
            <p:spPr bwMode="gray">
              <a:xfrm>
                <a:off x="2779" y="1931"/>
                <a:ext cx="19" cy="3"/>
              </a:xfrm>
              <a:custGeom>
                <a:avLst/>
                <a:gdLst>
                  <a:gd name="T0" fmla="*/ 19 w 19"/>
                  <a:gd name="T1" fmla="*/ 0 h 3"/>
                  <a:gd name="T2" fmla="*/ 16 w 19"/>
                  <a:gd name="T3" fmla="*/ 3 h 3"/>
                  <a:gd name="T4" fmla="*/ 10 w 19"/>
                  <a:gd name="T5" fmla="*/ 3 h 3"/>
                  <a:gd name="T6" fmla="*/ 5 w 19"/>
                  <a:gd name="T7" fmla="*/ 3 h 3"/>
                  <a:gd name="T8" fmla="*/ 0 w 19"/>
                  <a:gd name="T9" fmla="*/ 2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">
                    <a:moveTo>
                      <a:pt x="19" y="0"/>
                    </a:moveTo>
                    <a:lnTo>
                      <a:pt x="16" y="3"/>
                    </a:lnTo>
                    <a:lnTo>
                      <a:pt x="10" y="3"/>
                    </a:lnTo>
                    <a:lnTo>
                      <a:pt x="5" y="3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46" name="Freeform 1151"/>
              <p:cNvSpPr>
                <a:spLocks/>
              </p:cNvSpPr>
              <p:nvPr userDrawn="1"/>
            </p:nvSpPr>
            <p:spPr bwMode="gray">
              <a:xfrm>
                <a:off x="2356" y="1901"/>
                <a:ext cx="5" cy="9"/>
              </a:xfrm>
              <a:custGeom>
                <a:avLst/>
                <a:gdLst>
                  <a:gd name="T0" fmla="*/ 3 w 5"/>
                  <a:gd name="T1" fmla="*/ 0 h 9"/>
                  <a:gd name="T2" fmla="*/ 1 w 5"/>
                  <a:gd name="T3" fmla="*/ 2 h 9"/>
                  <a:gd name="T4" fmla="*/ 0 w 5"/>
                  <a:gd name="T5" fmla="*/ 5 h 9"/>
                  <a:gd name="T6" fmla="*/ 1 w 5"/>
                  <a:gd name="T7" fmla="*/ 7 h 9"/>
                  <a:gd name="T8" fmla="*/ 5 w 5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1" y="2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5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47" name="Line 1152"/>
              <p:cNvSpPr>
                <a:spLocks noChangeShapeType="1"/>
              </p:cNvSpPr>
              <p:nvPr userDrawn="1"/>
            </p:nvSpPr>
            <p:spPr bwMode="gray">
              <a:xfrm>
                <a:off x="2354" y="1787"/>
                <a:ext cx="4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48" name="Line 1153"/>
              <p:cNvSpPr>
                <a:spLocks noChangeShapeType="1"/>
              </p:cNvSpPr>
              <p:nvPr userDrawn="1"/>
            </p:nvSpPr>
            <p:spPr bwMode="gray">
              <a:xfrm>
                <a:off x="2359" y="1791"/>
                <a:ext cx="4" cy="22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49" name="Freeform 1154"/>
              <p:cNvSpPr>
                <a:spLocks/>
              </p:cNvSpPr>
              <p:nvPr userDrawn="1"/>
            </p:nvSpPr>
            <p:spPr bwMode="gray">
              <a:xfrm>
                <a:off x="2359" y="2013"/>
                <a:ext cx="4" cy="11"/>
              </a:xfrm>
              <a:custGeom>
                <a:avLst/>
                <a:gdLst>
                  <a:gd name="T0" fmla="*/ 4 w 6"/>
                  <a:gd name="T1" fmla="*/ 0 h 11"/>
                  <a:gd name="T2" fmla="*/ 2 w 6"/>
                  <a:gd name="T3" fmla="*/ 4 h 11"/>
                  <a:gd name="T4" fmla="*/ 0 w 6"/>
                  <a:gd name="T5" fmla="*/ 5 h 11"/>
                  <a:gd name="T6" fmla="*/ 2 w 6"/>
                  <a:gd name="T7" fmla="*/ 9 h 11"/>
                  <a:gd name="T8" fmla="*/ 6 w 6"/>
                  <a:gd name="T9" fmla="*/ 1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4" y="0"/>
                    </a:moveTo>
                    <a:lnTo>
                      <a:pt x="2" y="4"/>
                    </a:lnTo>
                    <a:lnTo>
                      <a:pt x="0" y="5"/>
                    </a:lnTo>
                    <a:lnTo>
                      <a:pt x="2" y="9"/>
                    </a:lnTo>
                    <a:lnTo>
                      <a:pt x="6" y="11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50" name="Line 1155"/>
              <p:cNvSpPr>
                <a:spLocks noChangeShapeType="1"/>
              </p:cNvSpPr>
              <p:nvPr userDrawn="1"/>
            </p:nvSpPr>
            <p:spPr bwMode="gray">
              <a:xfrm flipH="1" flipV="1">
                <a:off x="2359" y="1787"/>
                <a:ext cx="4" cy="23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51" name="Freeform 1156"/>
              <p:cNvSpPr>
                <a:spLocks/>
              </p:cNvSpPr>
              <p:nvPr userDrawn="1"/>
            </p:nvSpPr>
            <p:spPr bwMode="gray">
              <a:xfrm>
                <a:off x="2354" y="1787"/>
                <a:ext cx="5" cy="4"/>
              </a:xfrm>
              <a:custGeom>
                <a:avLst/>
                <a:gdLst>
                  <a:gd name="T0" fmla="*/ 3 w 5"/>
                  <a:gd name="T1" fmla="*/ 3 h 3"/>
                  <a:gd name="T2" fmla="*/ 2 w 5"/>
                  <a:gd name="T3" fmla="*/ 3 h 3"/>
                  <a:gd name="T4" fmla="*/ 0 w 5"/>
                  <a:gd name="T5" fmla="*/ 1 h 3"/>
                  <a:gd name="T6" fmla="*/ 0 w 5"/>
                  <a:gd name="T7" fmla="*/ 1 h 3"/>
                  <a:gd name="T8" fmla="*/ 0 w 5"/>
                  <a:gd name="T9" fmla="*/ 1 h 3"/>
                  <a:gd name="T10" fmla="*/ 2 w 5"/>
                  <a:gd name="T11" fmla="*/ 0 h 3"/>
                  <a:gd name="T12" fmla="*/ 5 w 5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" h="3">
                    <a:moveTo>
                      <a:pt x="3" y="3"/>
                    </a:moveTo>
                    <a:lnTo>
                      <a:pt x="2" y="3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52" name="Freeform 1157"/>
              <p:cNvSpPr>
                <a:spLocks/>
              </p:cNvSpPr>
              <p:nvPr userDrawn="1"/>
            </p:nvSpPr>
            <p:spPr bwMode="gray">
              <a:xfrm>
                <a:off x="2361" y="2013"/>
                <a:ext cx="10" cy="18"/>
              </a:xfrm>
              <a:custGeom>
                <a:avLst/>
                <a:gdLst>
                  <a:gd name="T0" fmla="*/ 10 w 10"/>
                  <a:gd name="T1" fmla="*/ 18 h 18"/>
                  <a:gd name="T2" fmla="*/ 7 w 10"/>
                  <a:gd name="T3" fmla="*/ 14 h 18"/>
                  <a:gd name="T4" fmla="*/ 3 w 10"/>
                  <a:gd name="T5" fmla="*/ 11 h 18"/>
                  <a:gd name="T6" fmla="*/ 2 w 10"/>
                  <a:gd name="T7" fmla="*/ 5 h 18"/>
                  <a:gd name="T8" fmla="*/ 0 w 1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10" y="18"/>
                    </a:moveTo>
                    <a:lnTo>
                      <a:pt x="7" y="14"/>
                    </a:lnTo>
                    <a:lnTo>
                      <a:pt x="3" y="11"/>
                    </a:ln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53" name="Freeform 1158"/>
              <p:cNvSpPr>
                <a:spLocks/>
              </p:cNvSpPr>
              <p:nvPr userDrawn="1"/>
            </p:nvSpPr>
            <p:spPr bwMode="gray">
              <a:xfrm>
                <a:off x="2515" y="1193"/>
                <a:ext cx="19" cy="2"/>
              </a:xfrm>
              <a:custGeom>
                <a:avLst/>
                <a:gdLst>
                  <a:gd name="T0" fmla="*/ 0 w 19"/>
                  <a:gd name="T1" fmla="*/ 2 h 2"/>
                  <a:gd name="T2" fmla="*/ 7 w 19"/>
                  <a:gd name="T3" fmla="*/ 0 h 2"/>
                  <a:gd name="T4" fmla="*/ 14 w 19"/>
                  <a:gd name="T5" fmla="*/ 0 h 2"/>
                  <a:gd name="T6" fmla="*/ 19 w 19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0" y="2"/>
                    </a:moveTo>
                    <a:lnTo>
                      <a:pt x="7" y="0"/>
                    </a:lnTo>
                    <a:lnTo>
                      <a:pt x="14" y="0"/>
                    </a:lnTo>
                    <a:lnTo>
                      <a:pt x="19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54" name="Freeform 1159"/>
              <p:cNvSpPr>
                <a:spLocks/>
              </p:cNvSpPr>
              <p:nvPr userDrawn="1"/>
            </p:nvSpPr>
            <p:spPr bwMode="gray">
              <a:xfrm>
                <a:off x="2431" y="1226"/>
                <a:ext cx="10" cy="11"/>
              </a:xfrm>
              <a:custGeom>
                <a:avLst/>
                <a:gdLst>
                  <a:gd name="T0" fmla="*/ 0 w 10"/>
                  <a:gd name="T1" fmla="*/ 11 h 11"/>
                  <a:gd name="T2" fmla="*/ 0 w 10"/>
                  <a:gd name="T3" fmla="*/ 7 h 11"/>
                  <a:gd name="T4" fmla="*/ 3 w 10"/>
                  <a:gd name="T5" fmla="*/ 4 h 11"/>
                  <a:gd name="T6" fmla="*/ 5 w 10"/>
                  <a:gd name="T7" fmla="*/ 2 h 11"/>
                  <a:gd name="T8" fmla="*/ 9 w 10"/>
                  <a:gd name="T9" fmla="*/ 0 h 11"/>
                  <a:gd name="T10" fmla="*/ 10 w 10"/>
                  <a:gd name="T11" fmla="*/ 2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1">
                    <a:moveTo>
                      <a:pt x="0" y="11"/>
                    </a:moveTo>
                    <a:lnTo>
                      <a:pt x="0" y="7"/>
                    </a:lnTo>
                    <a:lnTo>
                      <a:pt x="3" y="4"/>
                    </a:lnTo>
                    <a:lnTo>
                      <a:pt x="5" y="2"/>
                    </a:lnTo>
                    <a:lnTo>
                      <a:pt x="9" y="0"/>
                    </a:lnTo>
                    <a:lnTo>
                      <a:pt x="1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55" name="Line 1160"/>
              <p:cNvSpPr>
                <a:spLocks noChangeShapeType="1"/>
              </p:cNvSpPr>
              <p:nvPr userDrawn="1"/>
            </p:nvSpPr>
            <p:spPr bwMode="gray">
              <a:xfrm flipH="1">
                <a:off x="2350" y="1187"/>
                <a:ext cx="166" cy="8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56" name="Line 1161"/>
              <p:cNvSpPr>
                <a:spLocks noChangeShapeType="1"/>
              </p:cNvSpPr>
              <p:nvPr userDrawn="1"/>
            </p:nvSpPr>
            <p:spPr bwMode="gray">
              <a:xfrm flipH="1">
                <a:off x="2347" y="1195"/>
                <a:ext cx="169" cy="8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57" name="Freeform 1162"/>
              <p:cNvSpPr>
                <a:spLocks/>
              </p:cNvSpPr>
              <p:nvPr userDrawn="1"/>
            </p:nvSpPr>
            <p:spPr bwMode="gray">
              <a:xfrm>
                <a:off x="2347" y="1270"/>
                <a:ext cx="13" cy="10"/>
              </a:xfrm>
              <a:custGeom>
                <a:avLst/>
                <a:gdLst>
                  <a:gd name="T0" fmla="*/ 0 w 10"/>
                  <a:gd name="T1" fmla="*/ 10 h 10"/>
                  <a:gd name="T2" fmla="*/ 2 w 10"/>
                  <a:gd name="T3" fmla="*/ 5 h 10"/>
                  <a:gd name="T4" fmla="*/ 3 w 10"/>
                  <a:gd name="T5" fmla="*/ 2 h 10"/>
                  <a:gd name="T6" fmla="*/ 5 w 10"/>
                  <a:gd name="T7" fmla="*/ 0 h 10"/>
                  <a:gd name="T8" fmla="*/ 9 w 10"/>
                  <a:gd name="T9" fmla="*/ 0 h 10"/>
                  <a:gd name="T10" fmla="*/ 10 w 10"/>
                  <a:gd name="T11" fmla="*/ 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0">
                    <a:moveTo>
                      <a:pt x="0" y="10"/>
                    </a:moveTo>
                    <a:lnTo>
                      <a:pt x="2" y="5"/>
                    </a:lnTo>
                    <a:lnTo>
                      <a:pt x="3" y="2"/>
                    </a:lnTo>
                    <a:lnTo>
                      <a:pt x="5" y="0"/>
                    </a:lnTo>
                    <a:lnTo>
                      <a:pt x="9" y="0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58" name="Line 1163"/>
              <p:cNvSpPr>
                <a:spLocks noChangeShapeType="1"/>
              </p:cNvSpPr>
              <p:nvPr userDrawn="1"/>
            </p:nvSpPr>
            <p:spPr bwMode="gray">
              <a:xfrm flipV="1">
                <a:off x="2359" y="1186"/>
                <a:ext cx="166" cy="8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59" name="Freeform 1164"/>
              <p:cNvSpPr>
                <a:spLocks/>
              </p:cNvSpPr>
              <p:nvPr userDrawn="1"/>
            </p:nvSpPr>
            <p:spPr bwMode="gray">
              <a:xfrm>
                <a:off x="2515" y="1186"/>
                <a:ext cx="10" cy="9"/>
              </a:xfrm>
              <a:custGeom>
                <a:avLst/>
                <a:gdLst>
                  <a:gd name="T0" fmla="*/ 0 w 10"/>
                  <a:gd name="T1" fmla="*/ 9 h 9"/>
                  <a:gd name="T2" fmla="*/ 0 w 10"/>
                  <a:gd name="T3" fmla="*/ 5 h 9"/>
                  <a:gd name="T4" fmla="*/ 2 w 10"/>
                  <a:gd name="T5" fmla="*/ 2 h 9"/>
                  <a:gd name="T6" fmla="*/ 3 w 10"/>
                  <a:gd name="T7" fmla="*/ 0 h 9"/>
                  <a:gd name="T8" fmla="*/ 7 w 10"/>
                  <a:gd name="T9" fmla="*/ 0 h 9"/>
                  <a:gd name="T10" fmla="*/ 10 w 10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0" y="9"/>
                    </a:moveTo>
                    <a:lnTo>
                      <a:pt x="0" y="5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60" name="Freeform 1165"/>
              <p:cNvSpPr>
                <a:spLocks/>
              </p:cNvSpPr>
              <p:nvPr userDrawn="1"/>
            </p:nvSpPr>
            <p:spPr bwMode="gray">
              <a:xfrm>
                <a:off x="2347" y="1396"/>
                <a:ext cx="5" cy="9"/>
              </a:xfrm>
              <a:custGeom>
                <a:avLst/>
                <a:gdLst>
                  <a:gd name="T0" fmla="*/ 3 w 5"/>
                  <a:gd name="T1" fmla="*/ 0 h 9"/>
                  <a:gd name="T2" fmla="*/ 0 w 5"/>
                  <a:gd name="T3" fmla="*/ 3 h 9"/>
                  <a:gd name="T4" fmla="*/ 0 w 5"/>
                  <a:gd name="T5" fmla="*/ 5 h 9"/>
                  <a:gd name="T6" fmla="*/ 2 w 5"/>
                  <a:gd name="T7" fmla="*/ 7 h 9"/>
                  <a:gd name="T8" fmla="*/ 5 w 5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5"/>
                    </a:lnTo>
                    <a:lnTo>
                      <a:pt x="2" y="7"/>
                    </a:lnTo>
                    <a:lnTo>
                      <a:pt x="5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61" name="Line 1166"/>
              <p:cNvSpPr>
                <a:spLocks noChangeShapeType="1"/>
              </p:cNvSpPr>
              <p:nvPr userDrawn="1"/>
            </p:nvSpPr>
            <p:spPr bwMode="gray">
              <a:xfrm>
                <a:off x="2343" y="1283"/>
                <a:ext cx="6" cy="23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62" name="Line 1167"/>
              <p:cNvSpPr>
                <a:spLocks noChangeShapeType="1"/>
              </p:cNvSpPr>
              <p:nvPr userDrawn="1"/>
            </p:nvSpPr>
            <p:spPr bwMode="gray">
              <a:xfrm>
                <a:off x="2347" y="1280"/>
                <a:ext cx="5" cy="23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63" name="Freeform 1168"/>
              <p:cNvSpPr>
                <a:spLocks/>
              </p:cNvSpPr>
              <p:nvPr userDrawn="1"/>
            </p:nvSpPr>
            <p:spPr bwMode="gray">
              <a:xfrm>
                <a:off x="2350" y="1513"/>
                <a:ext cx="4" cy="21"/>
              </a:xfrm>
              <a:custGeom>
                <a:avLst/>
                <a:gdLst>
                  <a:gd name="T0" fmla="*/ 3 w 5"/>
                  <a:gd name="T1" fmla="*/ 0 h 21"/>
                  <a:gd name="T2" fmla="*/ 0 w 5"/>
                  <a:gd name="T3" fmla="*/ 5 h 21"/>
                  <a:gd name="T4" fmla="*/ 0 w 5"/>
                  <a:gd name="T5" fmla="*/ 10 h 21"/>
                  <a:gd name="T6" fmla="*/ 1 w 5"/>
                  <a:gd name="T7" fmla="*/ 16 h 21"/>
                  <a:gd name="T8" fmla="*/ 5 w 5"/>
                  <a:gd name="T9" fmla="*/ 21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21">
                    <a:moveTo>
                      <a:pt x="3" y="0"/>
                    </a:moveTo>
                    <a:lnTo>
                      <a:pt x="0" y="5"/>
                    </a:lnTo>
                    <a:lnTo>
                      <a:pt x="0" y="10"/>
                    </a:lnTo>
                    <a:lnTo>
                      <a:pt x="1" y="16"/>
                    </a:lnTo>
                    <a:lnTo>
                      <a:pt x="5" y="21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64" name="Line 1169"/>
              <p:cNvSpPr>
                <a:spLocks noChangeShapeType="1"/>
              </p:cNvSpPr>
              <p:nvPr userDrawn="1"/>
            </p:nvSpPr>
            <p:spPr bwMode="gray">
              <a:xfrm flipH="1" flipV="1">
                <a:off x="2350" y="1287"/>
                <a:ext cx="4" cy="24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65" name="Freeform 1170"/>
              <p:cNvSpPr>
                <a:spLocks/>
              </p:cNvSpPr>
              <p:nvPr userDrawn="1"/>
            </p:nvSpPr>
            <p:spPr bwMode="gray">
              <a:xfrm>
                <a:off x="2345" y="1280"/>
                <a:ext cx="4" cy="7"/>
              </a:xfrm>
              <a:custGeom>
                <a:avLst/>
                <a:gdLst>
                  <a:gd name="T0" fmla="*/ 4 w 4"/>
                  <a:gd name="T1" fmla="*/ 7 h 7"/>
                  <a:gd name="T2" fmla="*/ 2 w 4"/>
                  <a:gd name="T3" fmla="*/ 6 h 7"/>
                  <a:gd name="T4" fmla="*/ 0 w 4"/>
                  <a:gd name="T5" fmla="*/ 4 h 7"/>
                  <a:gd name="T6" fmla="*/ 0 w 4"/>
                  <a:gd name="T7" fmla="*/ 2 h 7"/>
                  <a:gd name="T8" fmla="*/ 2 w 4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7">
                    <a:moveTo>
                      <a:pt x="4" y="7"/>
                    </a:move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66" name="Freeform 1171"/>
              <p:cNvSpPr>
                <a:spLocks/>
              </p:cNvSpPr>
              <p:nvPr userDrawn="1"/>
            </p:nvSpPr>
            <p:spPr bwMode="gray">
              <a:xfrm>
                <a:off x="2558" y="1985"/>
                <a:ext cx="19" cy="4"/>
              </a:xfrm>
              <a:custGeom>
                <a:avLst/>
                <a:gdLst>
                  <a:gd name="T0" fmla="*/ 19 w 19"/>
                  <a:gd name="T1" fmla="*/ 0 h 4"/>
                  <a:gd name="T2" fmla="*/ 14 w 19"/>
                  <a:gd name="T3" fmla="*/ 2 h 4"/>
                  <a:gd name="T4" fmla="*/ 10 w 19"/>
                  <a:gd name="T5" fmla="*/ 4 h 4"/>
                  <a:gd name="T6" fmla="*/ 5 w 19"/>
                  <a:gd name="T7" fmla="*/ 4 h 4"/>
                  <a:gd name="T8" fmla="*/ 0 w 19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19" y="0"/>
                    </a:moveTo>
                    <a:lnTo>
                      <a:pt x="14" y="2"/>
                    </a:lnTo>
                    <a:lnTo>
                      <a:pt x="10" y="4"/>
                    </a:lnTo>
                    <a:lnTo>
                      <a:pt x="5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67" name="Line 1172"/>
              <p:cNvSpPr>
                <a:spLocks noChangeShapeType="1"/>
              </p:cNvSpPr>
              <p:nvPr userDrawn="1"/>
            </p:nvSpPr>
            <p:spPr bwMode="gray">
              <a:xfrm>
                <a:off x="2567" y="1870"/>
                <a:ext cx="2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68" name="Line 1173"/>
              <p:cNvSpPr>
                <a:spLocks noChangeShapeType="1"/>
              </p:cNvSpPr>
              <p:nvPr userDrawn="1"/>
            </p:nvSpPr>
            <p:spPr bwMode="gray">
              <a:xfrm>
                <a:off x="2576" y="1873"/>
                <a:ext cx="4" cy="22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69" name="Freeform 1174"/>
              <p:cNvSpPr>
                <a:spLocks/>
              </p:cNvSpPr>
              <p:nvPr userDrawn="1"/>
            </p:nvSpPr>
            <p:spPr bwMode="gray">
              <a:xfrm>
                <a:off x="2558" y="2097"/>
                <a:ext cx="21" cy="4"/>
              </a:xfrm>
              <a:custGeom>
                <a:avLst/>
                <a:gdLst>
                  <a:gd name="T0" fmla="*/ 21 w 21"/>
                  <a:gd name="T1" fmla="*/ 0 h 4"/>
                  <a:gd name="T2" fmla="*/ 15 w 21"/>
                  <a:gd name="T3" fmla="*/ 4 h 4"/>
                  <a:gd name="T4" fmla="*/ 10 w 21"/>
                  <a:gd name="T5" fmla="*/ 4 h 4"/>
                  <a:gd name="T6" fmla="*/ 5 w 21"/>
                  <a:gd name="T7" fmla="*/ 4 h 4"/>
                  <a:gd name="T8" fmla="*/ 0 w 21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4">
                    <a:moveTo>
                      <a:pt x="21" y="0"/>
                    </a:moveTo>
                    <a:lnTo>
                      <a:pt x="15" y="4"/>
                    </a:lnTo>
                    <a:lnTo>
                      <a:pt x="10" y="4"/>
                    </a:lnTo>
                    <a:lnTo>
                      <a:pt x="5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70" name="Line 1175"/>
              <p:cNvSpPr>
                <a:spLocks noChangeShapeType="1"/>
              </p:cNvSpPr>
              <p:nvPr userDrawn="1"/>
            </p:nvSpPr>
            <p:spPr bwMode="gray">
              <a:xfrm flipH="1" flipV="1">
                <a:off x="2555" y="1861"/>
                <a:ext cx="4" cy="23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71" name="Freeform 1176"/>
              <p:cNvSpPr>
                <a:spLocks/>
              </p:cNvSpPr>
              <p:nvPr userDrawn="1"/>
            </p:nvSpPr>
            <p:spPr bwMode="gray">
              <a:xfrm>
                <a:off x="2555" y="1861"/>
                <a:ext cx="22" cy="12"/>
              </a:xfrm>
              <a:custGeom>
                <a:avLst/>
                <a:gdLst>
                  <a:gd name="T0" fmla="*/ 19 w 19"/>
                  <a:gd name="T1" fmla="*/ 12 h 12"/>
                  <a:gd name="T2" fmla="*/ 12 w 19"/>
                  <a:gd name="T3" fmla="*/ 9 h 12"/>
                  <a:gd name="T4" fmla="*/ 5 w 19"/>
                  <a:gd name="T5" fmla="*/ 5 h 12"/>
                  <a:gd name="T6" fmla="*/ 0 w 19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2">
                    <a:moveTo>
                      <a:pt x="19" y="12"/>
                    </a:moveTo>
                    <a:lnTo>
                      <a:pt x="12" y="9"/>
                    </a:lnTo>
                    <a:lnTo>
                      <a:pt x="5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72" name="Freeform 1177"/>
              <p:cNvSpPr>
                <a:spLocks/>
              </p:cNvSpPr>
              <p:nvPr userDrawn="1"/>
            </p:nvSpPr>
            <p:spPr bwMode="gray">
              <a:xfrm>
                <a:off x="2646" y="2048"/>
                <a:ext cx="12" cy="9"/>
              </a:xfrm>
              <a:custGeom>
                <a:avLst/>
                <a:gdLst>
                  <a:gd name="T0" fmla="*/ 12 w 12"/>
                  <a:gd name="T1" fmla="*/ 0 h 9"/>
                  <a:gd name="T2" fmla="*/ 10 w 12"/>
                  <a:gd name="T3" fmla="*/ 3 h 9"/>
                  <a:gd name="T4" fmla="*/ 9 w 12"/>
                  <a:gd name="T5" fmla="*/ 7 h 9"/>
                  <a:gd name="T6" fmla="*/ 5 w 12"/>
                  <a:gd name="T7" fmla="*/ 9 h 9"/>
                  <a:gd name="T8" fmla="*/ 0 w 12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12" y="0"/>
                    </a:moveTo>
                    <a:lnTo>
                      <a:pt x="10" y="3"/>
                    </a:lnTo>
                    <a:lnTo>
                      <a:pt x="9" y="7"/>
                    </a:lnTo>
                    <a:lnTo>
                      <a:pt x="5" y="9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73" name="Line 1178"/>
              <p:cNvSpPr>
                <a:spLocks noChangeShapeType="1"/>
              </p:cNvSpPr>
              <p:nvPr userDrawn="1"/>
            </p:nvSpPr>
            <p:spPr bwMode="gray">
              <a:xfrm flipV="1">
                <a:off x="2576" y="2010"/>
                <a:ext cx="159" cy="9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74" name="Line 1179"/>
              <p:cNvSpPr>
                <a:spLocks noChangeShapeType="1"/>
              </p:cNvSpPr>
              <p:nvPr userDrawn="1"/>
            </p:nvSpPr>
            <p:spPr bwMode="gray">
              <a:xfrm flipV="1">
                <a:off x="2578" y="2003"/>
                <a:ext cx="159" cy="9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75" name="Freeform 1180"/>
              <p:cNvSpPr>
                <a:spLocks/>
              </p:cNvSpPr>
              <p:nvPr userDrawn="1"/>
            </p:nvSpPr>
            <p:spPr bwMode="gray">
              <a:xfrm>
                <a:off x="2726" y="2003"/>
                <a:ext cx="11" cy="8"/>
              </a:xfrm>
              <a:custGeom>
                <a:avLst/>
                <a:gdLst>
                  <a:gd name="T0" fmla="*/ 11 w 11"/>
                  <a:gd name="T1" fmla="*/ 0 h 8"/>
                  <a:gd name="T2" fmla="*/ 11 w 11"/>
                  <a:gd name="T3" fmla="*/ 3 h 8"/>
                  <a:gd name="T4" fmla="*/ 9 w 11"/>
                  <a:gd name="T5" fmla="*/ 7 h 8"/>
                  <a:gd name="T6" fmla="*/ 7 w 11"/>
                  <a:gd name="T7" fmla="*/ 8 h 8"/>
                  <a:gd name="T8" fmla="*/ 4 w 11"/>
                  <a:gd name="T9" fmla="*/ 8 h 8"/>
                  <a:gd name="T10" fmla="*/ 0 w 11"/>
                  <a:gd name="T11" fmla="*/ 7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8">
                    <a:moveTo>
                      <a:pt x="11" y="0"/>
                    </a:moveTo>
                    <a:lnTo>
                      <a:pt x="11" y="3"/>
                    </a:lnTo>
                    <a:lnTo>
                      <a:pt x="9" y="7"/>
                    </a:lnTo>
                    <a:lnTo>
                      <a:pt x="7" y="8"/>
                    </a:lnTo>
                    <a:lnTo>
                      <a:pt x="4" y="8"/>
                    </a:lnTo>
                    <a:lnTo>
                      <a:pt x="0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76" name="Line 1181"/>
              <p:cNvSpPr>
                <a:spLocks noChangeShapeType="1"/>
              </p:cNvSpPr>
              <p:nvPr userDrawn="1"/>
            </p:nvSpPr>
            <p:spPr bwMode="gray">
              <a:xfrm flipH="1">
                <a:off x="2567" y="2010"/>
                <a:ext cx="161" cy="9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77" name="Freeform 1182"/>
              <p:cNvSpPr>
                <a:spLocks/>
              </p:cNvSpPr>
              <p:nvPr userDrawn="1"/>
            </p:nvSpPr>
            <p:spPr bwMode="gray">
              <a:xfrm>
                <a:off x="2567" y="2097"/>
                <a:ext cx="13" cy="11"/>
              </a:xfrm>
              <a:custGeom>
                <a:avLst/>
                <a:gdLst>
                  <a:gd name="T0" fmla="*/ 0 w 13"/>
                  <a:gd name="T1" fmla="*/ 9 h 11"/>
                  <a:gd name="T2" fmla="*/ 6 w 13"/>
                  <a:gd name="T3" fmla="*/ 11 h 11"/>
                  <a:gd name="T4" fmla="*/ 7 w 13"/>
                  <a:gd name="T5" fmla="*/ 9 h 11"/>
                  <a:gd name="T6" fmla="*/ 11 w 13"/>
                  <a:gd name="T7" fmla="*/ 7 h 11"/>
                  <a:gd name="T8" fmla="*/ 11 w 13"/>
                  <a:gd name="T9" fmla="*/ 5 h 11"/>
                  <a:gd name="T10" fmla="*/ 13 w 13"/>
                  <a:gd name="T11" fmla="*/ 0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1">
                    <a:moveTo>
                      <a:pt x="0" y="9"/>
                    </a:moveTo>
                    <a:lnTo>
                      <a:pt x="6" y="11"/>
                    </a:lnTo>
                    <a:lnTo>
                      <a:pt x="7" y="9"/>
                    </a:lnTo>
                    <a:lnTo>
                      <a:pt x="11" y="7"/>
                    </a:lnTo>
                    <a:lnTo>
                      <a:pt x="11" y="5"/>
                    </a:lnTo>
                    <a:lnTo>
                      <a:pt x="13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78" name="Line 1183"/>
              <p:cNvSpPr>
                <a:spLocks noChangeShapeType="1"/>
              </p:cNvSpPr>
              <p:nvPr userDrawn="1"/>
            </p:nvSpPr>
            <p:spPr bwMode="gray">
              <a:xfrm flipV="1">
                <a:off x="2741" y="1924"/>
                <a:ext cx="1" cy="7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79" name="Line 1184"/>
              <p:cNvSpPr>
                <a:spLocks noChangeShapeType="1"/>
              </p:cNvSpPr>
              <p:nvPr userDrawn="1"/>
            </p:nvSpPr>
            <p:spPr bwMode="gray">
              <a:xfrm flipV="1">
                <a:off x="2737" y="1924"/>
                <a:ext cx="1" cy="7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80" name="Line 1185"/>
              <p:cNvSpPr>
                <a:spLocks noChangeShapeType="1"/>
              </p:cNvSpPr>
              <p:nvPr userDrawn="1"/>
            </p:nvSpPr>
            <p:spPr bwMode="gray">
              <a:xfrm>
                <a:off x="2733" y="1922"/>
                <a:ext cx="2" cy="7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81" name="Freeform 1186"/>
              <p:cNvSpPr>
                <a:spLocks/>
              </p:cNvSpPr>
              <p:nvPr userDrawn="1"/>
            </p:nvSpPr>
            <p:spPr bwMode="gray">
              <a:xfrm>
                <a:off x="2735" y="1992"/>
                <a:ext cx="4" cy="11"/>
              </a:xfrm>
              <a:custGeom>
                <a:avLst/>
                <a:gdLst>
                  <a:gd name="T0" fmla="*/ 2 w 4"/>
                  <a:gd name="T1" fmla="*/ 11 h 11"/>
                  <a:gd name="T2" fmla="*/ 4 w 4"/>
                  <a:gd name="T3" fmla="*/ 7 h 11"/>
                  <a:gd name="T4" fmla="*/ 4 w 4"/>
                  <a:gd name="T5" fmla="*/ 5 h 11"/>
                  <a:gd name="T6" fmla="*/ 2 w 4"/>
                  <a:gd name="T7" fmla="*/ 4 h 11"/>
                  <a:gd name="T8" fmla="*/ 0 w 4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1">
                    <a:moveTo>
                      <a:pt x="2" y="11"/>
                    </a:moveTo>
                    <a:lnTo>
                      <a:pt x="4" y="7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82" name="Freeform 1187"/>
              <p:cNvSpPr>
                <a:spLocks/>
              </p:cNvSpPr>
              <p:nvPr userDrawn="1"/>
            </p:nvSpPr>
            <p:spPr bwMode="gray">
              <a:xfrm>
                <a:off x="2732" y="1377"/>
                <a:ext cx="4" cy="8"/>
              </a:xfrm>
              <a:custGeom>
                <a:avLst/>
                <a:gdLst>
                  <a:gd name="T0" fmla="*/ 3 w 5"/>
                  <a:gd name="T1" fmla="*/ 8 h 8"/>
                  <a:gd name="T2" fmla="*/ 5 w 5"/>
                  <a:gd name="T3" fmla="*/ 7 h 8"/>
                  <a:gd name="T4" fmla="*/ 5 w 5"/>
                  <a:gd name="T5" fmla="*/ 5 h 8"/>
                  <a:gd name="T6" fmla="*/ 3 w 5"/>
                  <a:gd name="T7" fmla="*/ 1 h 8"/>
                  <a:gd name="T8" fmla="*/ 0 w 5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3" y="8"/>
                    </a:moveTo>
                    <a:lnTo>
                      <a:pt x="5" y="7"/>
                    </a:lnTo>
                    <a:lnTo>
                      <a:pt x="5" y="5"/>
                    </a:lnTo>
                    <a:lnTo>
                      <a:pt x="3" y="1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83" name="Line 1188"/>
              <p:cNvSpPr>
                <a:spLocks noChangeShapeType="1"/>
              </p:cNvSpPr>
              <p:nvPr userDrawn="1"/>
            </p:nvSpPr>
            <p:spPr bwMode="gray">
              <a:xfrm flipH="1" flipV="1">
                <a:off x="2737" y="1265"/>
                <a:ext cx="4" cy="23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84" name="Line 1189"/>
              <p:cNvSpPr>
                <a:spLocks noChangeShapeType="1"/>
              </p:cNvSpPr>
              <p:nvPr userDrawn="1"/>
            </p:nvSpPr>
            <p:spPr bwMode="gray">
              <a:xfrm flipV="1">
                <a:off x="2735" y="1270"/>
                <a:ext cx="1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85" name="Freeform 1190"/>
              <p:cNvSpPr>
                <a:spLocks/>
              </p:cNvSpPr>
              <p:nvPr userDrawn="1"/>
            </p:nvSpPr>
            <p:spPr bwMode="gray">
              <a:xfrm>
                <a:off x="2732" y="1261"/>
                <a:ext cx="4" cy="9"/>
              </a:xfrm>
              <a:custGeom>
                <a:avLst/>
                <a:gdLst>
                  <a:gd name="T0" fmla="*/ 3 w 5"/>
                  <a:gd name="T1" fmla="*/ 9 h 9"/>
                  <a:gd name="T2" fmla="*/ 5 w 5"/>
                  <a:gd name="T3" fmla="*/ 5 h 9"/>
                  <a:gd name="T4" fmla="*/ 5 w 5"/>
                  <a:gd name="T5" fmla="*/ 4 h 9"/>
                  <a:gd name="T6" fmla="*/ 3 w 5"/>
                  <a:gd name="T7" fmla="*/ 2 h 9"/>
                  <a:gd name="T8" fmla="*/ 0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3" y="9"/>
                    </a:moveTo>
                    <a:lnTo>
                      <a:pt x="5" y="5"/>
                    </a:lnTo>
                    <a:lnTo>
                      <a:pt x="5" y="4"/>
                    </a:lnTo>
                    <a:lnTo>
                      <a:pt x="3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86" name="Line 1191"/>
              <p:cNvSpPr>
                <a:spLocks noChangeShapeType="1"/>
              </p:cNvSpPr>
              <p:nvPr userDrawn="1"/>
            </p:nvSpPr>
            <p:spPr bwMode="gray">
              <a:xfrm>
                <a:off x="2732" y="1261"/>
                <a:ext cx="1" cy="24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87" name="Freeform 1192"/>
              <p:cNvSpPr>
                <a:spLocks/>
              </p:cNvSpPr>
              <p:nvPr userDrawn="1"/>
            </p:nvSpPr>
            <p:spPr bwMode="gray">
              <a:xfrm>
                <a:off x="2733" y="1500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4 w 6"/>
                  <a:gd name="T3" fmla="*/ 0 h 4"/>
                  <a:gd name="T4" fmla="*/ 6 w 6"/>
                  <a:gd name="T5" fmla="*/ 0 h 4"/>
                  <a:gd name="T6" fmla="*/ 4 w 6"/>
                  <a:gd name="T7" fmla="*/ 2 h 4"/>
                  <a:gd name="T8" fmla="*/ 2 w 6"/>
                  <a:gd name="T9" fmla="*/ 2 h 4"/>
                  <a:gd name="T10" fmla="*/ 0 w 6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4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4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88" name="Freeform 1193"/>
              <p:cNvSpPr>
                <a:spLocks/>
              </p:cNvSpPr>
              <p:nvPr userDrawn="1"/>
            </p:nvSpPr>
            <p:spPr bwMode="gray">
              <a:xfrm>
                <a:off x="2641" y="1296"/>
                <a:ext cx="13" cy="13"/>
              </a:xfrm>
              <a:custGeom>
                <a:avLst/>
                <a:gdLst>
                  <a:gd name="T0" fmla="*/ 12 w 12"/>
                  <a:gd name="T1" fmla="*/ 16 h 16"/>
                  <a:gd name="T2" fmla="*/ 10 w 12"/>
                  <a:gd name="T3" fmla="*/ 11 h 16"/>
                  <a:gd name="T4" fmla="*/ 8 w 12"/>
                  <a:gd name="T5" fmla="*/ 5 h 16"/>
                  <a:gd name="T6" fmla="*/ 5 w 12"/>
                  <a:gd name="T7" fmla="*/ 2 h 16"/>
                  <a:gd name="T8" fmla="*/ 0 w 12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12" y="16"/>
                    </a:moveTo>
                    <a:lnTo>
                      <a:pt x="10" y="11"/>
                    </a:lnTo>
                    <a:lnTo>
                      <a:pt x="8" y="5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89" name="Line 1194"/>
              <p:cNvSpPr>
                <a:spLocks noChangeShapeType="1"/>
              </p:cNvSpPr>
              <p:nvPr userDrawn="1"/>
            </p:nvSpPr>
            <p:spPr bwMode="gray">
              <a:xfrm flipH="1">
                <a:off x="2567" y="1257"/>
                <a:ext cx="165" cy="8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90" name="Line 1195"/>
              <p:cNvSpPr>
                <a:spLocks noChangeShapeType="1"/>
              </p:cNvSpPr>
              <p:nvPr userDrawn="1"/>
            </p:nvSpPr>
            <p:spPr bwMode="gray">
              <a:xfrm flipH="1">
                <a:off x="2571" y="1270"/>
                <a:ext cx="164" cy="8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91" name="Freeform 1196"/>
              <p:cNvSpPr>
                <a:spLocks/>
              </p:cNvSpPr>
              <p:nvPr userDrawn="1"/>
            </p:nvSpPr>
            <p:spPr bwMode="gray">
              <a:xfrm>
                <a:off x="2558" y="1340"/>
                <a:ext cx="13" cy="16"/>
              </a:xfrm>
              <a:custGeom>
                <a:avLst/>
                <a:gdLst>
                  <a:gd name="T0" fmla="*/ 13 w 13"/>
                  <a:gd name="T1" fmla="*/ 16 h 16"/>
                  <a:gd name="T2" fmla="*/ 11 w 13"/>
                  <a:gd name="T3" fmla="*/ 10 h 16"/>
                  <a:gd name="T4" fmla="*/ 9 w 13"/>
                  <a:gd name="T5" fmla="*/ 7 h 16"/>
                  <a:gd name="T6" fmla="*/ 6 w 13"/>
                  <a:gd name="T7" fmla="*/ 2 h 16"/>
                  <a:gd name="T8" fmla="*/ 0 w 13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6">
                    <a:moveTo>
                      <a:pt x="13" y="16"/>
                    </a:moveTo>
                    <a:lnTo>
                      <a:pt x="11" y="10"/>
                    </a:lnTo>
                    <a:lnTo>
                      <a:pt x="9" y="7"/>
                    </a:lnTo>
                    <a:lnTo>
                      <a:pt x="6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92" name="Line 1197"/>
              <p:cNvSpPr>
                <a:spLocks noChangeShapeType="1"/>
              </p:cNvSpPr>
              <p:nvPr userDrawn="1"/>
            </p:nvSpPr>
            <p:spPr bwMode="gray">
              <a:xfrm flipV="1">
                <a:off x="2558" y="1252"/>
                <a:ext cx="165" cy="8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93" name="Freeform 1198"/>
              <p:cNvSpPr>
                <a:spLocks/>
              </p:cNvSpPr>
              <p:nvPr userDrawn="1"/>
            </p:nvSpPr>
            <p:spPr bwMode="gray">
              <a:xfrm>
                <a:off x="2723" y="1252"/>
                <a:ext cx="12" cy="18"/>
              </a:xfrm>
              <a:custGeom>
                <a:avLst/>
                <a:gdLst>
                  <a:gd name="T0" fmla="*/ 12 w 12"/>
                  <a:gd name="T1" fmla="*/ 18 h 18"/>
                  <a:gd name="T2" fmla="*/ 10 w 12"/>
                  <a:gd name="T3" fmla="*/ 13 h 18"/>
                  <a:gd name="T4" fmla="*/ 9 w 12"/>
                  <a:gd name="T5" fmla="*/ 7 h 18"/>
                  <a:gd name="T6" fmla="*/ 5 w 12"/>
                  <a:gd name="T7" fmla="*/ 4 h 18"/>
                  <a:gd name="T8" fmla="*/ 0 w 12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8">
                    <a:moveTo>
                      <a:pt x="12" y="18"/>
                    </a:moveTo>
                    <a:lnTo>
                      <a:pt x="10" y="13"/>
                    </a:lnTo>
                    <a:lnTo>
                      <a:pt x="9" y="7"/>
                    </a:lnTo>
                    <a:lnTo>
                      <a:pt x="5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94" name="Freeform 1199"/>
              <p:cNvSpPr>
                <a:spLocks/>
              </p:cNvSpPr>
              <p:nvPr userDrawn="1"/>
            </p:nvSpPr>
            <p:spPr bwMode="gray">
              <a:xfrm>
                <a:off x="2551" y="1474"/>
                <a:ext cx="20" cy="2"/>
              </a:xfrm>
              <a:custGeom>
                <a:avLst/>
                <a:gdLst>
                  <a:gd name="T0" fmla="*/ 20 w 20"/>
                  <a:gd name="T1" fmla="*/ 0 h 2"/>
                  <a:gd name="T2" fmla="*/ 16 w 20"/>
                  <a:gd name="T3" fmla="*/ 2 h 2"/>
                  <a:gd name="T4" fmla="*/ 11 w 20"/>
                  <a:gd name="T5" fmla="*/ 2 h 2"/>
                  <a:gd name="T6" fmla="*/ 6 w 20"/>
                  <a:gd name="T7" fmla="*/ 2 h 2"/>
                  <a:gd name="T8" fmla="*/ 0 w 20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">
                    <a:moveTo>
                      <a:pt x="20" y="0"/>
                    </a:moveTo>
                    <a:lnTo>
                      <a:pt x="16" y="2"/>
                    </a:lnTo>
                    <a:lnTo>
                      <a:pt x="11" y="2"/>
                    </a:lnTo>
                    <a:lnTo>
                      <a:pt x="6" y="2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95" name="Line 1200"/>
              <p:cNvSpPr>
                <a:spLocks noChangeShapeType="1"/>
              </p:cNvSpPr>
              <p:nvPr userDrawn="1"/>
            </p:nvSpPr>
            <p:spPr bwMode="gray">
              <a:xfrm>
                <a:off x="2560" y="1359"/>
                <a:ext cx="2" cy="24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96" name="Line 1201"/>
              <p:cNvSpPr>
                <a:spLocks noChangeShapeType="1"/>
              </p:cNvSpPr>
              <p:nvPr userDrawn="1"/>
            </p:nvSpPr>
            <p:spPr bwMode="gray">
              <a:xfrm>
                <a:off x="2571" y="1356"/>
                <a:ext cx="1" cy="23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97" name="Freeform 1202"/>
              <p:cNvSpPr>
                <a:spLocks/>
              </p:cNvSpPr>
              <p:nvPr userDrawn="1"/>
            </p:nvSpPr>
            <p:spPr bwMode="gray">
              <a:xfrm>
                <a:off x="2551" y="1592"/>
                <a:ext cx="21" cy="13"/>
              </a:xfrm>
              <a:custGeom>
                <a:avLst/>
                <a:gdLst>
                  <a:gd name="T0" fmla="*/ 21 w 21"/>
                  <a:gd name="T1" fmla="*/ 0 h 14"/>
                  <a:gd name="T2" fmla="*/ 16 w 21"/>
                  <a:gd name="T3" fmla="*/ 5 h 14"/>
                  <a:gd name="T4" fmla="*/ 13 w 21"/>
                  <a:gd name="T5" fmla="*/ 8 h 14"/>
                  <a:gd name="T6" fmla="*/ 7 w 21"/>
                  <a:gd name="T7" fmla="*/ 10 h 14"/>
                  <a:gd name="T8" fmla="*/ 0 w 21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4">
                    <a:moveTo>
                      <a:pt x="21" y="0"/>
                    </a:moveTo>
                    <a:lnTo>
                      <a:pt x="16" y="5"/>
                    </a:lnTo>
                    <a:lnTo>
                      <a:pt x="13" y="8"/>
                    </a:lnTo>
                    <a:lnTo>
                      <a:pt x="7" y="10"/>
                    </a:lnTo>
                    <a:lnTo>
                      <a:pt x="0" y="14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98" name="Line 1203"/>
              <p:cNvSpPr>
                <a:spLocks noChangeShapeType="1"/>
              </p:cNvSpPr>
              <p:nvPr userDrawn="1"/>
            </p:nvSpPr>
            <p:spPr bwMode="gray">
              <a:xfrm flipH="1" flipV="1">
                <a:off x="2550" y="1357"/>
                <a:ext cx="1" cy="24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99" name="Freeform 1204"/>
              <p:cNvSpPr>
                <a:spLocks/>
              </p:cNvSpPr>
              <p:nvPr userDrawn="1"/>
            </p:nvSpPr>
            <p:spPr bwMode="gray">
              <a:xfrm>
                <a:off x="2550" y="1356"/>
                <a:ext cx="21" cy="3"/>
              </a:xfrm>
              <a:custGeom>
                <a:avLst/>
                <a:gdLst>
                  <a:gd name="T0" fmla="*/ 0 w 21"/>
                  <a:gd name="T1" fmla="*/ 1 h 3"/>
                  <a:gd name="T2" fmla="*/ 7 w 21"/>
                  <a:gd name="T3" fmla="*/ 3 h 3"/>
                  <a:gd name="T4" fmla="*/ 14 w 21"/>
                  <a:gd name="T5" fmla="*/ 3 h 3"/>
                  <a:gd name="T6" fmla="*/ 21 w 2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3">
                    <a:moveTo>
                      <a:pt x="0" y="1"/>
                    </a:moveTo>
                    <a:lnTo>
                      <a:pt x="7" y="3"/>
                    </a:lnTo>
                    <a:lnTo>
                      <a:pt x="14" y="3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00" name="Freeform 1205"/>
              <p:cNvSpPr>
                <a:spLocks/>
              </p:cNvSpPr>
              <p:nvPr userDrawn="1"/>
            </p:nvSpPr>
            <p:spPr bwMode="gray">
              <a:xfrm>
                <a:off x="2726" y="2010"/>
                <a:ext cx="9" cy="7"/>
              </a:xfrm>
              <a:custGeom>
                <a:avLst/>
                <a:gdLst>
                  <a:gd name="T0" fmla="*/ 0 w 9"/>
                  <a:gd name="T1" fmla="*/ 0 h 7"/>
                  <a:gd name="T2" fmla="*/ 2 w 9"/>
                  <a:gd name="T3" fmla="*/ 0 h 7"/>
                  <a:gd name="T4" fmla="*/ 6 w 9"/>
                  <a:gd name="T5" fmla="*/ 0 h 7"/>
                  <a:gd name="T6" fmla="*/ 7 w 9"/>
                  <a:gd name="T7" fmla="*/ 1 h 7"/>
                  <a:gd name="T8" fmla="*/ 7 w 9"/>
                  <a:gd name="T9" fmla="*/ 5 h 7"/>
                  <a:gd name="T10" fmla="*/ 9 w 9"/>
                  <a:gd name="T11" fmla="*/ 7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7">
                    <a:moveTo>
                      <a:pt x="0" y="0"/>
                    </a:moveTo>
                    <a:lnTo>
                      <a:pt x="2" y="0"/>
                    </a:lnTo>
                    <a:lnTo>
                      <a:pt x="6" y="0"/>
                    </a:lnTo>
                    <a:lnTo>
                      <a:pt x="7" y="1"/>
                    </a:lnTo>
                    <a:lnTo>
                      <a:pt x="7" y="5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01" name="Freeform 1206"/>
              <p:cNvSpPr>
                <a:spLocks/>
              </p:cNvSpPr>
              <p:nvPr userDrawn="1"/>
            </p:nvSpPr>
            <p:spPr bwMode="gray">
              <a:xfrm>
                <a:off x="2735" y="1992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4 h 9"/>
                  <a:gd name="T4" fmla="*/ 0 w 9"/>
                  <a:gd name="T5" fmla="*/ 7 h 9"/>
                  <a:gd name="T6" fmla="*/ 2 w 9"/>
                  <a:gd name="T7" fmla="*/ 9 h 9"/>
                  <a:gd name="T8" fmla="*/ 5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2" y="9"/>
                    </a:lnTo>
                    <a:lnTo>
                      <a:pt x="5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02" name="Freeform 1207"/>
              <p:cNvSpPr>
                <a:spLocks/>
              </p:cNvSpPr>
              <p:nvPr userDrawn="1"/>
            </p:nvSpPr>
            <p:spPr bwMode="gray">
              <a:xfrm>
                <a:off x="2632" y="1209"/>
                <a:ext cx="9" cy="19"/>
              </a:xfrm>
              <a:custGeom>
                <a:avLst/>
                <a:gdLst>
                  <a:gd name="T0" fmla="*/ 0 w 9"/>
                  <a:gd name="T1" fmla="*/ 19 h 19"/>
                  <a:gd name="T2" fmla="*/ 0 w 9"/>
                  <a:gd name="T3" fmla="*/ 12 h 19"/>
                  <a:gd name="T4" fmla="*/ 2 w 9"/>
                  <a:gd name="T5" fmla="*/ 8 h 19"/>
                  <a:gd name="T6" fmla="*/ 5 w 9"/>
                  <a:gd name="T7" fmla="*/ 3 h 19"/>
                  <a:gd name="T8" fmla="*/ 9 w 9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9">
                    <a:moveTo>
                      <a:pt x="0" y="19"/>
                    </a:moveTo>
                    <a:lnTo>
                      <a:pt x="0" y="12"/>
                    </a:lnTo>
                    <a:lnTo>
                      <a:pt x="2" y="8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03" name="Line 1208"/>
              <p:cNvSpPr>
                <a:spLocks noChangeShapeType="1"/>
              </p:cNvSpPr>
              <p:nvPr userDrawn="1"/>
            </p:nvSpPr>
            <p:spPr bwMode="gray">
              <a:xfrm>
                <a:off x="2536" y="1184"/>
                <a:ext cx="199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04" name="Line 1209"/>
              <p:cNvSpPr>
                <a:spLocks noChangeShapeType="1"/>
              </p:cNvSpPr>
              <p:nvPr userDrawn="1"/>
            </p:nvSpPr>
            <p:spPr bwMode="gray">
              <a:xfrm>
                <a:off x="2532" y="1195"/>
                <a:ext cx="200" cy="6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05" name="Freeform 1210"/>
              <p:cNvSpPr>
                <a:spLocks/>
              </p:cNvSpPr>
              <p:nvPr userDrawn="1"/>
            </p:nvSpPr>
            <p:spPr bwMode="gray">
              <a:xfrm>
                <a:off x="2732" y="1244"/>
                <a:ext cx="8" cy="17"/>
              </a:xfrm>
              <a:custGeom>
                <a:avLst/>
                <a:gdLst>
                  <a:gd name="T0" fmla="*/ 0 w 8"/>
                  <a:gd name="T1" fmla="*/ 17 h 17"/>
                  <a:gd name="T2" fmla="*/ 1 w 8"/>
                  <a:gd name="T3" fmla="*/ 12 h 17"/>
                  <a:gd name="T4" fmla="*/ 3 w 8"/>
                  <a:gd name="T5" fmla="*/ 7 h 17"/>
                  <a:gd name="T6" fmla="*/ 5 w 8"/>
                  <a:gd name="T7" fmla="*/ 1 h 17"/>
                  <a:gd name="T8" fmla="*/ 8 w 8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lnTo>
                      <a:pt x="1" y="12"/>
                    </a:lnTo>
                    <a:lnTo>
                      <a:pt x="3" y="7"/>
                    </a:lnTo>
                    <a:lnTo>
                      <a:pt x="5" y="1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06" name="Line 1211"/>
              <p:cNvSpPr>
                <a:spLocks noChangeShapeType="1"/>
              </p:cNvSpPr>
              <p:nvPr userDrawn="1"/>
            </p:nvSpPr>
            <p:spPr bwMode="gray">
              <a:xfrm flipH="1" flipV="1">
                <a:off x="2543" y="1177"/>
                <a:ext cx="197" cy="6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07" name="Freeform 1212"/>
              <p:cNvSpPr>
                <a:spLocks/>
              </p:cNvSpPr>
              <p:nvPr userDrawn="1"/>
            </p:nvSpPr>
            <p:spPr bwMode="gray">
              <a:xfrm>
                <a:off x="2532" y="1177"/>
                <a:ext cx="11" cy="18"/>
              </a:xfrm>
              <a:custGeom>
                <a:avLst/>
                <a:gdLst>
                  <a:gd name="T0" fmla="*/ 0 w 11"/>
                  <a:gd name="T1" fmla="*/ 18 h 18"/>
                  <a:gd name="T2" fmla="*/ 2 w 11"/>
                  <a:gd name="T3" fmla="*/ 12 h 18"/>
                  <a:gd name="T4" fmla="*/ 4 w 11"/>
                  <a:gd name="T5" fmla="*/ 7 h 18"/>
                  <a:gd name="T6" fmla="*/ 5 w 11"/>
                  <a:gd name="T7" fmla="*/ 2 h 18"/>
                  <a:gd name="T8" fmla="*/ 11 w 1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8">
                    <a:moveTo>
                      <a:pt x="0" y="18"/>
                    </a:moveTo>
                    <a:lnTo>
                      <a:pt x="2" y="12"/>
                    </a:lnTo>
                    <a:lnTo>
                      <a:pt x="4" y="7"/>
                    </a:lnTo>
                    <a:lnTo>
                      <a:pt x="5" y="2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08" name="Freeform 1213"/>
              <p:cNvSpPr>
                <a:spLocks/>
              </p:cNvSpPr>
              <p:nvPr userDrawn="1"/>
            </p:nvSpPr>
            <p:spPr bwMode="gray">
              <a:xfrm>
                <a:off x="2623" y="1202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4 w 9"/>
                  <a:gd name="T3" fmla="*/ 14 h 17"/>
                  <a:gd name="T4" fmla="*/ 5 w 9"/>
                  <a:gd name="T5" fmla="*/ 10 h 17"/>
                  <a:gd name="T6" fmla="*/ 9 w 9"/>
                  <a:gd name="T7" fmla="*/ 5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4" y="14"/>
                    </a:lnTo>
                    <a:lnTo>
                      <a:pt x="5" y="10"/>
                    </a:lnTo>
                    <a:lnTo>
                      <a:pt x="9" y="5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09" name="Line 1214"/>
              <p:cNvSpPr>
                <a:spLocks noChangeShapeType="1"/>
              </p:cNvSpPr>
              <p:nvPr userDrawn="1"/>
            </p:nvSpPr>
            <p:spPr bwMode="gray">
              <a:xfrm flipH="1" flipV="1">
                <a:off x="2530" y="1179"/>
                <a:ext cx="204" cy="6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10" name="Line 1215"/>
              <p:cNvSpPr>
                <a:spLocks noChangeShapeType="1"/>
              </p:cNvSpPr>
              <p:nvPr userDrawn="1"/>
            </p:nvSpPr>
            <p:spPr bwMode="gray">
              <a:xfrm flipH="1" flipV="1">
                <a:off x="2524" y="1186"/>
                <a:ext cx="200" cy="6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11" name="Freeform 1216"/>
              <p:cNvSpPr>
                <a:spLocks/>
              </p:cNvSpPr>
              <p:nvPr userDrawn="1"/>
            </p:nvSpPr>
            <p:spPr bwMode="gray">
              <a:xfrm>
                <a:off x="2524" y="1168"/>
                <a:ext cx="9" cy="18"/>
              </a:xfrm>
              <a:custGeom>
                <a:avLst/>
                <a:gdLst>
                  <a:gd name="T0" fmla="*/ 0 w 9"/>
                  <a:gd name="T1" fmla="*/ 18 h 18"/>
                  <a:gd name="T2" fmla="*/ 4 w 9"/>
                  <a:gd name="T3" fmla="*/ 14 h 18"/>
                  <a:gd name="T4" fmla="*/ 7 w 9"/>
                  <a:gd name="T5" fmla="*/ 9 h 18"/>
                  <a:gd name="T6" fmla="*/ 9 w 9"/>
                  <a:gd name="T7" fmla="*/ 6 h 18"/>
                  <a:gd name="T8" fmla="*/ 9 w 9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0" y="18"/>
                    </a:moveTo>
                    <a:lnTo>
                      <a:pt x="4" y="14"/>
                    </a:lnTo>
                    <a:lnTo>
                      <a:pt x="7" y="9"/>
                    </a:lnTo>
                    <a:lnTo>
                      <a:pt x="9" y="6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12" name="Line 1217"/>
              <p:cNvSpPr>
                <a:spLocks noChangeShapeType="1"/>
              </p:cNvSpPr>
              <p:nvPr userDrawn="1"/>
            </p:nvSpPr>
            <p:spPr bwMode="gray">
              <a:xfrm>
                <a:off x="2532" y="1168"/>
                <a:ext cx="200" cy="6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13" name="Freeform 1218"/>
              <p:cNvSpPr>
                <a:spLocks/>
              </p:cNvSpPr>
              <p:nvPr userDrawn="1"/>
            </p:nvSpPr>
            <p:spPr bwMode="gray">
              <a:xfrm>
                <a:off x="2723" y="1235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3 w 9"/>
                  <a:gd name="T3" fmla="*/ 14 h 17"/>
                  <a:gd name="T4" fmla="*/ 7 w 9"/>
                  <a:gd name="T5" fmla="*/ 10 h 17"/>
                  <a:gd name="T6" fmla="*/ 9 w 9"/>
                  <a:gd name="T7" fmla="*/ 5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3" y="14"/>
                    </a:lnTo>
                    <a:lnTo>
                      <a:pt x="7" y="10"/>
                    </a:lnTo>
                    <a:lnTo>
                      <a:pt x="9" y="5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14" name="Freeform 1219"/>
              <p:cNvSpPr>
                <a:spLocks/>
              </p:cNvSpPr>
              <p:nvPr userDrawn="1"/>
            </p:nvSpPr>
            <p:spPr bwMode="gray">
              <a:xfrm>
                <a:off x="2448" y="1305"/>
                <a:ext cx="9" cy="17"/>
              </a:xfrm>
              <a:custGeom>
                <a:avLst/>
                <a:gdLst>
                  <a:gd name="T0" fmla="*/ 9 w 9"/>
                  <a:gd name="T1" fmla="*/ 0 h 17"/>
                  <a:gd name="T2" fmla="*/ 6 w 9"/>
                  <a:gd name="T3" fmla="*/ 3 h 17"/>
                  <a:gd name="T4" fmla="*/ 4 w 9"/>
                  <a:gd name="T5" fmla="*/ 7 h 17"/>
                  <a:gd name="T6" fmla="*/ 2 w 9"/>
                  <a:gd name="T7" fmla="*/ 12 h 17"/>
                  <a:gd name="T8" fmla="*/ 0 w 9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9" y="0"/>
                    </a:moveTo>
                    <a:lnTo>
                      <a:pt x="6" y="3"/>
                    </a:lnTo>
                    <a:lnTo>
                      <a:pt x="4" y="7"/>
                    </a:lnTo>
                    <a:lnTo>
                      <a:pt x="2" y="12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15" name="Line 1220"/>
              <p:cNvSpPr>
                <a:spLocks noChangeShapeType="1"/>
              </p:cNvSpPr>
              <p:nvPr userDrawn="1"/>
            </p:nvSpPr>
            <p:spPr bwMode="gray">
              <a:xfrm>
                <a:off x="2352" y="1274"/>
                <a:ext cx="199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16" name="Line 1221"/>
              <p:cNvSpPr>
                <a:spLocks noChangeShapeType="1"/>
              </p:cNvSpPr>
              <p:nvPr userDrawn="1"/>
            </p:nvSpPr>
            <p:spPr bwMode="gray">
              <a:xfrm>
                <a:off x="2359" y="1270"/>
                <a:ext cx="201" cy="7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17" name="Freeform 1222"/>
              <p:cNvSpPr>
                <a:spLocks/>
              </p:cNvSpPr>
              <p:nvPr userDrawn="1"/>
            </p:nvSpPr>
            <p:spPr bwMode="gray">
              <a:xfrm>
                <a:off x="2550" y="1340"/>
                <a:ext cx="8" cy="17"/>
              </a:xfrm>
              <a:custGeom>
                <a:avLst/>
                <a:gdLst>
                  <a:gd name="T0" fmla="*/ 8 w 8"/>
                  <a:gd name="T1" fmla="*/ 0 h 17"/>
                  <a:gd name="T2" fmla="*/ 5 w 8"/>
                  <a:gd name="T3" fmla="*/ 3 h 17"/>
                  <a:gd name="T4" fmla="*/ 1 w 8"/>
                  <a:gd name="T5" fmla="*/ 7 h 17"/>
                  <a:gd name="T6" fmla="*/ 0 w 8"/>
                  <a:gd name="T7" fmla="*/ 12 h 17"/>
                  <a:gd name="T8" fmla="*/ 0 w 8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8" y="0"/>
                    </a:moveTo>
                    <a:lnTo>
                      <a:pt x="5" y="3"/>
                    </a:lnTo>
                    <a:lnTo>
                      <a:pt x="1" y="7"/>
                    </a:lnTo>
                    <a:lnTo>
                      <a:pt x="0" y="12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18" name="Line 1223"/>
              <p:cNvSpPr>
                <a:spLocks noChangeShapeType="1"/>
              </p:cNvSpPr>
              <p:nvPr userDrawn="1"/>
            </p:nvSpPr>
            <p:spPr bwMode="gray">
              <a:xfrm flipH="1" flipV="1">
                <a:off x="2350" y="1287"/>
                <a:ext cx="201" cy="7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19" name="Freeform 1224"/>
              <p:cNvSpPr>
                <a:spLocks/>
              </p:cNvSpPr>
              <p:nvPr userDrawn="1"/>
            </p:nvSpPr>
            <p:spPr bwMode="gray">
              <a:xfrm>
                <a:off x="2350" y="1270"/>
                <a:ext cx="8" cy="17"/>
              </a:xfrm>
              <a:custGeom>
                <a:avLst/>
                <a:gdLst>
                  <a:gd name="T0" fmla="*/ 0 w 8"/>
                  <a:gd name="T1" fmla="*/ 17 h 17"/>
                  <a:gd name="T2" fmla="*/ 1 w 8"/>
                  <a:gd name="T3" fmla="*/ 14 h 17"/>
                  <a:gd name="T4" fmla="*/ 3 w 8"/>
                  <a:gd name="T5" fmla="*/ 9 h 17"/>
                  <a:gd name="T6" fmla="*/ 5 w 8"/>
                  <a:gd name="T7" fmla="*/ 3 h 17"/>
                  <a:gd name="T8" fmla="*/ 8 w 8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lnTo>
                      <a:pt x="1" y="14"/>
                    </a:lnTo>
                    <a:lnTo>
                      <a:pt x="3" y="9"/>
                    </a:lnTo>
                    <a:lnTo>
                      <a:pt x="5" y="3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20" name="Freeform 1225"/>
              <p:cNvSpPr>
                <a:spLocks/>
              </p:cNvSpPr>
              <p:nvPr userDrawn="1"/>
            </p:nvSpPr>
            <p:spPr bwMode="gray">
              <a:xfrm>
                <a:off x="2459" y="2057"/>
                <a:ext cx="10" cy="13"/>
              </a:xfrm>
              <a:custGeom>
                <a:avLst/>
                <a:gdLst>
                  <a:gd name="T0" fmla="*/ 0 w 10"/>
                  <a:gd name="T1" fmla="*/ 0 h 9"/>
                  <a:gd name="T2" fmla="*/ 2 w 10"/>
                  <a:gd name="T3" fmla="*/ 6 h 9"/>
                  <a:gd name="T4" fmla="*/ 3 w 10"/>
                  <a:gd name="T5" fmla="*/ 7 h 9"/>
                  <a:gd name="T6" fmla="*/ 7 w 10"/>
                  <a:gd name="T7" fmla="*/ 9 h 9"/>
                  <a:gd name="T8" fmla="*/ 10 w 10"/>
                  <a:gd name="T9" fmla="*/ 7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9">
                    <a:moveTo>
                      <a:pt x="0" y="0"/>
                    </a:moveTo>
                    <a:lnTo>
                      <a:pt x="2" y="6"/>
                    </a:lnTo>
                    <a:lnTo>
                      <a:pt x="3" y="7"/>
                    </a:lnTo>
                    <a:lnTo>
                      <a:pt x="7" y="9"/>
                    </a:lnTo>
                    <a:lnTo>
                      <a:pt x="10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21" name="Line 1226"/>
              <p:cNvSpPr>
                <a:spLocks noChangeShapeType="1"/>
              </p:cNvSpPr>
              <p:nvPr userDrawn="1"/>
            </p:nvSpPr>
            <p:spPr bwMode="gray">
              <a:xfrm>
                <a:off x="2367" y="2031"/>
                <a:ext cx="194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22" name="Line 1227"/>
              <p:cNvSpPr>
                <a:spLocks noChangeShapeType="1"/>
              </p:cNvSpPr>
              <p:nvPr userDrawn="1"/>
            </p:nvSpPr>
            <p:spPr bwMode="gray">
              <a:xfrm>
                <a:off x="2363" y="2022"/>
                <a:ext cx="195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23" name="Freeform 1228"/>
              <p:cNvSpPr>
                <a:spLocks/>
              </p:cNvSpPr>
              <p:nvPr userDrawn="1"/>
            </p:nvSpPr>
            <p:spPr bwMode="gray">
              <a:xfrm>
                <a:off x="2558" y="2099"/>
                <a:ext cx="8" cy="9"/>
              </a:xfrm>
              <a:custGeom>
                <a:avLst/>
                <a:gdLst>
                  <a:gd name="T0" fmla="*/ 0 w 8"/>
                  <a:gd name="T1" fmla="*/ 0 h 9"/>
                  <a:gd name="T2" fmla="*/ 0 w 8"/>
                  <a:gd name="T3" fmla="*/ 3 h 9"/>
                  <a:gd name="T4" fmla="*/ 1 w 8"/>
                  <a:gd name="T5" fmla="*/ 7 h 9"/>
                  <a:gd name="T6" fmla="*/ 3 w 8"/>
                  <a:gd name="T7" fmla="*/ 9 h 9"/>
                  <a:gd name="T8" fmla="*/ 7 w 8"/>
                  <a:gd name="T9" fmla="*/ 9 h 9"/>
                  <a:gd name="T10" fmla="*/ 8 w 8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0" y="3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7" y="9"/>
                    </a:lnTo>
                    <a:lnTo>
                      <a:pt x="8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24" name="Line 1229"/>
              <p:cNvSpPr>
                <a:spLocks noChangeShapeType="1"/>
              </p:cNvSpPr>
              <p:nvPr userDrawn="1"/>
            </p:nvSpPr>
            <p:spPr bwMode="gray">
              <a:xfrm flipH="1" flipV="1">
                <a:off x="2371" y="2031"/>
                <a:ext cx="195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25" name="Freeform 1230"/>
              <p:cNvSpPr>
                <a:spLocks/>
              </p:cNvSpPr>
              <p:nvPr userDrawn="1"/>
            </p:nvSpPr>
            <p:spPr bwMode="gray">
              <a:xfrm>
                <a:off x="2363" y="2022"/>
                <a:ext cx="8" cy="7"/>
              </a:xfrm>
              <a:custGeom>
                <a:avLst/>
                <a:gdLst>
                  <a:gd name="T0" fmla="*/ 8 w 8"/>
                  <a:gd name="T1" fmla="*/ 7 h 7"/>
                  <a:gd name="T2" fmla="*/ 7 w 8"/>
                  <a:gd name="T3" fmla="*/ 7 h 7"/>
                  <a:gd name="T4" fmla="*/ 3 w 8"/>
                  <a:gd name="T5" fmla="*/ 7 h 7"/>
                  <a:gd name="T6" fmla="*/ 1 w 8"/>
                  <a:gd name="T7" fmla="*/ 5 h 7"/>
                  <a:gd name="T8" fmla="*/ 0 w 8"/>
                  <a:gd name="T9" fmla="*/ 3 h 7"/>
                  <a:gd name="T10" fmla="*/ 0 w 8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8" y="7"/>
                    </a:moveTo>
                    <a:lnTo>
                      <a:pt x="7" y="7"/>
                    </a:lnTo>
                    <a:lnTo>
                      <a:pt x="3" y="7"/>
                    </a:lnTo>
                    <a:lnTo>
                      <a:pt x="1" y="5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26" name="Freeform 1231"/>
              <p:cNvSpPr>
                <a:spLocks/>
              </p:cNvSpPr>
              <p:nvPr userDrawn="1"/>
            </p:nvSpPr>
            <p:spPr bwMode="gray">
              <a:xfrm>
                <a:off x="3031" y="1392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2 h 16"/>
                  <a:gd name="T4" fmla="*/ 7 w 10"/>
                  <a:gd name="T5" fmla="*/ 7 h 16"/>
                  <a:gd name="T6" fmla="*/ 10 w 10"/>
                  <a:gd name="T7" fmla="*/ 11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2"/>
                    </a:lnTo>
                    <a:lnTo>
                      <a:pt x="7" y="7"/>
                    </a:lnTo>
                    <a:lnTo>
                      <a:pt x="10" y="11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27" name="Freeform 1232"/>
              <p:cNvSpPr>
                <a:spLocks/>
              </p:cNvSpPr>
              <p:nvPr userDrawn="1"/>
            </p:nvSpPr>
            <p:spPr bwMode="gray">
              <a:xfrm>
                <a:off x="2836" y="1314"/>
                <a:ext cx="9" cy="13"/>
              </a:xfrm>
              <a:custGeom>
                <a:avLst/>
                <a:gdLst>
                  <a:gd name="T0" fmla="*/ 9 w 9"/>
                  <a:gd name="T1" fmla="*/ 15 h 15"/>
                  <a:gd name="T2" fmla="*/ 5 w 9"/>
                  <a:gd name="T3" fmla="*/ 14 h 15"/>
                  <a:gd name="T4" fmla="*/ 2 w 9"/>
                  <a:gd name="T5" fmla="*/ 10 h 15"/>
                  <a:gd name="T6" fmla="*/ 0 w 9"/>
                  <a:gd name="T7" fmla="*/ 5 h 15"/>
                  <a:gd name="T8" fmla="*/ 0 w 9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5">
                    <a:moveTo>
                      <a:pt x="9" y="15"/>
                    </a:moveTo>
                    <a:lnTo>
                      <a:pt x="5" y="14"/>
                    </a:lnTo>
                    <a:lnTo>
                      <a:pt x="2" y="10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28" name="Freeform 1233"/>
              <p:cNvSpPr>
                <a:spLocks/>
              </p:cNvSpPr>
              <p:nvPr userDrawn="1"/>
            </p:nvSpPr>
            <p:spPr bwMode="gray">
              <a:xfrm>
                <a:off x="2954" y="1361"/>
                <a:ext cx="7" cy="9"/>
              </a:xfrm>
              <a:custGeom>
                <a:avLst/>
                <a:gdLst>
                  <a:gd name="T0" fmla="*/ 7 w 7"/>
                  <a:gd name="T1" fmla="*/ 9 h 9"/>
                  <a:gd name="T2" fmla="*/ 5 w 7"/>
                  <a:gd name="T3" fmla="*/ 9 h 9"/>
                  <a:gd name="T4" fmla="*/ 1 w 7"/>
                  <a:gd name="T5" fmla="*/ 7 h 9"/>
                  <a:gd name="T6" fmla="*/ 0 w 7"/>
                  <a:gd name="T7" fmla="*/ 5 h 9"/>
                  <a:gd name="T8" fmla="*/ 0 w 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9">
                    <a:moveTo>
                      <a:pt x="7" y="9"/>
                    </a:moveTo>
                    <a:lnTo>
                      <a:pt x="5" y="9"/>
                    </a:lnTo>
                    <a:lnTo>
                      <a:pt x="1" y="7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29" name="Line 1234"/>
              <p:cNvSpPr>
                <a:spLocks noChangeShapeType="1"/>
              </p:cNvSpPr>
              <p:nvPr userDrawn="1"/>
            </p:nvSpPr>
            <p:spPr bwMode="gray">
              <a:xfrm>
                <a:off x="2838" y="1327"/>
                <a:ext cx="193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30" name="Line 1235"/>
              <p:cNvSpPr>
                <a:spLocks noChangeShapeType="1"/>
              </p:cNvSpPr>
              <p:nvPr userDrawn="1"/>
            </p:nvSpPr>
            <p:spPr bwMode="gray">
              <a:xfrm>
                <a:off x="2845" y="1327"/>
                <a:ext cx="187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31" name="Freeform 1236"/>
              <p:cNvSpPr>
                <a:spLocks/>
              </p:cNvSpPr>
              <p:nvPr userDrawn="1"/>
            </p:nvSpPr>
            <p:spPr bwMode="gray">
              <a:xfrm>
                <a:off x="3031" y="1387"/>
                <a:ext cx="4" cy="5"/>
              </a:xfrm>
              <a:custGeom>
                <a:avLst/>
                <a:gdLst>
                  <a:gd name="T0" fmla="*/ 0 w 3"/>
                  <a:gd name="T1" fmla="*/ 3 h 5"/>
                  <a:gd name="T2" fmla="*/ 0 w 3"/>
                  <a:gd name="T3" fmla="*/ 5 h 5"/>
                  <a:gd name="T4" fmla="*/ 0 w 3"/>
                  <a:gd name="T5" fmla="*/ 5 h 5"/>
                  <a:gd name="T6" fmla="*/ 0 w 3"/>
                  <a:gd name="T7" fmla="*/ 5 h 5"/>
                  <a:gd name="T8" fmla="*/ 0 w 3"/>
                  <a:gd name="T9" fmla="*/ 3 h 5"/>
                  <a:gd name="T10" fmla="*/ 0 w 3"/>
                  <a:gd name="T11" fmla="*/ 3 h 5"/>
                  <a:gd name="T12" fmla="*/ 1 w 3"/>
                  <a:gd name="T13" fmla="*/ 2 h 5"/>
                  <a:gd name="T14" fmla="*/ 3 w 3"/>
                  <a:gd name="T15" fmla="*/ 0 h 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" h="5">
                    <a:moveTo>
                      <a:pt x="0" y="3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32" name="Line 1237"/>
              <p:cNvSpPr>
                <a:spLocks noChangeShapeType="1"/>
              </p:cNvSpPr>
              <p:nvPr userDrawn="1"/>
            </p:nvSpPr>
            <p:spPr bwMode="gray">
              <a:xfrm flipH="1" flipV="1">
                <a:off x="2837" y="1322"/>
                <a:ext cx="197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33" name="Freeform 1238"/>
              <p:cNvSpPr>
                <a:spLocks/>
              </p:cNvSpPr>
              <p:nvPr userDrawn="1"/>
            </p:nvSpPr>
            <p:spPr bwMode="gray">
              <a:xfrm>
                <a:off x="2837" y="1322"/>
                <a:ext cx="7" cy="9"/>
              </a:xfrm>
              <a:custGeom>
                <a:avLst/>
                <a:gdLst>
                  <a:gd name="T0" fmla="*/ 7 w 7"/>
                  <a:gd name="T1" fmla="*/ 7 h 9"/>
                  <a:gd name="T2" fmla="*/ 5 w 7"/>
                  <a:gd name="T3" fmla="*/ 9 h 9"/>
                  <a:gd name="T4" fmla="*/ 1 w 7"/>
                  <a:gd name="T5" fmla="*/ 7 h 9"/>
                  <a:gd name="T6" fmla="*/ 0 w 7"/>
                  <a:gd name="T7" fmla="*/ 6 h 9"/>
                  <a:gd name="T8" fmla="*/ 0 w 7"/>
                  <a:gd name="T9" fmla="*/ 4 h 9"/>
                  <a:gd name="T10" fmla="*/ 0 w 7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7" y="7"/>
                    </a:moveTo>
                    <a:lnTo>
                      <a:pt x="5" y="9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34" name="Line 1239"/>
              <p:cNvSpPr>
                <a:spLocks noChangeShapeType="1"/>
              </p:cNvSpPr>
              <p:nvPr userDrawn="1"/>
            </p:nvSpPr>
            <p:spPr bwMode="gray">
              <a:xfrm flipH="1">
                <a:off x="3370" y="1144"/>
                <a:ext cx="35" cy="1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35" name="Line 1240"/>
              <p:cNvSpPr>
                <a:spLocks noChangeShapeType="1"/>
              </p:cNvSpPr>
              <p:nvPr userDrawn="1"/>
            </p:nvSpPr>
            <p:spPr bwMode="gray">
              <a:xfrm flipH="1">
                <a:off x="3384" y="1149"/>
                <a:ext cx="30" cy="1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36" name="Line 1241"/>
              <p:cNvSpPr>
                <a:spLocks noChangeShapeType="1"/>
              </p:cNvSpPr>
              <p:nvPr userDrawn="1"/>
            </p:nvSpPr>
            <p:spPr bwMode="gray">
              <a:xfrm flipV="1">
                <a:off x="3358" y="1133"/>
                <a:ext cx="45" cy="2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37" name="Freeform 1242"/>
              <p:cNvSpPr>
                <a:spLocks/>
              </p:cNvSpPr>
              <p:nvPr userDrawn="1"/>
            </p:nvSpPr>
            <p:spPr bwMode="gray">
              <a:xfrm>
                <a:off x="3401" y="1133"/>
                <a:ext cx="11" cy="16"/>
              </a:xfrm>
              <a:custGeom>
                <a:avLst/>
                <a:gdLst>
                  <a:gd name="T0" fmla="*/ 11 w 11"/>
                  <a:gd name="T1" fmla="*/ 16 h 16"/>
                  <a:gd name="T2" fmla="*/ 6 w 11"/>
                  <a:gd name="T3" fmla="*/ 14 h 16"/>
                  <a:gd name="T4" fmla="*/ 4 w 11"/>
                  <a:gd name="T5" fmla="*/ 11 h 16"/>
                  <a:gd name="T6" fmla="*/ 0 w 11"/>
                  <a:gd name="T7" fmla="*/ 6 h 16"/>
                  <a:gd name="T8" fmla="*/ 0 w 1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11" y="16"/>
                    </a:moveTo>
                    <a:lnTo>
                      <a:pt x="6" y="14"/>
                    </a:lnTo>
                    <a:lnTo>
                      <a:pt x="4" y="11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38" name="Freeform 1243"/>
              <p:cNvSpPr>
                <a:spLocks/>
              </p:cNvSpPr>
              <p:nvPr userDrawn="1"/>
            </p:nvSpPr>
            <p:spPr bwMode="gray">
              <a:xfrm>
                <a:off x="3540" y="1252"/>
                <a:ext cx="10" cy="13"/>
              </a:xfrm>
              <a:custGeom>
                <a:avLst/>
                <a:gdLst>
                  <a:gd name="T0" fmla="*/ 0 w 10"/>
                  <a:gd name="T1" fmla="*/ 0 h 16"/>
                  <a:gd name="T2" fmla="*/ 3 w 10"/>
                  <a:gd name="T3" fmla="*/ 2 h 16"/>
                  <a:gd name="T4" fmla="*/ 7 w 10"/>
                  <a:gd name="T5" fmla="*/ 6 h 16"/>
                  <a:gd name="T6" fmla="*/ 8 w 10"/>
                  <a:gd name="T7" fmla="*/ 11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3" y="2"/>
                    </a:lnTo>
                    <a:lnTo>
                      <a:pt x="7" y="6"/>
                    </a:lnTo>
                    <a:lnTo>
                      <a:pt x="8" y="11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39" name="Line 1244"/>
              <p:cNvSpPr>
                <a:spLocks noChangeShapeType="1"/>
              </p:cNvSpPr>
              <p:nvPr userDrawn="1"/>
            </p:nvSpPr>
            <p:spPr bwMode="gray">
              <a:xfrm flipV="1">
                <a:off x="3540" y="1217"/>
                <a:ext cx="79" cy="4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40" name="Line 1245"/>
              <p:cNvSpPr>
                <a:spLocks noChangeShapeType="1"/>
              </p:cNvSpPr>
              <p:nvPr userDrawn="1"/>
            </p:nvSpPr>
            <p:spPr bwMode="gray">
              <a:xfrm flipV="1">
                <a:off x="3540" y="1212"/>
                <a:ext cx="72" cy="4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41" name="Freeform 1246"/>
              <p:cNvSpPr>
                <a:spLocks/>
              </p:cNvSpPr>
              <p:nvPr userDrawn="1"/>
            </p:nvSpPr>
            <p:spPr bwMode="gray">
              <a:xfrm>
                <a:off x="3610" y="1212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3 w 10"/>
                  <a:gd name="T3" fmla="*/ 2 h 16"/>
                  <a:gd name="T4" fmla="*/ 7 w 10"/>
                  <a:gd name="T5" fmla="*/ 5 h 16"/>
                  <a:gd name="T6" fmla="*/ 8 w 10"/>
                  <a:gd name="T7" fmla="*/ 11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3" y="2"/>
                    </a:lnTo>
                    <a:lnTo>
                      <a:pt x="7" y="5"/>
                    </a:lnTo>
                    <a:lnTo>
                      <a:pt x="8" y="11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42" name="Line 1247"/>
              <p:cNvSpPr>
                <a:spLocks noChangeShapeType="1"/>
              </p:cNvSpPr>
              <p:nvPr userDrawn="1"/>
            </p:nvSpPr>
            <p:spPr bwMode="gray">
              <a:xfrm flipH="1">
                <a:off x="3540" y="1228"/>
                <a:ext cx="82" cy="4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43" name="Freeform 1248"/>
              <p:cNvSpPr>
                <a:spLocks/>
              </p:cNvSpPr>
              <p:nvPr userDrawn="1"/>
            </p:nvSpPr>
            <p:spPr bwMode="gray">
              <a:xfrm>
                <a:off x="3484" y="1170"/>
                <a:ext cx="8" cy="9"/>
              </a:xfrm>
              <a:custGeom>
                <a:avLst/>
                <a:gdLst>
                  <a:gd name="T0" fmla="*/ 0 w 8"/>
                  <a:gd name="T1" fmla="*/ 0 h 9"/>
                  <a:gd name="T2" fmla="*/ 3 w 8"/>
                  <a:gd name="T3" fmla="*/ 0 h 9"/>
                  <a:gd name="T4" fmla="*/ 5 w 8"/>
                  <a:gd name="T5" fmla="*/ 2 h 9"/>
                  <a:gd name="T6" fmla="*/ 7 w 8"/>
                  <a:gd name="T7" fmla="*/ 3 h 9"/>
                  <a:gd name="T8" fmla="*/ 8 w 8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3" y="0"/>
                    </a:lnTo>
                    <a:lnTo>
                      <a:pt x="5" y="2"/>
                    </a:lnTo>
                    <a:lnTo>
                      <a:pt x="7" y="3"/>
                    </a:lnTo>
                    <a:lnTo>
                      <a:pt x="8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44" name="Line 1249"/>
              <p:cNvSpPr>
                <a:spLocks noChangeShapeType="1"/>
              </p:cNvSpPr>
              <p:nvPr userDrawn="1"/>
            </p:nvSpPr>
            <p:spPr bwMode="gray">
              <a:xfrm flipH="1" flipV="1">
                <a:off x="3412" y="1147"/>
                <a:ext cx="203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45" name="Line 1250"/>
              <p:cNvSpPr>
                <a:spLocks noChangeShapeType="1"/>
              </p:cNvSpPr>
              <p:nvPr userDrawn="1"/>
            </p:nvSpPr>
            <p:spPr bwMode="gray">
              <a:xfrm flipH="1" flipV="1">
                <a:off x="3412" y="1149"/>
                <a:ext cx="198" cy="6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46" name="Freeform 1251"/>
              <p:cNvSpPr>
                <a:spLocks/>
              </p:cNvSpPr>
              <p:nvPr userDrawn="1"/>
            </p:nvSpPr>
            <p:spPr bwMode="gray">
              <a:xfrm>
                <a:off x="3410" y="1149"/>
                <a:ext cx="4" cy="4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0 h 5"/>
                  <a:gd name="T4" fmla="*/ 4 w 4"/>
                  <a:gd name="T5" fmla="*/ 0 h 5"/>
                  <a:gd name="T6" fmla="*/ 2 w 4"/>
                  <a:gd name="T7" fmla="*/ 2 h 5"/>
                  <a:gd name="T8" fmla="*/ 2 w 4"/>
                  <a:gd name="T9" fmla="*/ 4 h 5"/>
                  <a:gd name="T10" fmla="*/ 0 w 4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0" y="5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47" name="Line 1252"/>
              <p:cNvSpPr>
                <a:spLocks noChangeShapeType="1"/>
              </p:cNvSpPr>
              <p:nvPr userDrawn="1"/>
            </p:nvSpPr>
            <p:spPr bwMode="gray">
              <a:xfrm>
                <a:off x="3410" y="1153"/>
                <a:ext cx="209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48" name="Freeform 1253"/>
              <p:cNvSpPr>
                <a:spLocks/>
              </p:cNvSpPr>
              <p:nvPr userDrawn="1"/>
            </p:nvSpPr>
            <p:spPr bwMode="gray">
              <a:xfrm>
                <a:off x="3610" y="1210"/>
                <a:ext cx="7" cy="9"/>
              </a:xfrm>
              <a:custGeom>
                <a:avLst/>
                <a:gdLst>
                  <a:gd name="T0" fmla="*/ 7 w 7"/>
                  <a:gd name="T1" fmla="*/ 9 h 9"/>
                  <a:gd name="T2" fmla="*/ 7 w 7"/>
                  <a:gd name="T3" fmla="*/ 6 h 9"/>
                  <a:gd name="T4" fmla="*/ 5 w 7"/>
                  <a:gd name="T5" fmla="*/ 4 h 9"/>
                  <a:gd name="T6" fmla="*/ 5 w 7"/>
                  <a:gd name="T7" fmla="*/ 2 h 9"/>
                  <a:gd name="T8" fmla="*/ 1 w 7"/>
                  <a:gd name="T9" fmla="*/ 0 h 9"/>
                  <a:gd name="T10" fmla="*/ 0 w 7"/>
                  <a:gd name="T11" fmla="*/ 2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7" y="9"/>
                    </a:moveTo>
                    <a:lnTo>
                      <a:pt x="7" y="6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1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49" name="Freeform 1254"/>
              <p:cNvSpPr>
                <a:spLocks/>
              </p:cNvSpPr>
              <p:nvPr userDrawn="1"/>
            </p:nvSpPr>
            <p:spPr bwMode="gray">
              <a:xfrm>
                <a:off x="3613" y="1327"/>
                <a:ext cx="5" cy="7"/>
              </a:xfrm>
              <a:custGeom>
                <a:avLst/>
                <a:gdLst>
                  <a:gd name="T0" fmla="*/ 4 w 5"/>
                  <a:gd name="T1" fmla="*/ 7 h 7"/>
                  <a:gd name="T2" fmla="*/ 5 w 5"/>
                  <a:gd name="T3" fmla="*/ 6 h 7"/>
                  <a:gd name="T4" fmla="*/ 5 w 5"/>
                  <a:gd name="T5" fmla="*/ 4 h 7"/>
                  <a:gd name="T6" fmla="*/ 4 w 5"/>
                  <a:gd name="T7" fmla="*/ 2 h 7"/>
                  <a:gd name="T8" fmla="*/ 2 w 5"/>
                  <a:gd name="T9" fmla="*/ 2 h 7"/>
                  <a:gd name="T10" fmla="*/ 0 w 5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4" y="7"/>
                    </a:moveTo>
                    <a:lnTo>
                      <a:pt x="5" y="6"/>
                    </a:lnTo>
                    <a:lnTo>
                      <a:pt x="5" y="4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50" name="Line 1255"/>
              <p:cNvSpPr>
                <a:spLocks noChangeShapeType="1"/>
              </p:cNvSpPr>
              <p:nvPr userDrawn="1"/>
            </p:nvSpPr>
            <p:spPr bwMode="gray">
              <a:xfrm flipV="1">
                <a:off x="3618" y="1222"/>
                <a:ext cx="4" cy="13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51" name="Line 1256"/>
              <p:cNvSpPr>
                <a:spLocks noChangeShapeType="1"/>
              </p:cNvSpPr>
              <p:nvPr userDrawn="1"/>
            </p:nvSpPr>
            <p:spPr bwMode="gray">
              <a:xfrm flipV="1">
                <a:off x="3615" y="1228"/>
                <a:ext cx="5" cy="12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52" name="Freeform 1257"/>
              <p:cNvSpPr>
                <a:spLocks/>
              </p:cNvSpPr>
              <p:nvPr userDrawn="1"/>
            </p:nvSpPr>
            <p:spPr bwMode="gray">
              <a:xfrm>
                <a:off x="3618" y="1219"/>
                <a:ext cx="4" cy="9"/>
              </a:xfrm>
              <a:custGeom>
                <a:avLst/>
                <a:gdLst>
                  <a:gd name="T0" fmla="*/ 3 w 5"/>
                  <a:gd name="T1" fmla="*/ 9 h 9"/>
                  <a:gd name="T2" fmla="*/ 5 w 5"/>
                  <a:gd name="T3" fmla="*/ 7 h 9"/>
                  <a:gd name="T4" fmla="*/ 5 w 5"/>
                  <a:gd name="T5" fmla="*/ 5 h 9"/>
                  <a:gd name="T6" fmla="*/ 3 w 5"/>
                  <a:gd name="T7" fmla="*/ 4 h 9"/>
                  <a:gd name="T8" fmla="*/ 1 w 5"/>
                  <a:gd name="T9" fmla="*/ 2 h 9"/>
                  <a:gd name="T10" fmla="*/ 0 w 5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3" y="9"/>
                    </a:moveTo>
                    <a:lnTo>
                      <a:pt x="5" y="7"/>
                    </a:lnTo>
                    <a:lnTo>
                      <a:pt x="5" y="5"/>
                    </a:lnTo>
                    <a:lnTo>
                      <a:pt x="3" y="4"/>
                    </a:lnTo>
                    <a:lnTo>
                      <a:pt x="1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53" name="Line 1258"/>
              <p:cNvSpPr>
                <a:spLocks noChangeShapeType="1"/>
              </p:cNvSpPr>
              <p:nvPr userDrawn="1"/>
            </p:nvSpPr>
            <p:spPr bwMode="gray">
              <a:xfrm flipH="1">
                <a:off x="3611" y="1219"/>
                <a:ext cx="6" cy="13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54" name="Freeform 1259"/>
              <p:cNvSpPr>
                <a:spLocks/>
              </p:cNvSpPr>
              <p:nvPr userDrawn="1"/>
            </p:nvSpPr>
            <p:spPr bwMode="gray">
              <a:xfrm>
                <a:off x="2816" y="1205"/>
                <a:ext cx="22" cy="4"/>
              </a:xfrm>
              <a:custGeom>
                <a:avLst/>
                <a:gdLst>
                  <a:gd name="T0" fmla="*/ 19 w 19"/>
                  <a:gd name="T1" fmla="*/ 0 h 2"/>
                  <a:gd name="T2" fmla="*/ 14 w 19"/>
                  <a:gd name="T3" fmla="*/ 2 h 2"/>
                  <a:gd name="T4" fmla="*/ 10 w 19"/>
                  <a:gd name="T5" fmla="*/ 2 h 2"/>
                  <a:gd name="T6" fmla="*/ 5 w 19"/>
                  <a:gd name="T7" fmla="*/ 2 h 2"/>
                  <a:gd name="T8" fmla="*/ 0 w 19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19" y="0"/>
                    </a:moveTo>
                    <a:lnTo>
                      <a:pt x="14" y="2"/>
                    </a:lnTo>
                    <a:lnTo>
                      <a:pt x="10" y="2"/>
                    </a:lnTo>
                    <a:lnTo>
                      <a:pt x="5" y="2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55" name="Line 1260"/>
              <p:cNvSpPr>
                <a:spLocks noChangeShapeType="1"/>
              </p:cNvSpPr>
              <p:nvPr userDrawn="1"/>
            </p:nvSpPr>
            <p:spPr bwMode="gray">
              <a:xfrm flipV="1">
                <a:off x="2828" y="1202"/>
                <a:ext cx="1" cy="11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56" name="Line 1261"/>
              <p:cNvSpPr>
                <a:spLocks noChangeShapeType="1"/>
              </p:cNvSpPr>
              <p:nvPr userDrawn="1"/>
            </p:nvSpPr>
            <p:spPr bwMode="gray">
              <a:xfrm flipV="1">
                <a:off x="2836" y="1196"/>
                <a:ext cx="1" cy="11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57" name="Line 1262"/>
              <p:cNvSpPr>
                <a:spLocks noChangeShapeType="1"/>
              </p:cNvSpPr>
              <p:nvPr userDrawn="1"/>
            </p:nvSpPr>
            <p:spPr bwMode="gray">
              <a:xfrm>
                <a:off x="2816" y="1205"/>
                <a:ext cx="4" cy="10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58" name="Freeform 1263"/>
              <p:cNvSpPr>
                <a:spLocks/>
              </p:cNvSpPr>
              <p:nvPr userDrawn="1"/>
            </p:nvSpPr>
            <p:spPr bwMode="gray">
              <a:xfrm>
                <a:off x="2816" y="1314"/>
                <a:ext cx="22" cy="3"/>
              </a:xfrm>
              <a:custGeom>
                <a:avLst/>
                <a:gdLst>
                  <a:gd name="T0" fmla="*/ 19 w 19"/>
                  <a:gd name="T1" fmla="*/ 0 h 3"/>
                  <a:gd name="T2" fmla="*/ 12 w 19"/>
                  <a:gd name="T3" fmla="*/ 3 h 3"/>
                  <a:gd name="T4" fmla="*/ 7 w 19"/>
                  <a:gd name="T5" fmla="*/ 3 h 3"/>
                  <a:gd name="T6" fmla="*/ 0 w 19"/>
                  <a:gd name="T7" fmla="*/ 1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">
                    <a:moveTo>
                      <a:pt x="19" y="0"/>
                    </a:moveTo>
                    <a:lnTo>
                      <a:pt x="12" y="3"/>
                    </a:lnTo>
                    <a:lnTo>
                      <a:pt x="7" y="3"/>
                    </a:lnTo>
                    <a:lnTo>
                      <a:pt x="0" y="1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59" name="Freeform 1264"/>
              <p:cNvSpPr>
                <a:spLocks/>
              </p:cNvSpPr>
              <p:nvPr userDrawn="1"/>
            </p:nvSpPr>
            <p:spPr bwMode="gray">
              <a:xfrm>
                <a:off x="2819" y="1214"/>
                <a:ext cx="20" cy="2"/>
              </a:xfrm>
              <a:custGeom>
                <a:avLst/>
                <a:gdLst>
                  <a:gd name="T0" fmla="*/ 20 w 20"/>
                  <a:gd name="T1" fmla="*/ 2 h 2"/>
                  <a:gd name="T2" fmla="*/ 14 w 20"/>
                  <a:gd name="T3" fmla="*/ 0 h 2"/>
                  <a:gd name="T4" fmla="*/ 9 w 20"/>
                  <a:gd name="T5" fmla="*/ 0 h 2"/>
                  <a:gd name="T6" fmla="*/ 6 w 20"/>
                  <a:gd name="T7" fmla="*/ 0 h 2"/>
                  <a:gd name="T8" fmla="*/ 0 w 20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">
                    <a:moveTo>
                      <a:pt x="20" y="2"/>
                    </a:moveTo>
                    <a:lnTo>
                      <a:pt x="14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60" name="Line 1265"/>
              <p:cNvSpPr>
                <a:spLocks noChangeShapeType="1"/>
              </p:cNvSpPr>
              <p:nvPr userDrawn="1"/>
            </p:nvSpPr>
            <p:spPr bwMode="gray">
              <a:xfrm>
                <a:off x="2828" y="1202"/>
                <a:ext cx="1" cy="11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61" name="Line 1266"/>
              <p:cNvSpPr>
                <a:spLocks noChangeShapeType="1"/>
              </p:cNvSpPr>
              <p:nvPr userDrawn="1"/>
            </p:nvSpPr>
            <p:spPr bwMode="gray">
              <a:xfrm>
                <a:off x="2837" y="1196"/>
                <a:ext cx="1" cy="12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62" name="Freeform 1267"/>
              <p:cNvSpPr>
                <a:spLocks/>
              </p:cNvSpPr>
              <p:nvPr userDrawn="1"/>
            </p:nvSpPr>
            <p:spPr bwMode="gray">
              <a:xfrm>
                <a:off x="2819" y="1321"/>
                <a:ext cx="20" cy="1"/>
              </a:xfrm>
              <a:custGeom>
                <a:avLst/>
                <a:gdLst>
                  <a:gd name="T0" fmla="*/ 20 w 20"/>
                  <a:gd name="T1" fmla="*/ 1 h 1"/>
                  <a:gd name="T2" fmla="*/ 13 w 20"/>
                  <a:gd name="T3" fmla="*/ 0 h 1"/>
                  <a:gd name="T4" fmla="*/ 7 w 20"/>
                  <a:gd name="T5" fmla="*/ 0 h 1"/>
                  <a:gd name="T6" fmla="*/ 0 w 20"/>
                  <a:gd name="T7" fmla="*/ 1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">
                    <a:moveTo>
                      <a:pt x="20" y="1"/>
                    </a:moveTo>
                    <a:lnTo>
                      <a:pt x="13" y="0"/>
                    </a:lnTo>
                    <a:lnTo>
                      <a:pt x="7" y="0"/>
                    </a:lnTo>
                    <a:lnTo>
                      <a:pt x="0" y="1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63" name="Line 1268"/>
              <p:cNvSpPr>
                <a:spLocks noChangeShapeType="1"/>
              </p:cNvSpPr>
              <p:nvPr userDrawn="1"/>
            </p:nvSpPr>
            <p:spPr bwMode="gray">
              <a:xfrm flipV="1">
                <a:off x="2819" y="1205"/>
                <a:ext cx="1" cy="11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64" name="Freeform 1269"/>
              <p:cNvSpPr>
                <a:spLocks/>
              </p:cNvSpPr>
              <p:nvPr userDrawn="1"/>
            </p:nvSpPr>
            <p:spPr bwMode="gray">
              <a:xfrm>
                <a:off x="3038" y="1515"/>
                <a:ext cx="5" cy="8"/>
              </a:xfrm>
              <a:custGeom>
                <a:avLst/>
                <a:gdLst>
                  <a:gd name="T0" fmla="*/ 3 w 5"/>
                  <a:gd name="T1" fmla="*/ 0 h 8"/>
                  <a:gd name="T2" fmla="*/ 0 w 5"/>
                  <a:gd name="T3" fmla="*/ 1 h 8"/>
                  <a:gd name="T4" fmla="*/ 0 w 5"/>
                  <a:gd name="T5" fmla="*/ 3 h 8"/>
                  <a:gd name="T6" fmla="*/ 1 w 5"/>
                  <a:gd name="T7" fmla="*/ 7 h 8"/>
                  <a:gd name="T8" fmla="*/ 5 w 5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3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1" y="7"/>
                    </a:lnTo>
                    <a:lnTo>
                      <a:pt x="5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65" name="Line 1270"/>
              <p:cNvSpPr>
                <a:spLocks noChangeShapeType="1"/>
              </p:cNvSpPr>
              <p:nvPr userDrawn="1"/>
            </p:nvSpPr>
            <p:spPr bwMode="gray">
              <a:xfrm flipH="1">
                <a:off x="3038" y="1405"/>
                <a:ext cx="1" cy="15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66" name="Line 1271"/>
              <p:cNvSpPr>
                <a:spLocks noChangeShapeType="1"/>
              </p:cNvSpPr>
              <p:nvPr userDrawn="1"/>
            </p:nvSpPr>
            <p:spPr bwMode="gray">
              <a:xfrm flipH="1">
                <a:off x="3039" y="1408"/>
                <a:ext cx="2" cy="14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67" name="Line 1272"/>
              <p:cNvSpPr>
                <a:spLocks noChangeShapeType="1"/>
              </p:cNvSpPr>
              <p:nvPr userDrawn="1"/>
            </p:nvSpPr>
            <p:spPr bwMode="gray">
              <a:xfrm flipV="1">
                <a:off x="3045" y="1405"/>
                <a:ext cx="2" cy="14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68" name="Freeform 1273"/>
              <p:cNvSpPr>
                <a:spLocks/>
              </p:cNvSpPr>
              <p:nvPr userDrawn="1"/>
            </p:nvSpPr>
            <p:spPr bwMode="gray">
              <a:xfrm>
                <a:off x="3039" y="1405"/>
                <a:ext cx="6" cy="4"/>
              </a:xfrm>
              <a:custGeom>
                <a:avLst/>
                <a:gdLst>
                  <a:gd name="T0" fmla="*/ 2 w 6"/>
                  <a:gd name="T1" fmla="*/ 3 h 3"/>
                  <a:gd name="T2" fmla="*/ 0 w 6"/>
                  <a:gd name="T3" fmla="*/ 3 h 3"/>
                  <a:gd name="T4" fmla="*/ 0 w 6"/>
                  <a:gd name="T5" fmla="*/ 1 h 3"/>
                  <a:gd name="T6" fmla="*/ 0 w 6"/>
                  <a:gd name="T7" fmla="*/ 1 h 3"/>
                  <a:gd name="T8" fmla="*/ 2 w 6"/>
                  <a:gd name="T9" fmla="*/ 0 h 3"/>
                  <a:gd name="T10" fmla="*/ 6 w 6"/>
                  <a:gd name="T11" fmla="*/ 0 h 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6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69" name="Freeform 1274"/>
              <p:cNvSpPr>
                <a:spLocks/>
              </p:cNvSpPr>
              <p:nvPr userDrawn="1"/>
            </p:nvSpPr>
            <p:spPr bwMode="gray">
              <a:xfrm>
                <a:off x="3193" y="847"/>
                <a:ext cx="17" cy="1"/>
              </a:xfrm>
              <a:custGeom>
                <a:avLst/>
                <a:gdLst>
                  <a:gd name="T0" fmla="*/ 0 w 17"/>
                  <a:gd name="T1" fmla="*/ 1 h 1"/>
                  <a:gd name="T2" fmla="*/ 5 w 17"/>
                  <a:gd name="T3" fmla="*/ 0 h 1"/>
                  <a:gd name="T4" fmla="*/ 12 w 17"/>
                  <a:gd name="T5" fmla="*/ 0 h 1"/>
                  <a:gd name="T6" fmla="*/ 17 w 17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">
                    <a:moveTo>
                      <a:pt x="0" y="1"/>
                    </a:moveTo>
                    <a:lnTo>
                      <a:pt x="5" y="0"/>
                    </a:lnTo>
                    <a:lnTo>
                      <a:pt x="12" y="0"/>
                    </a:lnTo>
                    <a:lnTo>
                      <a:pt x="17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70" name="Line 1275"/>
              <p:cNvSpPr>
                <a:spLocks noChangeShapeType="1"/>
              </p:cNvSpPr>
              <p:nvPr userDrawn="1"/>
            </p:nvSpPr>
            <p:spPr bwMode="gray">
              <a:xfrm flipH="1">
                <a:off x="3185" y="840"/>
                <a:ext cx="10" cy="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71" name="Line 1276"/>
              <p:cNvSpPr>
                <a:spLocks noChangeShapeType="1"/>
              </p:cNvSpPr>
              <p:nvPr userDrawn="1"/>
            </p:nvSpPr>
            <p:spPr bwMode="gray">
              <a:xfrm flipV="1">
                <a:off x="3188" y="840"/>
                <a:ext cx="14" cy="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72" name="Freeform 1277"/>
              <p:cNvSpPr>
                <a:spLocks/>
              </p:cNvSpPr>
              <p:nvPr userDrawn="1"/>
            </p:nvSpPr>
            <p:spPr bwMode="gray">
              <a:xfrm>
                <a:off x="3193" y="840"/>
                <a:ext cx="10" cy="8"/>
              </a:xfrm>
              <a:custGeom>
                <a:avLst/>
                <a:gdLst>
                  <a:gd name="T0" fmla="*/ 10 w 10"/>
                  <a:gd name="T1" fmla="*/ 0 h 8"/>
                  <a:gd name="T2" fmla="*/ 5 w 10"/>
                  <a:gd name="T3" fmla="*/ 0 h 8"/>
                  <a:gd name="T4" fmla="*/ 1 w 10"/>
                  <a:gd name="T5" fmla="*/ 1 h 8"/>
                  <a:gd name="T6" fmla="*/ 0 w 10"/>
                  <a:gd name="T7" fmla="*/ 3 h 8"/>
                  <a:gd name="T8" fmla="*/ 0 w 10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lnTo>
                      <a:pt x="5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73" name="Freeform 1278"/>
              <p:cNvSpPr>
                <a:spLocks/>
              </p:cNvSpPr>
              <p:nvPr userDrawn="1"/>
            </p:nvSpPr>
            <p:spPr bwMode="gray">
              <a:xfrm>
                <a:off x="3401" y="1013"/>
                <a:ext cx="4" cy="7"/>
              </a:xfrm>
              <a:custGeom>
                <a:avLst/>
                <a:gdLst>
                  <a:gd name="T0" fmla="*/ 2 w 6"/>
                  <a:gd name="T1" fmla="*/ 7 h 7"/>
                  <a:gd name="T2" fmla="*/ 6 w 6"/>
                  <a:gd name="T3" fmla="*/ 7 h 7"/>
                  <a:gd name="T4" fmla="*/ 6 w 6"/>
                  <a:gd name="T5" fmla="*/ 6 h 7"/>
                  <a:gd name="T6" fmla="*/ 4 w 6"/>
                  <a:gd name="T7" fmla="*/ 4 h 7"/>
                  <a:gd name="T8" fmla="*/ 2 w 6"/>
                  <a:gd name="T9" fmla="*/ 2 h 7"/>
                  <a:gd name="T10" fmla="*/ 0 w 6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7">
                    <a:moveTo>
                      <a:pt x="2" y="7"/>
                    </a:moveTo>
                    <a:lnTo>
                      <a:pt x="6" y="7"/>
                    </a:lnTo>
                    <a:lnTo>
                      <a:pt x="6" y="6"/>
                    </a:lnTo>
                    <a:lnTo>
                      <a:pt x="4" y="4"/>
                    </a:ln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74" name="Line 1279"/>
              <p:cNvSpPr>
                <a:spLocks noChangeShapeType="1"/>
              </p:cNvSpPr>
              <p:nvPr userDrawn="1"/>
            </p:nvSpPr>
            <p:spPr bwMode="gray">
              <a:xfrm flipV="1">
                <a:off x="3403" y="909"/>
                <a:ext cx="5" cy="22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75" name="Line 1280"/>
              <p:cNvSpPr>
                <a:spLocks noChangeShapeType="1"/>
              </p:cNvSpPr>
              <p:nvPr userDrawn="1"/>
            </p:nvSpPr>
            <p:spPr bwMode="gray">
              <a:xfrm flipV="1">
                <a:off x="3401" y="913"/>
                <a:ext cx="4" cy="22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76" name="Freeform 1281"/>
              <p:cNvSpPr>
                <a:spLocks/>
              </p:cNvSpPr>
              <p:nvPr userDrawn="1"/>
            </p:nvSpPr>
            <p:spPr bwMode="gray">
              <a:xfrm>
                <a:off x="3403" y="906"/>
                <a:ext cx="5" cy="7"/>
              </a:xfrm>
              <a:custGeom>
                <a:avLst/>
                <a:gdLst>
                  <a:gd name="T0" fmla="*/ 4 w 5"/>
                  <a:gd name="T1" fmla="*/ 7 h 7"/>
                  <a:gd name="T2" fmla="*/ 5 w 5"/>
                  <a:gd name="T3" fmla="*/ 5 h 7"/>
                  <a:gd name="T4" fmla="*/ 5 w 5"/>
                  <a:gd name="T5" fmla="*/ 4 h 7"/>
                  <a:gd name="T6" fmla="*/ 5 w 5"/>
                  <a:gd name="T7" fmla="*/ 2 h 7"/>
                  <a:gd name="T8" fmla="*/ 4 w 5"/>
                  <a:gd name="T9" fmla="*/ 0 h 7"/>
                  <a:gd name="T10" fmla="*/ 0 w 5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4" y="7"/>
                    </a:moveTo>
                    <a:lnTo>
                      <a:pt x="5" y="5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77" name="Line 1282"/>
              <p:cNvSpPr>
                <a:spLocks noChangeShapeType="1"/>
              </p:cNvSpPr>
              <p:nvPr userDrawn="1"/>
            </p:nvSpPr>
            <p:spPr bwMode="gray">
              <a:xfrm flipH="1">
                <a:off x="3398" y="906"/>
                <a:ext cx="5" cy="23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78" name="Freeform 1283"/>
              <p:cNvSpPr>
                <a:spLocks/>
              </p:cNvSpPr>
              <p:nvPr userDrawn="1"/>
            </p:nvSpPr>
            <p:spPr bwMode="gray">
              <a:xfrm>
                <a:off x="3398" y="1133"/>
                <a:ext cx="5" cy="6"/>
              </a:xfrm>
              <a:custGeom>
                <a:avLst/>
                <a:gdLst>
                  <a:gd name="T0" fmla="*/ 3 w 5"/>
                  <a:gd name="T1" fmla="*/ 0 h 6"/>
                  <a:gd name="T2" fmla="*/ 5 w 5"/>
                  <a:gd name="T3" fmla="*/ 2 h 6"/>
                  <a:gd name="T4" fmla="*/ 5 w 5"/>
                  <a:gd name="T5" fmla="*/ 2 h 6"/>
                  <a:gd name="T6" fmla="*/ 5 w 5"/>
                  <a:gd name="T7" fmla="*/ 4 h 6"/>
                  <a:gd name="T8" fmla="*/ 2 w 5"/>
                  <a:gd name="T9" fmla="*/ 4 h 6"/>
                  <a:gd name="T10" fmla="*/ 0 w 5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6">
                    <a:moveTo>
                      <a:pt x="3" y="0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79" name="Freeform 1284"/>
              <p:cNvSpPr>
                <a:spLocks/>
              </p:cNvSpPr>
              <p:nvPr userDrawn="1"/>
            </p:nvSpPr>
            <p:spPr bwMode="gray">
              <a:xfrm>
                <a:off x="3324" y="935"/>
                <a:ext cx="11" cy="16"/>
              </a:xfrm>
              <a:custGeom>
                <a:avLst/>
                <a:gdLst>
                  <a:gd name="T0" fmla="*/ 11 w 11"/>
                  <a:gd name="T1" fmla="*/ 16 h 16"/>
                  <a:gd name="T2" fmla="*/ 11 w 11"/>
                  <a:gd name="T3" fmla="*/ 10 h 16"/>
                  <a:gd name="T4" fmla="*/ 9 w 11"/>
                  <a:gd name="T5" fmla="*/ 5 h 16"/>
                  <a:gd name="T6" fmla="*/ 6 w 11"/>
                  <a:gd name="T7" fmla="*/ 2 h 16"/>
                  <a:gd name="T8" fmla="*/ 0 w 1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11" y="16"/>
                    </a:moveTo>
                    <a:lnTo>
                      <a:pt x="11" y="10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80" name="Line 1285"/>
              <p:cNvSpPr>
                <a:spLocks noChangeShapeType="1"/>
              </p:cNvSpPr>
              <p:nvPr userDrawn="1"/>
            </p:nvSpPr>
            <p:spPr bwMode="gray">
              <a:xfrm flipH="1">
                <a:off x="3314" y="904"/>
                <a:ext cx="91" cy="4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81" name="Line 1286"/>
              <p:cNvSpPr>
                <a:spLocks noChangeShapeType="1"/>
              </p:cNvSpPr>
              <p:nvPr userDrawn="1"/>
            </p:nvSpPr>
            <p:spPr bwMode="gray">
              <a:xfrm flipH="1">
                <a:off x="3314" y="913"/>
                <a:ext cx="91" cy="4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82" name="Line 1287"/>
              <p:cNvSpPr>
                <a:spLocks noChangeShapeType="1"/>
              </p:cNvSpPr>
              <p:nvPr userDrawn="1"/>
            </p:nvSpPr>
            <p:spPr bwMode="gray">
              <a:xfrm flipV="1">
                <a:off x="3314" y="897"/>
                <a:ext cx="82" cy="4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83" name="Freeform 1288"/>
              <p:cNvSpPr>
                <a:spLocks/>
              </p:cNvSpPr>
              <p:nvPr userDrawn="1"/>
            </p:nvSpPr>
            <p:spPr bwMode="gray">
              <a:xfrm>
                <a:off x="3396" y="897"/>
                <a:ext cx="11" cy="16"/>
              </a:xfrm>
              <a:custGeom>
                <a:avLst/>
                <a:gdLst>
                  <a:gd name="T0" fmla="*/ 0 w 11"/>
                  <a:gd name="T1" fmla="*/ 0 h 16"/>
                  <a:gd name="T2" fmla="*/ 4 w 11"/>
                  <a:gd name="T3" fmla="*/ 4 h 16"/>
                  <a:gd name="T4" fmla="*/ 7 w 11"/>
                  <a:gd name="T5" fmla="*/ 7 h 16"/>
                  <a:gd name="T6" fmla="*/ 11 w 11"/>
                  <a:gd name="T7" fmla="*/ 11 h 16"/>
                  <a:gd name="T8" fmla="*/ 11 w 11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0" y="0"/>
                    </a:moveTo>
                    <a:lnTo>
                      <a:pt x="4" y="4"/>
                    </a:lnTo>
                    <a:lnTo>
                      <a:pt x="7" y="7"/>
                    </a:lnTo>
                    <a:lnTo>
                      <a:pt x="11" y="11"/>
                    </a:lnTo>
                    <a:lnTo>
                      <a:pt x="11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84" name="Freeform 1289"/>
              <p:cNvSpPr>
                <a:spLocks/>
              </p:cNvSpPr>
              <p:nvPr userDrawn="1"/>
            </p:nvSpPr>
            <p:spPr bwMode="gray">
              <a:xfrm>
                <a:off x="3298" y="866"/>
                <a:ext cx="9" cy="8"/>
              </a:xfrm>
              <a:custGeom>
                <a:avLst/>
                <a:gdLst>
                  <a:gd name="T0" fmla="*/ 9 w 9"/>
                  <a:gd name="T1" fmla="*/ 8 h 8"/>
                  <a:gd name="T2" fmla="*/ 7 w 9"/>
                  <a:gd name="T3" fmla="*/ 5 h 8"/>
                  <a:gd name="T4" fmla="*/ 5 w 9"/>
                  <a:gd name="T5" fmla="*/ 1 h 8"/>
                  <a:gd name="T6" fmla="*/ 4 w 9"/>
                  <a:gd name="T7" fmla="*/ 0 h 8"/>
                  <a:gd name="T8" fmla="*/ 0 w 9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8">
                    <a:moveTo>
                      <a:pt x="9" y="8"/>
                    </a:moveTo>
                    <a:lnTo>
                      <a:pt x="7" y="5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85" name="Line 1290"/>
              <p:cNvSpPr>
                <a:spLocks noChangeShapeType="1"/>
              </p:cNvSpPr>
              <p:nvPr userDrawn="1"/>
            </p:nvSpPr>
            <p:spPr bwMode="gray">
              <a:xfrm>
                <a:off x="3207" y="840"/>
                <a:ext cx="195" cy="5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86" name="Line 1291"/>
              <p:cNvSpPr>
                <a:spLocks noChangeShapeType="1"/>
              </p:cNvSpPr>
              <p:nvPr userDrawn="1"/>
            </p:nvSpPr>
            <p:spPr bwMode="gray">
              <a:xfrm>
                <a:off x="3210" y="847"/>
                <a:ext cx="194" cy="5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87" name="Freeform 1292"/>
              <p:cNvSpPr>
                <a:spLocks/>
              </p:cNvSpPr>
              <p:nvPr userDrawn="1"/>
            </p:nvSpPr>
            <p:spPr bwMode="gray">
              <a:xfrm>
                <a:off x="3396" y="897"/>
                <a:ext cx="7" cy="9"/>
              </a:xfrm>
              <a:custGeom>
                <a:avLst/>
                <a:gdLst>
                  <a:gd name="T0" fmla="*/ 7 w 7"/>
                  <a:gd name="T1" fmla="*/ 9 h 9"/>
                  <a:gd name="T2" fmla="*/ 7 w 7"/>
                  <a:gd name="T3" fmla="*/ 6 h 9"/>
                  <a:gd name="T4" fmla="*/ 7 w 7"/>
                  <a:gd name="T5" fmla="*/ 2 h 9"/>
                  <a:gd name="T6" fmla="*/ 5 w 7"/>
                  <a:gd name="T7" fmla="*/ 0 h 9"/>
                  <a:gd name="T8" fmla="*/ 4 w 7"/>
                  <a:gd name="T9" fmla="*/ 0 h 9"/>
                  <a:gd name="T10" fmla="*/ 0 w 7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7" y="9"/>
                    </a:moveTo>
                    <a:lnTo>
                      <a:pt x="7" y="6"/>
                    </a:lnTo>
                    <a:lnTo>
                      <a:pt x="7" y="2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88" name="Line 1293"/>
              <p:cNvSpPr>
                <a:spLocks noChangeShapeType="1"/>
              </p:cNvSpPr>
              <p:nvPr userDrawn="1"/>
            </p:nvSpPr>
            <p:spPr bwMode="gray">
              <a:xfrm flipH="1" flipV="1">
                <a:off x="3202" y="840"/>
                <a:ext cx="194" cy="5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89" name="Freeform 1294"/>
              <p:cNvSpPr>
                <a:spLocks/>
              </p:cNvSpPr>
              <p:nvPr userDrawn="1"/>
            </p:nvSpPr>
            <p:spPr bwMode="gray">
              <a:xfrm>
                <a:off x="3202" y="838"/>
                <a:ext cx="7" cy="9"/>
              </a:xfrm>
              <a:custGeom>
                <a:avLst/>
                <a:gdLst>
                  <a:gd name="T0" fmla="*/ 0 w 7"/>
                  <a:gd name="T1" fmla="*/ 2 h 9"/>
                  <a:gd name="T2" fmla="*/ 4 w 7"/>
                  <a:gd name="T3" fmla="*/ 0 h 9"/>
                  <a:gd name="T4" fmla="*/ 5 w 7"/>
                  <a:gd name="T5" fmla="*/ 2 h 9"/>
                  <a:gd name="T6" fmla="*/ 7 w 7"/>
                  <a:gd name="T7" fmla="*/ 3 h 9"/>
                  <a:gd name="T8" fmla="*/ 7 w 7"/>
                  <a:gd name="T9" fmla="*/ 7 h 9"/>
                  <a:gd name="T10" fmla="*/ 7 w 7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0" y="2"/>
                    </a:moveTo>
                    <a:lnTo>
                      <a:pt x="4" y="0"/>
                    </a:lnTo>
                    <a:lnTo>
                      <a:pt x="5" y="2"/>
                    </a:lnTo>
                    <a:lnTo>
                      <a:pt x="7" y="3"/>
                    </a:lnTo>
                    <a:lnTo>
                      <a:pt x="7" y="7"/>
                    </a:lnTo>
                    <a:lnTo>
                      <a:pt x="7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90" name="Freeform 1295"/>
              <p:cNvSpPr>
                <a:spLocks/>
              </p:cNvSpPr>
              <p:nvPr userDrawn="1"/>
            </p:nvSpPr>
            <p:spPr bwMode="gray">
              <a:xfrm>
                <a:off x="3345" y="1822"/>
                <a:ext cx="9" cy="8"/>
              </a:xfrm>
              <a:custGeom>
                <a:avLst/>
                <a:gdLst>
                  <a:gd name="T0" fmla="*/ 0 w 9"/>
                  <a:gd name="T1" fmla="*/ 0 h 8"/>
                  <a:gd name="T2" fmla="*/ 4 w 9"/>
                  <a:gd name="T3" fmla="*/ 0 h 8"/>
                  <a:gd name="T4" fmla="*/ 6 w 9"/>
                  <a:gd name="T5" fmla="*/ 0 h 8"/>
                  <a:gd name="T6" fmla="*/ 7 w 9"/>
                  <a:gd name="T7" fmla="*/ 1 h 8"/>
                  <a:gd name="T8" fmla="*/ 9 w 9"/>
                  <a:gd name="T9" fmla="*/ 5 h 8"/>
                  <a:gd name="T10" fmla="*/ 9 w 9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8">
                    <a:moveTo>
                      <a:pt x="0" y="0"/>
                    </a:moveTo>
                    <a:lnTo>
                      <a:pt x="4" y="0"/>
                    </a:lnTo>
                    <a:lnTo>
                      <a:pt x="6" y="0"/>
                    </a:lnTo>
                    <a:lnTo>
                      <a:pt x="7" y="1"/>
                    </a:lnTo>
                    <a:lnTo>
                      <a:pt x="9" y="5"/>
                    </a:lnTo>
                    <a:lnTo>
                      <a:pt x="9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91" name="Freeform 1296"/>
              <p:cNvSpPr>
                <a:spLocks/>
              </p:cNvSpPr>
              <p:nvPr userDrawn="1"/>
            </p:nvSpPr>
            <p:spPr bwMode="gray">
              <a:xfrm>
                <a:off x="2976" y="1826"/>
                <a:ext cx="11" cy="13"/>
              </a:xfrm>
              <a:custGeom>
                <a:avLst/>
                <a:gdLst>
                  <a:gd name="T0" fmla="*/ 11 w 11"/>
                  <a:gd name="T1" fmla="*/ 16 h 16"/>
                  <a:gd name="T2" fmla="*/ 7 w 11"/>
                  <a:gd name="T3" fmla="*/ 14 h 16"/>
                  <a:gd name="T4" fmla="*/ 4 w 11"/>
                  <a:gd name="T5" fmla="*/ 11 h 16"/>
                  <a:gd name="T6" fmla="*/ 0 w 11"/>
                  <a:gd name="T7" fmla="*/ 5 h 16"/>
                  <a:gd name="T8" fmla="*/ 0 w 1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11" y="16"/>
                    </a:moveTo>
                    <a:lnTo>
                      <a:pt x="7" y="14"/>
                    </a:lnTo>
                    <a:lnTo>
                      <a:pt x="4" y="11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92" name="Freeform 1297"/>
              <p:cNvSpPr>
                <a:spLocks/>
              </p:cNvSpPr>
              <p:nvPr userDrawn="1"/>
            </p:nvSpPr>
            <p:spPr bwMode="gray">
              <a:xfrm>
                <a:off x="3081" y="1873"/>
                <a:ext cx="9" cy="7"/>
              </a:xfrm>
              <a:custGeom>
                <a:avLst/>
                <a:gdLst>
                  <a:gd name="T0" fmla="*/ 9 w 9"/>
                  <a:gd name="T1" fmla="*/ 7 h 7"/>
                  <a:gd name="T2" fmla="*/ 7 w 9"/>
                  <a:gd name="T3" fmla="*/ 7 h 7"/>
                  <a:gd name="T4" fmla="*/ 4 w 9"/>
                  <a:gd name="T5" fmla="*/ 7 h 7"/>
                  <a:gd name="T6" fmla="*/ 2 w 9"/>
                  <a:gd name="T7" fmla="*/ 7 h 7"/>
                  <a:gd name="T8" fmla="*/ 0 w 9"/>
                  <a:gd name="T9" fmla="*/ 4 h 7"/>
                  <a:gd name="T10" fmla="*/ 0 w 9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7">
                    <a:moveTo>
                      <a:pt x="9" y="7"/>
                    </a:moveTo>
                    <a:lnTo>
                      <a:pt x="7" y="7"/>
                    </a:lnTo>
                    <a:lnTo>
                      <a:pt x="4" y="7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93" name="Line 1298"/>
              <p:cNvSpPr>
                <a:spLocks noChangeShapeType="1"/>
              </p:cNvSpPr>
              <p:nvPr userDrawn="1"/>
            </p:nvSpPr>
            <p:spPr bwMode="gray">
              <a:xfrm>
                <a:off x="2984" y="1840"/>
                <a:ext cx="204" cy="7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94" name="Line 1299"/>
              <p:cNvSpPr>
                <a:spLocks noChangeShapeType="1"/>
              </p:cNvSpPr>
              <p:nvPr userDrawn="1"/>
            </p:nvSpPr>
            <p:spPr bwMode="gray">
              <a:xfrm>
                <a:off x="2987" y="1840"/>
                <a:ext cx="206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95" name="Freeform 1300"/>
              <p:cNvSpPr>
                <a:spLocks/>
              </p:cNvSpPr>
              <p:nvPr userDrawn="1"/>
            </p:nvSpPr>
            <p:spPr bwMode="gray">
              <a:xfrm>
                <a:off x="3185" y="1909"/>
                <a:ext cx="8" cy="9"/>
              </a:xfrm>
              <a:custGeom>
                <a:avLst/>
                <a:gdLst>
                  <a:gd name="T0" fmla="*/ 8 w 8"/>
                  <a:gd name="T1" fmla="*/ 7 h 9"/>
                  <a:gd name="T2" fmla="*/ 5 w 8"/>
                  <a:gd name="T3" fmla="*/ 9 h 9"/>
                  <a:gd name="T4" fmla="*/ 3 w 8"/>
                  <a:gd name="T5" fmla="*/ 9 h 9"/>
                  <a:gd name="T6" fmla="*/ 1 w 8"/>
                  <a:gd name="T7" fmla="*/ 7 h 9"/>
                  <a:gd name="T8" fmla="*/ 0 w 8"/>
                  <a:gd name="T9" fmla="*/ 3 h 9"/>
                  <a:gd name="T10" fmla="*/ 0 w 8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8" y="7"/>
                    </a:moveTo>
                    <a:lnTo>
                      <a:pt x="5" y="9"/>
                    </a:lnTo>
                    <a:lnTo>
                      <a:pt x="3" y="9"/>
                    </a:lnTo>
                    <a:lnTo>
                      <a:pt x="1" y="7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96" name="Line 1301"/>
              <p:cNvSpPr>
                <a:spLocks noChangeShapeType="1"/>
              </p:cNvSpPr>
              <p:nvPr userDrawn="1"/>
            </p:nvSpPr>
            <p:spPr bwMode="gray">
              <a:xfrm flipH="1" flipV="1">
                <a:off x="2978" y="1835"/>
                <a:ext cx="207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97" name="Freeform 1302"/>
              <p:cNvSpPr>
                <a:spLocks/>
              </p:cNvSpPr>
              <p:nvPr userDrawn="1"/>
            </p:nvSpPr>
            <p:spPr bwMode="gray">
              <a:xfrm>
                <a:off x="2978" y="1835"/>
                <a:ext cx="9" cy="9"/>
              </a:xfrm>
              <a:custGeom>
                <a:avLst/>
                <a:gdLst>
                  <a:gd name="T0" fmla="*/ 9 w 9"/>
                  <a:gd name="T1" fmla="*/ 7 h 9"/>
                  <a:gd name="T2" fmla="*/ 5 w 9"/>
                  <a:gd name="T3" fmla="*/ 9 h 9"/>
                  <a:gd name="T4" fmla="*/ 4 w 9"/>
                  <a:gd name="T5" fmla="*/ 9 h 9"/>
                  <a:gd name="T6" fmla="*/ 2 w 9"/>
                  <a:gd name="T7" fmla="*/ 7 h 9"/>
                  <a:gd name="T8" fmla="*/ 0 w 9"/>
                  <a:gd name="T9" fmla="*/ 3 h 9"/>
                  <a:gd name="T10" fmla="*/ 0 w 9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9" y="7"/>
                    </a:moveTo>
                    <a:lnTo>
                      <a:pt x="5" y="9"/>
                    </a:lnTo>
                    <a:lnTo>
                      <a:pt x="4" y="9"/>
                    </a:lnTo>
                    <a:lnTo>
                      <a:pt x="2" y="7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98" name="Freeform 1303"/>
              <p:cNvSpPr>
                <a:spLocks/>
              </p:cNvSpPr>
              <p:nvPr userDrawn="1"/>
            </p:nvSpPr>
            <p:spPr bwMode="gray">
              <a:xfrm>
                <a:off x="3290" y="1848"/>
                <a:ext cx="12" cy="10"/>
              </a:xfrm>
              <a:custGeom>
                <a:avLst/>
                <a:gdLst>
                  <a:gd name="T0" fmla="*/ 0 w 12"/>
                  <a:gd name="T1" fmla="*/ 8 h 10"/>
                  <a:gd name="T2" fmla="*/ 3 w 12"/>
                  <a:gd name="T3" fmla="*/ 10 h 10"/>
                  <a:gd name="T4" fmla="*/ 7 w 12"/>
                  <a:gd name="T5" fmla="*/ 8 h 10"/>
                  <a:gd name="T6" fmla="*/ 8 w 12"/>
                  <a:gd name="T7" fmla="*/ 8 h 10"/>
                  <a:gd name="T8" fmla="*/ 10 w 12"/>
                  <a:gd name="T9" fmla="*/ 5 h 10"/>
                  <a:gd name="T10" fmla="*/ 12 w 12"/>
                  <a:gd name="T11" fmla="*/ 3 h 10"/>
                  <a:gd name="T12" fmla="*/ 12 w 12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0">
                    <a:moveTo>
                      <a:pt x="0" y="8"/>
                    </a:moveTo>
                    <a:lnTo>
                      <a:pt x="3" y="10"/>
                    </a:lnTo>
                    <a:lnTo>
                      <a:pt x="7" y="8"/>
                    </a:lnTo>
                    <a:lnTo>
                      <a:pt x="8" y="8"/>
                    </a:lnTo>
                    <a:lnTo>
                      <a:pt x="10" y="5"/>
                    </a:lnTo>
                    <a:lnTo>
                      <a:pt x="12" y="3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699" name="Line 1304"/>
              <p:cNvSpPr>
                <a:spLocks noChangeShapeType="1"/>
              </p:cNvSpPr>
              <p:nvPr userDrawn="1"/>
            </p:nvSpPr>
            <p:spPr bwMode="gray">
              <a:xfrm flipV="1">
                <a:off x="3202" y="1819"/>
                <a:ext cx="156" cy="9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00" name="Line 1305"/>
              <p:cNvSpPr>
                <a:spLocks noChangeShapeType="1"/>
              </p:cNvSpPr>
              <p:nvPr userDrawn="1"/>
            </p:nvSpPr>
            <p:spPr bwMode="gray">
              <a:xfrm flipV="1">
                <a:off x="3193" y="1822"/>
                <a:ext cx="152" cy="9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01" name="Freeform 1306"/>
              <p:cNvSpPr>
                <a:spLocks/>
              </p:cNvSpPr>
              <p:nvPr userDrawn="1"/>
            </p:nvSpPr>
            <p:spPr bwMode="gray">
              <a:xfrm>
                <a:off x="3345" y="1810"/>
                <a:ext cx="22" cy="13"/>
              </a:xfrm>
              <a:custGeom>
                <a:avLst/>
                <a:gdLst>
                  <a:gd name="T0" fmla="*/ 0 w 21"/>
                  <a:gd name="T1" fmla="*/ 13 h 13"/>
                  <a:gd name="T2" fmla="*/ 7 w 21"/>
                  <a:gd name="T3" fmla="*/ 13 h 13"/>
                  <a:gd name="T4" fmla="*/ 13 w 21"/>
                  <a:gd name="T5" fmla="*/ 9 h 13"/>
                  <a:gd name="T6" fmla="*/ 18 w 21"/>
                  <a:gd name="T7" fmla="*/ 6 h 13"/>
                  <a:gd name="T8" fmla="*/ 21 w 2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3">
                    <a:moveTo>
                      <a:pt x="0" y="13"/>
                    </a:moveTo>
                    <a:lnTo>
                      <a:pt x="7" y="13"/>
                    </a:lnTo>
                    <a:lnTo>
                      <a:pt x="13" y="9"/>
                    </a:lnTo>
                    <a:lnTo>
                      <a:pt x="18" y="6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02" name="Line 1307"/>
              <p:cNvSpPr>
                <a:spLocks noChangeShapeType="1"/>
              </p:cNvSpPr>
              <p:nvPr userDrawn="1"/>
            </p:nvSpPr>
            <p:spPr bwMode="gray">
              <a:xfrm flipH="1">
                <a:off x="3206" y="1810"/>
                <a:ext cx="161" cy="10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03" name="Freeform 1308"/>
              <p:cNvSpPr>
                <a:spLocks/>
              </p:cNvSpPr>
              <p:nvPr userDrawn="1"/>
            </p:nvSpPr>
            <p:spPr bwMode="gray">
              <a:xfrm>
                <a:off x="3193" y="1909"/>
                <a:ext cx="13" cy="9"/>
              </a:xfrm>
              <a:custGeom>
                <a:avLst/>
                <a:gdLst>
                  <a:gd name="T0" fmla="*/ 13 w 13"/>
                  <a:gd name="T1" fmla="*/ 0 h 9"/>
                  <a:gd name="T2" fmla="*/ 11 w 13"/>
                  <a:gd name="T3" fmla="*/ 3 h 9"/>
                  <a:gd name="T4" fmla="*/ 9 w 13"/>
                  <a:gd name="T5" fmla="*/ 7 h 9"/>
                  <a:gd name="T6" fmla="*/ 6 w 13"/>
                  <a:gd name="T7" fmla="*/ 9 h 9"/>
                  <a:gd name="T8" fmla="*/ 0 w 13"/>
                  <a:gd name="T9" fmla="*/ 7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9">
                    <a:moveTo>
                      <a:pt x="13" y="0"/>
                    </a:moveTo>
                    <a:lnTo>
                      <a:pt x="11" y="3"/>
                    </a:lnTo>
                    <a:lnTo>
                      <a:pt x="9" y="7"/>
                    </a:lnTo>
                    <a:lnTo>
                      <a:pt x="6" y="9"/>
                    </a:lnTo>
                    <a:lnTo>
                      <a:pt x="0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04" name="Freeform 1309"/>
              <p:cNvSpPr>
                <a:spLocks/>
              </p:cNvSpPr>
              <p:nvPr userDrawn="1"/>
            </p:nvSpPr>
            <p:spPr bwMode="gray">
              <a:xfrm>
                <a:off x="3519" y="1709"/>
                <a:ext cx="8" cy="17"/>
              </a:xfrm>
              <a:custGeom>
                <a:avLst/>
                <a:gdLst>
                  <a:gd name="T0" fmla="*/ 8 w 8"/>
                  <a:gd name="T1" fmla="*/ 0 h 17"/>
                  <a:gd name="T2" fmla="*/ 5 w 8"/>
                  <a:gd name="T3" fmla="*/ 3 h 17"/>
                  <a:gd name="T4" fmla="*/ 1 w 8"/>
                  <a:gd name="T5" fmla="*/ 8 h 17"/>
                  <a:gd name="T6" fmla="*/ 0 w 8"/>
                  <a:gd name="T7" fmla="*/ 14 h 17"/>
                  <a:gd name="T8" fmla="*/ 0 w 8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8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05" name="Freeform 1310"/>
              <p:cNvSpPr>
                <a:spLocks/>
              </p:cNvSpPr>
              <p:nvPr userDrawn="1"/>
            </p:nvSpPr>
            <p:spPr bwMode="gray">
              <a:xfrm>
                <a:off x="3580" y="1670"/>
                <a:ext cx="13" cy="9"/>
              </a:xfrm>
              <a:custGeom>
                <a:avLst/>
                <a:gdLst>
                  <a:gd name="T0" fmla="*/ 0 w 12"/>
                  <a:gd name="T1" fmla="*/ 9 h 9"/>
                  <a:gd name="T2" fmla="*/ 3 w 12"/>
                  <a:gd name="T3" fmla="*/ 9 h 9"/>
                  <a:gd name="T4" fmla="*/ 9 w 12"/>
                  <a:gd name="T5" fmla="*/ 7 h 9"/>
                  <a:gd name="T6" fmla="*/ 10 w 12"/>
                  <a:gd name="T7" fmla="*/ 4 h 9"/>
                  <a:gd name="T8" fmla="*/ 12 w 12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lnTo>
                      <a:pt x="3" y="9"/>
                    </a:lnTo>
                    <a:lnTo>
                      <a:pt x="9" y="7"/>
                    </a:lnTo>
                    <a:lnTo>
                      <a:pt x="10" y="4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06" name="Line 1311"/>
              <p:cNvSpPr>
                <a:spLocks noChangeShapeType="1"/>
              </p:cNvSpPr>
              <p:nvPr userDrawn="1"/>
            </p:nvSpPr>
            <p:spPr bwMode="gray">
              <a:xfrm flipV="1">
                <a:off x="3531" y="1621"/>
                <a:ext cx="147" cy="9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07" name="Line 1312"/>
              <p:cNvSpPr>
                <a:spLocks noChangeShapeType="1"/>
              </p:cNvSpPr>
              <p:nvPr userDrawn="1"/>
            </p:nvSpPr>
            <p:spPr bwMode="gray">
              <a:xfrm flipV="1">
                <a:off x="3527" y="1622"/>
                <a:ext cx="143" cy="8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08" name="Freeform 1313"/>
              <p:cNvSpPr>
                <a:spLocks/>
              </p:cNvSpPr>
              <p:nvPr userDrawn="1"/>
            </p:nvSpPr>
            <p:spPr bwMode="gray">
              <a:xfrm>
                <a:off x="3670" y="1614"/>
                <a:ext cx="12" cy="9"/>
              </a:xfrm>
              <a:custGeom>
                <a:avLst/>
                <a:gdLst>
                  <a:gd name="T0" fmla="*/ 0 w 12"/>
                  <a:gd name="T1" fmla="*/ 9 h 9"/>
                  <a:gd name="T2" fmla="*/ 5 w 12"/>
                  <a:gd name="T3" fmla="*/ 9 h 9"/>
                  <a:gd name="T4" fmla="*/ 9 w 12"/>
                  <a:gd name="T5" fmla="*/ 7 h 9"/>
                  <a:gd name="T6" fmla="*/ 11 w 12"/>
                  <a:gd name="T7" fmla="*/ 6 h 9"/>
                  <a:gd name="T8" fmla="*/ 12 w 12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lnTo>
                      <a:pt x="5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09" name="Line 1314"/>
              <p:cNvSpPr>
                <a:spLocks noChangeShapeType="1"/>
              </p:cNvSpPr>
              <p:nvPr userDrawn="1"/>
            </p:nvSpPr>
            <p:spPr bwMode="gray">
              <a:xfrm flipH="1">
                <a:off x="3531" y="1614"/>
                <a:ext cx="150" cy="9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10" name="Freeform 1315"/>
              <p:cNvSpPr>
                <a:spLocks/>
              </p:cNvSpPr>
              <p:nvPr userDrawn="1"/>
            </p:nvSpPr>
            <p:spPr bwMode="gray">
              <a:xfrm>
                <a:off x="3527" y="1707"/>
                <a:ext cx="4" cy="7"/>
              </a:xfrm>
              <a:custGeom>
                <a:avLst/>
                <a:gdLst>
                  <a:gd name="T0" fmla="*/ 0 w 4"/>
                  <a:gd name="T1" fmla="*/ 4 h 7"/>
                  <a:gd name="T2" fmla="*/ 0 w 4"/>
                  <a:gd name="T3" fmla="*/ 5 h 7"/>
                  <a:gd name="T4" fmla="*/ 2 w 4"/>
                  <a:gd name="T5" fmla="*/ 7 h 7"/>
                  <a:gd name="T6" fmla="*/ 4 w 4"/>
                  <a:gd name="T7" fmla="*/ 5 h 7"/>
                  <a:gd name="T8" fmla="*/ 4 w 4"/>
                  <a:gd name="T9" fmla="*/ 4 h 7"/>
                  <a:gd name="T10" fmla="*/ 4 w 4"/>
                  <a:gd name="T11" fmla="*/ 2 h 7"/>
                  <a:gd name="T12" fmla="*/ 4 w 4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7">
                    <a:moveTo>
                      <a:pt x="0" y="4"/>
                    </a:moveTo>
                    <a:lnTo>
                      <a:pt x="0" y="5"/>
                    </a:lnTo>
                    <a:lnTo>
                      <a:pt x="2" y="7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4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11" name="Freeform 1316"/>
              <p:cNvSpPr>
                <a:spLocks/>
              </p:cNvSpPr>
              <p:nvPr userDrawn="1"/>
            </p:nvSpPr>
            <p:spPr bwMode="gray">
              <a:xfrm>
                <a:off x="3670" y="1605"/>
                <a:ext cx="9" cy="17"/>
              </a:xfrm>
              <a:custGeom>
                <a:avLst/>
                <a:gdLst>
                  <a:gd name="T0" fmla="*/ 9 w 9"/>
                  <a:gd name="T1" fmla="*/ 0 h 17"/>
                  <a:gd name="T2" fmla="*/ 9 w 9"/>
                  <a:gd name="T3" fmla="*/ 5 h 17"/>
                  <a:gd name="T4" fmla="*/ 7 w 9"/>
                  <a:gd name="T5" fmla="*/ 8 h 17"/>
                  <a:gd name="T6" fmla="*/ 4 w 9"/>
                  <a:gd name="T7" fmla="*/ 14 h 17"/>
                  <a:gd name="T8" fmla="*/ 0 w 9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9" y="0"/>
                    </a:moveTo>
                    <a:lnTo>
                      <a:pt x="9" y="5"/>
                    </a:lnTo>
                    <a:lnTo>
                      <a:pt x="7" y="8"/>
                    </a:lnTo>
                    <a:lnTo>
                      <a:pt x="4" y="14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12" name="Freeform 1317"/>
              <p:cNvSpPr>
                <a:spLocks/>
              </p:cNvSpPr>
              <p:nvPr userDrawn="1"/>
            </p:nvSpPr>
            <p:spPr bwMode="gray">
              <a:xfrm>
                <a:off x="3248" y="1515"/>
                <a:ext cx="8" cy="17"/>
              </a:xfrm>
              <a:custGeom>
                <a:avLst/>
                <a:gdLst>
                  <a:gd name="T0" fmla="*/ 0 w 8"/>
                  <a:gd name="T1" fmla="*/ 17 h 17"/>
                  <a:gd name="T2" fmla="*/ 3 w 8"/>
                  <a:gd name="T3" fmla="*/ 15 h 17"/>
                  <a:gd name="T4" fmla="*/ 7 w 8"/>
                  <a:gd name="T5" fmla="*/ 10 h 17"/>
                  <a:gd name="T6" fmla="*/ 8 w 8"/>
                  <a:gd name="T7" fmla="*/ 5 h 17"/>
                  <a:gd name="T8" fmla="*/ 8 w 8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lnTo>
                      <a:pt x="3" y="15"/>
                    </a:lnTo>
                    <a:lnTo>
                      <a:pt x="7" y="10"/>
                    </a:lnTo>
                    <a:lnTo>
                      <a:pt x="8" y="5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13" name="Line 1318"/>
              <p:cNvSpPr>
                <a:spLocks noChangeShapeType="1"/>
              </p:cNvSpPr>
              <p:nvPr userDrawn="1"/>
            </p:nvSpPr>
            <p:spPr bwMode="gray">
              <a:xfrm flipH="1" flipV="1">
                <a:off x="3151" y="1490"/>
                <a:ext cx="207" cy="7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14" name="Line 1319"/>
              <p:cNvSpPr>
                <a:spLocks noChangeShapeType="1"/>
              </p:cNvSpPr>
              <p:nvPr userDrawn="1"/>
            </p:nvSpPr>
            <p:spPr bwMode="gray">
              <a:xfrm flipH="1" flipV="1">
                <a:off x="3144" y="1497"/>
                <a:ext cx="208" cy="7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15" name="Freeform 1320"/>
              <p:cNvSpPr>
                <a:spLocks/>
              </p:cNvSpPr>
              <p:nvPr userDrawn="1"/>
            </p:nvSpPr>
            <p:spPr bwMode="gray">
              <a:xfrm>
                <a:off x="3144" y="1480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4 w 9"/>
                  <a:gd name="T3" fmla="*/ 15 h 17"/>
                  <a:gd name="T4" fmla="*/ 7 w 9"/>
                  <a:gd name="T5" fmla="*/ 10 h 17"/>
                  <a:gd name="T6" fmla="*/ 9 w 9"/>
                  <a:gd name="T7" fmla="*/ 5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4" y="15"/>
                    </a:lnTo>
                    <a:lnTo>
                      <a:pt x="7" y="10"/>
                    </a:lnTo>
                    <a:lnTo>
                      <a:pt x="9" y="5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16" name="Line 1321"/>
              <p:cNvSpPr>
                <a:spLocks noChangeShapeType="1"/>
              </p:cNvSpPr>
              <p:nvPr userDrawn="1"/>
            </p:nvSpPr>
            <p:spPr bwMode="gray">
              <a:xfrm>
                <a:off x="3153" y="1480"/>
                <a:ext cx="208" cy="7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17" name="Freeform 1322"/>
              <p:cNvSpPr>
                <a:spLocks/>
              </p:cNvSpPr>
              <p:nvPr userDrawn="1"/>
            </p:nvSpPr>
            <p:spPr bwMode="gray">
              <a:xfrm>
                <a:off x="3352" y="1551"/>
                <a:ext cx="9" cy="18"/>
              </a:xfrm>
              <a:custGeom>
                <a:avLst/>
                <a:gdLst>
                  <a:gd name="T0" fmla="*/ 0 w 9"/>
                  <a:gd name="T1" fmla="*/ 18 h 18"/>
                  <a:gd name="T2" fmla="*/ 4 w 9"/>
                  <a:gd name="T3" fmla="*/ 14 h 18"/>
                  <a:gd name="T4" fmla="*/ 6 w 9"/>
                  <a:gd name="T5" fmla="*/ 9 h 18"/>
                  <a:gd name="T6" fmla="*/ 7 w 9"/>
                  <a:gd name="T7" fmla="*/ 4 h 18"/>
                  <a:gd name="T8" fmla="*/ 9 w 9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0" y="18"/>
                    </a:moveTo>
                    <a:lnTo>
                      <a:pt x="4" y="14"/>
                    </a:lnTo>
                    <a:lnTo>
                      <a:pt x="6" y="9"/>
                    </a:lnTo>
                    <a:lnTo>
                      <a:pt x="7" y="4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18" name="Freeform 1323"/>
              <p:cNvSpPr>
                <a:spLocks/>
              </p:cNvSpPr>
              <p:nvPr userDrawn="1"/>
            </p:nvSpPr>
            <p:spPr bwMode="gray">
              <a:xfrm>
                <a:off x="3076" y="1530"/>
                <a:ext cx="13" cy="9"/>
              </a:xfrm>
              <a:custGeom>
                <a:avLst/>
                <a:gdLst>
                  <a:gd name="T0" fmla="*/ 12 w 12"/>
                  <a:gd name="T1" fmla="*/ 0 h 9"/>
                  <a:gd name="T2" fmla="*/ 9 w 12"/>
                  <a:gd name="T3" fmla="*/ 0 h 9"/>
                  <a:gd name="T4" fmla="*/ 7 w 12"/>
                  <a:gd name="T5" fmla="*/ 0 h 9"/>
                  <a:gd name="T6" fmla="*/ 4 w 12"/>
                  <a:gd name="T7" fmla="*/ 2 h 9"/>
                  <a:gd name="T8" fmla="*/ 2 w 12"/>
                  <a:gd name="T9" fmla="*/ 6 h 9"/>
                  <a:gd name="T10" fmla="*/ 0 w 12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9">
                    <a:moveTo>
                      <a:pt x="12" y="0"/>
                    </a:moveTo>
                    <a:lnTo>
                      <a:pt x="9" y="0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6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19" name="Line 1324"/>
              <p:cNvSpPr>
                <a:spLocks noChangeShapeType="1"/>
              </p:cNvSpPr>
              <p:nvPr userDrawn="1"/>
            </p:nvSpPr>
            <p:spPr bwMode="gray">
              <a:xfrm flipH="1">
                <a:off x="2984" y="1497"/>
                <a:ext cx="159" cy="9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720" name="Line 1325"/>
              <p:cNvSpPr>
                <a:spLocks noChangeShapeType="1"/>
              </p:cNvSpPr>
              <p:nvPr userDrawn="1"/>
            </p:nvSpPr>
            <p:spPr bwMode="gray">
              <a:xfrm flipH="1">
                <a:off x="2989" y="1497"/>
                <a:ext cx="155" cy="9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</p:grpSp>
        <p:grpSp>
          <p:nvGrpSpPr>
            <p:cNvPr id="1065" name="Group 1326"/>
            <p:cNvGrpSpPr>
              <a:grpSpLocks/>
            </p:cNvGrpSpPr>
            <p:nvPr userDrawn="1"/>
          </p:nvGrpSpPr>
          <p:grpSpPr bwMode="auto">
            <a:xfrm>
              <a:off x="4230" y="2817"/>
              <a:ext cx="1410" cy="1369"/>
              <a:chOff x="2282" y="873"/>
              <a:chExt cx="1410" cy="1369"/>
            </a:xfrm>
          </p:grpSpPr>
          <p:sp>
            <p:nvSpPr>
              <p:cNvPr id="1321" name="Freeform 1327"/>
              <p:cNvSpPr>
                <a:spLocks/>
              </p:cNvSpPr>
              <p:nvPr userDrawn="1"/>
            </p:nvSpPr>
            <p:spPr bwMode="gray">
              <a:xfrm>
                <a:off x="2978" y="1586"/>
                <a:ext cx="11" cy="13"/>
              </a:xfrm>
              <a:custGeom>
                <a:avLst/>
                <a:gdLst>
                  <a:gd name="T0" fmla="*/ 11 w 11"/>
                  <a:gd name="T1" fmla="*/ 2 h 11"/>
                  <a:gd name="T2" fmla="*/ 7 w 11"/>
                  <a:gd name="T3" fmla="*/ 0 h 11"/>
                  <a:gd name="T4" fmla="*/ 4 w 11"/>
                  <a:gd name="T5" fmla="*/ 2 h 11"/>
                  <a:gd name="T6" fmla="*/ 0 w 11"/>
                  <a:gd name="T7" fmla="*/ 6 h 11"/>
                  <a:gd name="T8" fmla="*/ 0 w 11"/>
                  <a:gd name="T9" fmla="*/ 1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11" y="2"/>
                    </a:moveTo>
                    <a:lnTo>
                      <a:pt x="7" y="0"/>
                    </a:lnTo>
                    <a:lnTo>
                      <a:pt x="4" y="2"/>
                    </a:lnTo>
                    <a:lnTo>
                      <a:pt x="0" y="6"/>
                    </a:lnTo>
                    <a:lnTo>
                      <a:pt x="0" y="11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22" name="Line 1328"/>
              <p:cNvSpPr>
                <a:spLocks noChangeShapeType="1"/>
              </p:cNvSpPr>
              <p:nvPr userDrawn="1"/>
            </p:nvSpPr>
            <p:spPr bwMode="gray">
              <a:xfrm flipV="1">
                <a:off x="2978" y="1502"/>
                <a:ext cx="165" cy="9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23" name="Freeform 1329"/>
              <p:cNvSpPr>
                <a:spLocks/>
              </p:cNvSpPr>
              <p:nvPr userDrawn="1"/>
            </p:nvSpPr>
            <p:spPr bwMode="gray">
              <a:xfrm>
                <a:off x="3141" y="1495"/>
                <a:ext cx="3" cy="7"/>
              </a:xfrm>
              <a:custGeom>
                <a:avLst/>
                <a:gdLst>
                  <a:gd name="T0" fmla="*/ 3 w 3"/>
                  <a:gd name="T1" fmla="*/ 2 h 7"/>
                  <a:gd name="T2" fmla="*/ 3 w 3"/>
                  <a:gd name="T3" fmla="*/ 2 h 7"/>
                  <a:gd name="T4" fmla="*/ 2 w 3"/>
                  <a:gd name="T5" fmla="*/ 0 h 7"/>
                  <a:gd name="T6" fmla="*/ 2 w 3"/>
                  <a:gd name="T7" fmla="*/ 0 h 7"/>
                  <a:gd name="T8" fmla="*/ 0 w 3"/>
                  <a:gd name="T9" fmla="*/ 2 h 7"/>
                  <a:gd name="T10" fmla="*/ 0 w 3"/>
                  <a:gd name="T11" fmla="*/ 4 h 7"/>
                  <a:gd name="T12" fmla="*/ 2 w 3"/>
                  <a:gd name="T13" fmla="*/ 7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" h="7">
                    <a:moveTo>
                      <a:pt x="3" y="2"/>
                    </a:moveTo>
                    <a:lnTo>
                      <a:pt x="3" y="2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24" name="Freeform 1330"/>
              <p:cNvSpPr>
                <a:spLocks/>
              </p:cNvSpPr>
              <p:nvPr userDrawn="1"/>
            </p:nvSpPr>
            <p:spPr bwMode="gray">
              <a:xfrm>
                <a:off x="3188" y="1660"/>
                <a:ext cx="9" cy="19"/>
              </a:xfrm>
              <a:custGeom>
                <a:avLst/>
                <a:gdLst>
                  <a:gd name="T0" fmla="*/ 9 w 9"/>
                  <a:gd name="T1" fmla="*/ 0 h 19"/>
                  <a:gd name="T2" fmla="*/ 5 w 9"/>
                  <a:gd name="T3" fmla="*/ 3 h 19"/>
                  <a:gd name="T4" fmla="*/ 4 w 9"/>
                  <a:gd name="T5" fmla="*/ 9 h 19"/>
                  <a:gd name="T6" fmla="*/ 2 w 9"/>
                  <a:gd name="T7" fmla="*/ 14 h 19"/>
                  <a:gd name="T8" fmla="*/ 0 w 9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9">
                    <a:moveTo>
                      <a:pt x="9" y="0"/>
                    </a:moveTo>
                    <a:lnTo>
                      <a:pt x="5" y="3"/>
                    </a:lnTo>
                    <a:lnTo>
                      <a:pt x="4" y="9"/>
                    </a:lnTo>
                    <a:lnTo>
                      <a:pt x="2" y="14"/>
                    </a:lnTo>
                    <a:lnTo>
                      <a:pt x="0" y="1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25" name="Freeform 1331"/>
              <p:cNvSpPr>
                <a:spLocks/>
              </p:cNvSpPr>
              <p:nvPr userDrawn="1"/>
            </p:nvSpPr>
            <p:spPr bwMode="gray">
              <a:xfrm>
                <a:off x="2980" y="1588"/>
                <a:ext cx="9" cy="18"/>
              </a:xfrm>
              <a:custGeom>
                <a:avLst/>
                <a:gdLst>
                  <a:gd name="T0" fmla="*/ 9 w 9"/>
                  <a:gd name="T1" fmla="*/ 0 h 18"/>
                  <a:gd name="T2" fmla="*/ 5 w 9"/>
                  <a:gd name="T3" fmla="*/ 2 h 18"/>
                  <a:gd name="T4" fmla="*/ 3 w 9"/>
                  <a:gd name="T5" fmla="*/ 7 h 18"/>
                  <a:gd name="T6" fmla="*/ 2 w 9"/>
                  <a:gd name="T7" fmla="*/ 12 h 18"/>
                  <a:gd name="T8" fmla="*/ 0 w 9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9" y="0"/>
                    </a:moveTo>
                    <a:lnTo>
                      <a:pt x="5" y="2"/>
                    </a:lnTo>
                    <a:lnTo>
                      <a:pt x="3" y="7"/>
                    </a:lnTo>
                    <a:lnTo>
                      <a:pt x="2" y="12"/>
                    </a:lnTo>
                    <a:lnTo>
                      <a:pt x="0" y="1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26" name="Freeform 1332"/>
              <p:cNvSpPr>
                <a:spLocks/>
              </p:cNvSpPr>
              <p:nvPr userDrawn="1"/>
            </p:nvSpPr>
            <p:spPr bwMode="gray">
              <a:xfrm>
                <a:off x="3295" y="1602"/>
                <a:ext cx="13" cy="18"/>
              </a:xfrm>
              <a:custGeom>
                <a:avLst/>
                <a:gdLst>
                  <a:gd name="T0" fmla="*/ 0 w 12"/>
                  <a:gd name="T1" fmla="*/ 0 h 18"/>
                  <a:gd name="T2" fmla="*/ 5 w 12"/>
                  <a:gd name="T3" fmla="*/ 4 h 18"/>
                  <a:gd name="T4" fmla="*/ 8 w 12"/>
                  <a:gd name="T5" fmla="*/ 7 h 18"/>
                  <a:gd name="T6" fmla="*/ 10 w 12"/>
                  <a:gd name="T7" fmla="*/ 12 h 18"/>
                  <a:gd name="T8" fmla="*/ 12 w 12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8">
                    <a:moveTo>
                      <a:pt x="0" y="0"/>
                    </a:moveTo>
                    <a:lnTo>
                      <a:pt x="5" y="4"/>
                    </a:lnTo>
                    <a:lnTo>
                      <a:pt x="8" y="7"/>
                    </a:lnTo>
                    <a:lnTo>
                      <a:pt x="10" y="12"/>
                    </a:lnTo>
                    <a:lnTo>
                      <a:pt x="12" y="1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27" name="Line 1333"/>
              <p:cNvSpPr>
                <a:spLocks noChangeShapeType="1"/>
              </p:cNvSpPr>
              <p:nvPr userDrawn="1"/>
            </p:nvSpPr>
            <p:spPr bwMode="gray">
              <a:xfrm flipV="1">
                <a:off x="3206" y="1572"/>
                <a:ext cx="159" cy="9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28" name="Line 1334"/>
              <p:cNvSpPr>
                <a:spLocks noChangeShapeType="1"/>
              </p:cNvSpPr>
              <p:nvPr userDrawn="1"/>
            </p:nvSpPr>
            <p:spPr bwMode="gray">
              <a:xfrm flipV="1">
                <a:off x="3197" y="1569"/>
                <a:ext cx="155" cy="9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29" name="Freeform 1335"/>
              <p:cNvSpPr>
                <a:spLocks/>
              </p:cNvSpPr>
              <p:nvPr userDrawn="1"/>
            </p:nvSpPr>
            <p:spPr bwMode="gray">
              <a:xfrm>
                <a:off x="3352" y="1569"/>
                <a:ext cx="20" cy="13"/>
              </a:xfrm>
              <a:custGeom>
                <a:avLst/>
                <a:gdLst>
                  <a:gd name="T0" fmla="*/ 0 w 20"/>
                  <a:gd name="T1" fmla="*/ 0 h 12"/>
                  <a:gd name="T2" fmla="*/ 6 w 20"/>
                  <a:gd name="T3" fmla="*/ 0 h 12"/>
                  <a:gd name="T4" fmla="*/ 11 w 20"/>
                  <a:gd name="T5" fmla="*/ 2 h 12"/>
                  <a:gd name="T6" fmla="*/ 16 w 20"/>
                  <a:gd name="T7" fmla="*/ 7 h 12"/>
                  <a:gd name="T8" fmla="*/ 20 w 20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2">
                    <a:moveTo>
                      <a:pt x="0" y="0"/>
                    </a:moveTo>
                    <a:lnTo>
                      <a:pt x="6" y="0"/>
                    </a:lnTo>
                    <a:lnTo>
                      <a:pt x="11" y="2"/>
                    </a:lnTo>
                    <a:lnTo>
                      <a:pt x="16" y="7"/>
                    </a:lnTo>
                    <a:lnTo>
                      <a:pt x="20" y="1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30" name="Line 1336"/>
              <p:cNvSpPr>
                <a:spLocks noChangeShapeType="1"/>
              </p:cNvSpPr>
              <p:nvPr userDrawn="1"/>
            </p:nvSpPr>
            <p:spPr bwMode="gray">
              <a:xfrm flipH="1">
                <a:off x="3210" y="1581"/>
                <a:ext cx="161" cy="9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31" name="Freeform 1337"/>
              <p:cNvSpPr>
                <a:spLocks/>
              </p:cNvSpPr>
              <p:nvPr userDrawn="1"/>
            </p:nvSpPr>
            <p:spPr bwMode="gray">
              <a:xfrm>
                <a:off x="3197" y="1660"/>
                <a:ext cx="13" cy="17"/>
              </a:xfrm>
              <a:custGeom>
                <a:avLst/>
                <a:gdLst>
                  <a:gd name="T0" fmla="*/ 12 w 12"/>
                  <a:gd name="T1" fmla="*/ 17 h 17"/>
                  <a:gd name="T2" fmla="*/ 10 w 12"/>
                  <a:gd name="T3" fmla="*/ 12 h 17"/>
                  <a:gd name="T4" fmla="*/ 9 w 12"/>
                  <a:gd name="T5" fmla="*/ 7 h 17"/>
                  <a:gd name="T6" fmla="*/ 5 w 12"/>
                  <a:gd name="T7" fmla="*/ 3 h 17"/>
                  <a:gd name="T8" fmla="*/ 0 w 12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7">
                    <a:moveTo>
                      <a:pt x="12" y="17"/>
                    </a:moveTo>
                    <a:lnTo>
                      <a:pt x="10" y="12"/>
                    </a:lnTo>
                    <a:lnTo>
                      <a:pt x="9" y="7"/>
                    </a:lnTo>
                    <a:lnTo>
                      <a:pt x="5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32" name="Freeform 1338"/>
              <p:cNvSpPr>
                <a:spLocks/>
              </p:cNvSpPr>
              <p:nvPr userDrawn="1"/>
            </p:nvSpPr>
            <p:spPr bwMode="gray">
              <a:xfrm>
                <a:off x="3527" y="1452"/>
                <a:ext cx="7" cy="10"/>
              </a:xfrm>
              <a:custGeom>
                <a:avLst/>
                <a:gdLst>
                  <a:gd name="T0" fmla="*/ 7 w 7"/>
                  <a:gd name="T1" fmla="*/ 8 h 10"/>
                  <a:gd name="T2" fmla="*/ 4 w 7"/>
                  <a:gd name="T3" fmla="*/ 10 h 10"/>
                  <a:gd name="T4" fmla="*/ 2 w 7"/>
                  <a:gd name="T5" fmla="*/ 8 h 10"/>
                  <a:gd name="T6" fmla="*/ 0 w 7"/>
                  <a:gd name="T7" fmla="*/ 7 h 10"/>
                  <a:gd name="T8" fmla="*/ 0 w 7"/>
                  <a:gd name="T9" fmla="*/ 3 h 10"/>
                  <a:gd name="T10" fmla="*/ 0 w 7"/>
                  <a:gd name="T11" fmla="*/ 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10">
                    <a:moveTo>
                      <a:pt x="7" y="8"/>
                    </a:moveTo>
                    <a:lnTo>
                      <a:pt x="4" y="10"/>
                    </a:lnTo>
                    <a:lnTo>
                      <a:pt x="2" y="8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33" name="Freeform 1339"/>
              <p:cNvSpPr>
                <a:spLocks/>
              </p:cNvSpPr>
              <p:nvPr userDrawn="1"/>
            </p:nvSpPr>
            <p:spPr bwMode="gray">
              <a:xfrm>
                <a:off x="3589" y="1429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3 w 10"/>
                  <a:gd name="T3" fmla="*/ 2 h 16"/>
                  <a:gd name="T4" fmla="*/ 7 w 10"/>
                  <a:gd name="T5" fmla="*/ 5 h 16"/>
                  <a:gd name="T6" fmla="*/ 10 w 10"/>
                  <a:gd name="T7" fmla="*/ 11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3" y="2"/>
                    </a:lnTo>
                    <a:lnTo>
                      <a:pt x="7" y="5"/>
                    </a:lnTo>
                    <a:lnTo>
                      <a:pt x="10" y="11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34" name="Line 1340"/>
              <p:cNvSpPr>
                <a:spLocks noChangeShapeType="1"/>
              </p:cNvSpPr>
              <p:nvPr userDrawn="1"/>
            </p:nvSpPr>
            <p:spPr bwMode="gray">
              <a:xfrm flipV="1">
                <a:off x="3538" y="1382"/>
                <a:ext cx="149" cy="8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35" name="Line 1341"/>
              <p:cNvSpPr>
                <a:spLocks noChangeShapeType="1"/>
              </p:cNvSpPr>
              <p:nvPr userDrawn="1"/>
            </p:nvSpPr>
            <p:spPr bwMode="gray">
              <a:xfrm flipV="1">
                <a:off x="3534" y="1375"/>
                <a:ext cx="143" cy="8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36" name="Freeform 1342"/>
              <p:cNvSpPr>
                <a:spLocks/>
              </p:cNvSpPr>
              <p:nvPr userDrawn="1"/>
            </p:nvSpPr>
            <p:spPr bwMode="gray">
              <a:xfrm>
                <a:off x="3678" y="1375"/>
                <a:ext cx="13" cy="16"/>
              </a:xfrm>
              <a:custGeom>
                <a:avLst/>
                <a:gdLst>
                  <a:gd name="T0" fmla="*/ 0 w 12"/>
                  <a:gd name="T1" fmla="*/ 0 h 16"/>
                  <a:gd name="T2" fmla="*/ 5 w 12"/>
                  <a:gd name="T3" fmla="*/ 2 h 16"/>
                  <a:gd name="T4" fmla="*/ 9 w 12"/>
                  <a:gd name="T5" fmla="*/ 7 h 16"/>
                  <a:gd name="T6" fmla="*/ 10 w 12"/>
                  <a:gd name="T7" fmla="*/ 10 h 16"/>
                  <a:gd name="T8" fmla="*/ 12 w 12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0" y="0"/>
                    </a:moveTo>
                    <a:lnTo>
                      <a:pt x="5" y="2"/>
                    </a:lnTo>
                    <a:lnTo>
                      <a:pt x="9" y="7"/>
                    </a:lnTo>
                    <a:lnTo>
                      <a:pt x="10" y="10"/>
                    </a:lnTo>
                    <a:lnTo>
                      <a:pt x="12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37" name="Line 1343"/>
              <p:cNvSpPr>
                <a:spLocks noChangeShapeType="1"/>
              </p:cNvSpPr>
              <p:nvPr userDrawn="1"/>
            </p:nvSpPr>
            <p:spPr bwMode="gray">
              <a:xfrm flipH="1">
                <a:off x="3538" y="1391"/>
                <a:ext cx="152" cy="9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38" name="Freeform 1344"/>
              <p:cNvSpPr>
                <a:spLocks/>
              </p:cNvSpPr>
              <p:nvPr userDrawn="1"/>
            </p:nvSpPr>
            <p:spPr bwMode="gray">
              <a:xfrm>
                <a:off x="3534" y="1460"/>
                <a:ext cx="4" cy="21"/>
              </a:xfrm>
              <a:custGeom>
                <a:avLst/>
                <a:gdLst>
                  <a:gd name="T0" fmla="*/ 0 w 4"/>
                  <a:gd name="T1" fmla="*/ 0 h 21"/>
                  <a:gd name="T2" fmla="*/ 4 w 4"/>
                  <a:gd name="T3" fmla="*/ 6 h 21"/>
                  <a:gd name="T4" fmla="*/ 4 w 4"/>
                  <a:gd name="T5" fmla="*/ 11 h 21"/>
                  <a:gd name="T6" fmla="*/ 4 w 4"/>
                  <a:gd name="T7" fmla="*/ 16 h 21"/>
                  <a:gd name="T8" fmla="*/ 4 w 4"/>
                  <a:gd name="T9" fmla="*/ 21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1">
                    <a:moveTo>
                      <a:pt x="0" y="0"/>
                    </a:moveTo>
                    <a:lnTo>
                      <a:pt x="4" y="6"/>
                    </a:lnTo>
                    <a:lnTo>
                      <a:pt x="4" y="11"/>
                    </a:lnTo>
                    <a:lnTo>
                      <a:pt x="4" y="16"/>
                    </a:lnTo>
                    <a:lnTo>
                      <a:pt x="4" y="21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39" name="Freeform 1345"/>
              <p:cNvSpPr>
                <a:spLocks/>
              </p:cNvSpPr>
              <p:nvPr userDrawn="1"/>
            </p:nvSpPr>
            <p:spPr bwMode="gray">
              <a:xfrm>
                <a:off x="3576" y="1340"/>
                <a:ext cx="4" cy="9"/>
              </a:xfrm>
              <a:custGeom>
                <a:avLst/>
                <a:gdLst>
                  <a:gd name="T0" fmla="*/ 0 w 7"/>
                  <a:gd name="T1" fmla="*/ 2 h 9"/>
                  <a:gd name="T2" fmla="*/ 2 w 7"/>
                  <a:gd name="T3" fmla="*/ 0 h 9"/>
                  <a:gd name="T4" fmla="*/ 4 w 7"/>
                  <a:gd name="T5" fmla="*/ 2 h 9"/>
                  <a:gd name="T6" fmla="*/ 6 w 7"/>
                  <a:gd name="T7" fmla="*/ 2 h 9"/>
                  <a:gd name="T8" fmla="*/ 7 w 7"/>
                  <a:gd name="T9" fmla="*/ 5 h 9"/>
                  <a:gd name="T10" fmla="*/ 7 w 7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0" y="2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7" y="5"/>
                    </a:lnTo>
                    <a:lnTo>
                      <a:pt x="7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40" name="Line 1346"/>
              <p:cNvSpPr>
                <a:spLocks noChangeShapeType="1"/>
              </p:cNvSpPr>
              <p:nvPr userDrawn="1"/>
            </p:nvSpPr>
            <p:spPr bwMode="gray">
              <a:xfrm flipH="1" flipV="1">
                <a:off x="3536" y="1328"/>
                <a:ext cx="149" cy="4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41" name="Line 1347"/>
              <p:cNvSpPr>
                <a:spLocks noChangeShapeType="1"/>
              </p:cNvSpPr>
              <p:nvPr userDrawn="1"/>
            </p:nvSpPr>
            <p:spPr bwMode="gray">
              <a:xfrm flipH="1" flipV="1">
                <a:off x="3536" y="1329"/>
                <a:ext cx="142" cy="4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42" name="Line 1348"/>
              <p:cNvSpPr>
                <a:spLocks noChangeShapeType="1"/>
              </p:cNvSpPr>
              <p:nvPr userDrawn="1"/>
            </p:nvSpPr>
            <p:spPr bwMode="gray">
              <a:xfrm>
                <a:off x="3536" y="1335"/>
                <a:ext cx="151" cy="4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43" name="Freeform 1349"/>
              <p:cNvSpPr>
                <a:spLocks/>
              </p:cNvSpPr>
              <p:nvPr userDrawn="1"/>
            </p:nvSpPr>
            <p:spPr bwMode="gray">
              <a:xfrm>
                <a:off x="3678" y="1373"/>
                <a:ext cx="9" cy="9"/>
              </a:xfrm>
              <a:custGeom>
                <a:avLst/>
                <a:gdLst>
                  <a:gd name="T0" fmla="*/ 9 w 9"/>
                  <a:gd name="T1" fmla="*/ 9 h 9"/>
                  <a:gd name="T2" fmla="*/ 9 w 9"/>
                  <a:gd name="T3" fmla="*/ 7 h 9"/>
                  <a:gd name="T4" fmla="*/ 7 w 9"/>
                  <a:gd name="T5" fmla="*/ 4 h 9"/>
                  <a:gd name="T6" fmla="*/ 5 w 9"/>
                  <a:gd name="T7" fmla="*/ 2 h 9"/>
                  <a:gd name="T8" fmla="*/ 3 w 9"/>
                  <a:gd name="T9" fmla="*/ 0 h 9"/>
                  <a:gd name="T10" fmla="*/ 0 w 9"/>
                  <a:gd name="T11" fmla="*/ 2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9" y="9"/>
                    </a:moveTo>
                    <a:lnTo>
                      <a:pt x="9" y="7"/>
                    </a:lnTo>
                    <a:lnTo>
                      <a:pt x="7" y="4"/>
                    </a:lnTo>
                    <a:lnTo>
                      <a:pt x="5" y="2"/>
                    </a:lnTo>
                    <a:lnTo>
                      <a:pt x="3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44" name="Freeform 1350"/>
              <p:cNvSpPr>
                <a:spLocks/>
              </p:cNvSpPr>
              <p:nvPr userDrawn="1"/>
            </p:nvSpPr>
            <p:spPr bwMode="gray">
              <a:xfrm>
                <a:off x="3186" y="1795"/>
                <a:ext cx="21" cy="4"/>
              </a:xfrm>
              <a:custGeom>
                <a:avLst/>
                <a:gdLst>
                  <a:gd name="T0" fmla="*/ 0 w 21"/>
                  <a:gd name="T1" fmla="*/ 0 h 1"/>
                  <a:gd name="T2" fmla="*/ 6 w 21"/>
                  <a:gd name="T3" fmla="*/ 1 h 1"/>
                  <a:gd name="T4" fmla="*/ 11 w 21"/>
                  <a:gd name="T5" fmla="*/ 1 h 1"/>
                  <a:gd name="T6" fmla="*/ 16 w 21"/>
                  <a:gd name="T7" fmla="*/ 1 h 1"/>
                  <a:gd name="T8" fmla="*/ 21 w 21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">
                    <a:moveTo>
                      <a:pt x="0" y="0"/>
                    </a:moveTo>
                    <a:lnTo>
                      <a:pt x="6" y="1"/>
                    </a:lnTo>
                    <a:lnTo>
                      <a:pt x="11" y="1"/>
                    </a:lnTo>
                    <a:lnTo>
                      <a:pt x="16" y="1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45" name="Line 1351"/>
              <p:cNvSpPr>
                <a:spLocks noChangeShapeType="1"/>
              </p:cNvSpPr>
              <p:nvPr userDrawn="1"/>
            </p:nvSpPr>
            <p:spPr bwMode="gray">
              <a:xfrm flipV="1">
                <a:off x="3195" y="1679"/>
                <a:ext cx="4" cy="23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46" name="Line 1352"/>
              <p:cNvSpPr>
                <a:spLocks noChangeShapeType="1"/>
              </p:cNvSpPr>
              <p:nvPr userDrawn="1"/>
            </p:nvSpPr>
            <p:spPr bwMode="gray">
              <a:xfrm flipV="1">
                <a:off x="3185" y="1679"/>
                <a:ext cx="3" cy="23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47" name="Freeform 1353"/>
              <p:cNvSpPr>
                <a:spLocks/>
              </p:cNvSpPr>
              <p:nvPr userDrawn="1"/>
            </p:nvSpPr>
            <p:spPr bwMode="gray">
              <a:xfrm>
                <a:off x="3188" y="1677"/>
                <a:ext cx="22" cy="4"/>
              </a:xfrm>
              <a:custGeom>
                <a:avLst/>
                <a:gdLst>
                  <a:gd name="T0" fmla="*/ 0 w 21"/>
                  <a:gd name="T1" fmla="*/ 2 h 4"/>
                  <a:gd name="T2" fmla="*/ 5 w 21"/>
                  <a:gd name="T3" fmla="*/ 4 h 4"/>
                  <a:gd name="T4" fmla="*/ 11 w 21"/>
                  <a:gd name="T5" fmla="*/ 4 h 4"/>
                  <a:gd name="T6" fmla="*/ 16 w 21"/>
                  <a:gd name="T7" fmla="*/ 2 h 4"/>
                  <a:gd name="T8" fmla="*/ 21 w 2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4">
                    <a:moveTo>
                      <a:pt x="0" y="2"/>
                    </a:moveTo>
                    <a:lnTo>
                      <a:pt x="5" y="4"/>
                    </a:lnTo>
                    <a:lnTo>
                      <a:pt x="11" y="4"/>
                    </a:lnTo>
                    <a:lnTo>
                      <a:pt x="16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48" name="Line 1354"/>
              <p:cNvSpPr>
                <a:spLocks noChangeShapeType="1"/>
              </p:cNvSpPr>
              <p:nvPr userDrawn="1"/>
            </p:nvSpPr>
            <p:spPr bwMode="gray">
              <a:xfrm flipH="1">
                <a:off x="3206" y="1677"/>
                <a:ext cx="4" cy="23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49" name="Freeform 1355"/>
              <p:cNvSpPr>
                <a:spLocks/>
              </p:cNvSpPr>
              <p:nvPr userDrawn="1"/>
            </p:nvSpPr>
            <p:spPr bwMode="gray">
              <a:xfrm>
                <a:off x="3185" y="1910"/>
                <a:ext cx="21" cy="2"/>
              </a:xfrm>
              <a:custGeom>
                <a:avLst/>
                <a:gdLst>
                  <a:gd name="T0" fmla="*/ 21 w 21"/>
                  <a:gd name="T1" fmla="*/ 0 h 2"/>
                  <a:gd name="T2" fmla="*/ 15 w 21"/>
                  <a:gd name="T3" fmla="*/ 2 h 2"/>
                  <a:gd name="T4" fmla="*/ 10 w 21"/>
                  <a:gd name="T5" fmla="*/ 2 h 2"/>
                  <a:gd name="T6" fmla="*/ 5 w 21"/>
                  <a:gd name="T7" fmla="*/ 2 h 2"/>
                  <a:gd name="T8" fmla="*/ 0 w 2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">
                    <a:moveTo>
                      <a:pt x="21" y="0"/>
                    </a:moveTo>
                    <a:lnTo>
                      <a:pt x="15" y="2"/>
                    </a:lnTo>
                    <a:lnTo>
                      <a:pt x="10" y="2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50" name="Freeform 1356"/>
              <p:cNvSpPr>
                <a:spLocks/>
              </p:cNvSpPr>
              <p:nvPr userDrawn="1"/>
            </p:nvSpPr>
            <p:spPr bwMode="gray">
              <a:xfrm>
                <a:off x="3681" y="1495"/>
                <a:ext cx="7" cy="7"/>
              </a:xfrm>
              <a:custGeom>
                <a:avLst/>
                <a:gdLst>
                  <a:gd name="T0" fmla="*/ 4 w 7"/>
                  <a:gd name="T1" fmla="*/ 7 h 7"/>
                  <a:gd name="T2" fmla="*/ 7 w 7"/>
                  <a:gd name="T3" fmla="*/ 6 h 7"/>
                  <a:gd name="T4" fmla="*/ 7 w 7"/>
                  <a:gd name="T5" fmla="*/ 4 h 7"/>
                  <a:gd name="T6" fmla="*/ 6 w 7"/>
                  <a:gd name="T7" fmla="*/ 2 h 7"/>
                  <a:gd name="T8" fmla="*/ 4 w 7"/>
                  <a:gd name="T9" fmla="*/ 0 h 7"/>
                  <a:gd name="T10" fmla="*/ 0 w 7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7">
                    <a:moveTo>
                      <a:pt x="4" y="7"/>
                    </a:moveTo>
                    <a:lnTo>
                      <a:pt x="7" y="6"/>
                    </a:lnTo>
                    <a:lnTo>
                      <a:pt x="7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51" name="Line 1357"/>
              <p:cNvSpPr>
                <a:spLocks noChangeShapeType="1"/>
              </p:cNvSpPr>
              <p:nvPr userDrawn="1"/>
            </p:nvSpPr>
            <p:spPr bwMode="gray">
              <a:xfrm flipV="1">
                <a:off x="3683" y="1387"/>
                <a:ext cx="9" cy="22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52" name="Line 1358"/>
              <p:cNvSpPr>
                <a:spLocks noChangeShapeType="1"/>
              </p:cNvSpPr>
              <p:nvPr userDrawn="1"/>
            </p:nvSpPr>
            <p:spPr bwMode="gray">
              <a:xfrm flipV="1">
                <a:off x="3681" y="1391"/>
                <a:ext cx="9" cy="22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53" name="Freeform 1359"/>
              <p:cNvSpPr>
                <a:spLocks/>
              </p:cNvSpPr>
              <p:nvPr userDrawn="1"/>
            </p:nvSpPr>
            <p:spPr bwMode="gray">
              <a:xfrm>
                <a:off x="3687" y="1382"/>
                <a:ext cx="5" cy="9"/>
              </a:xfrm>
              <a:custGeom>
                <a:avLst/>
                <a:gdLst>
                  <a:gd name="T0" fmla="*/ 3 w 5"/>
                  <a:gd name="T1" fmla="*/ 9 h 9"/>
                  <a:gd name="T2" fmla="*/ 5 w 5"/>
                  <a:gd name="T3" fmla="*/ 7 h 9"/>
                  <a:gd name="T4" fmla="*/ 5 w 5"/>
                  <a:gd name="T5" fmla="*/ 5 h 9"/>
                  <a:gd name="T6" fmla="*/ 3 w 5"/>
                  <a:gd name="T7" fmla="*/ 3 h 9"/>
                  <a:gd name="T8" fmla="*/ 1 w 5"/>
                  <a:gd name="T9" fmla="*/ 2 h 9"/>
                  <a:gd name="T10" fmla="*/ 0 w 5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3" y="9"/>
                    </a:moveTo>
                    <a:lnTo>
                      <a:pt x="5" y="7"/>
                    </a:lnTo>
                    <a:lnTo>
                      <a:pt x="5" y="5"/>
                    </a:lnTo>
                    <a:lnTo>
                      <a:pt x="3" y="3"/>
                    </a:lnTo>
                    <a:lnTo>
                      <a:pt x="1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54" name="Line 1360"/>
              <p:cNvSpPr>
                <a:spLocks noChangeShapeType="1"/>
              </p:cNvSpPr>
              <p:nvPr userDrawn="1"/>
            </p:nvSpPr>
            <p:spPr bwMode="gray">
              <a:xfrm flipH="1">
                <a:off x="3678" y="1382"/>
                <a:ext cx="9" cy="22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55" name="Freeform 1361"/>
              <p:cNvSpPr>
                <a:spLocks/>
              </p:cNvSpPr>
              <p:nvPr userDrawn="1"/>
            </p:nvSpPr>
            <p:spPr bwMode="gray">
              <a:xfrm>
                <a:off x="3678" y="1606"/>
                <a:ext cx="5" cy="8"/>
              </a:xfrm>
              <a:custGeom>
                <a:avLst/>
                <a:gdLst>
                  <a:gd name="T0" fmla="*/ 0 w 5"/>
                  <a:gd name="T1" fmla="*/ 0 h 8"/>
                  <a:gd name="T2" fmla="*/ 2 w 5"/>
                  <a:gd name="T3" fmla="*/ 1 h 8"/>
                  <a:gd name="T4" fmla="*/ 5 w 5"/>
                  <a:gd name="T5" fmla="*/ 3 h 8"/>
                  <a:gd name="T6" fmla="*/ 5 w 5"/>
                  <a:gd name="T7" fmla="*/ 5 h 8"/>
                  <a:gd name="T8" fmla="*/ 5 w 5"/>
                  <a:gd name="T9" fmla="*/ 7 h 8"/>
                  <a:gd name="T10" fmla="*/ 3 w 5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lnTo>
                      <a:pt x="2" y="1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3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56" name="Freeform 1362"/>
              <p:cNvSpPr>
                <a:spLocks/>
              </p:cNvSpPr>
              <p:nvPr userDrawn="1"/>
            </p:nvSpPr>
            <p:spPr bwMode="gray">
              <a:xfrm>
                <a:off x="3351" y="1941"/>
                <a:ext cx="21" cy="4"/>
              </a:xfrm>
              <a:custGeom>
                <a:avLst/>
                <a:gdLst>
                  <a:gd name="T0" fmla="*/ 0 w 21"/>
                  <a:gd name="T1" fmla="*/ 2 h 4"/>
                  <a:gd name="T2" fmla="*/ 5 w 21"/>
                  <a:gd name="T3" fmla="*/ 4 h 4"/>
                  <a:gd name="T4" fmla="*/ 10 w 21"/>
                  <a:gd name="T5" fmla="*/ 4 h 4"/>
                  <a:gd name="T6" fmla="*/ 15 w 21"/>
                  <a:gd name="T7" fmla="*/ 2 h 4"/>
                  <a:gd name="T8" fmla="*/ 21 w 2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4">
                    <a:moveTo>
                      <a:pt x="0" y="2"/>
                    </a:moveTo>
                    <a:lnTo>
                      <a:pt x="5" y="4"/>
                    </a:lnTo>
                    <a:lnTo>
                      <a:pt x="10" y="4"/>
                    </a:lnTo>
                    <a:lnTo>
                      <a:pt x="15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57" name="Line 1363"/>
              <p:cNvSpPr>
                <a:spLocks noChangeShapeType="1"/>
              </p:cNvSpPr>
              <p:nvPr userDrawn="1"/>
            </p:nvSpPr>
            <p:spPr bwMode="gray">
              <a:xfrm flipH="1">
                <a:off x="3359" y="1826"/>
                <a:ext cx="4" cy="23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58" name="Line 1364"/>
              <p:cNvSpPr>
                <a:spLocks noChangeShapeType="1"/>
              </p:cNvSpPr>
              <p:nvPr userDrawn="1"/>
            </p:nvSpPr>
            <p:spPr bwMode="gray">
              <a:xfrm flipH="1">
                <a:off x="3349" y="1831"/>
                <a:ext cx="4" cy="22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59" name="Freeform 1365"/>
              <p:cNvSpPr>
                <a:spLocks/>
              </p:cNvSpPr>
              <p:nvPr userDrawn="1"/>
            </p:nvSpPr>
            <p:spPr bwMode="gray">
              <a:xfrm>
                <a:off x="3349" y="2053"/>
                <a:ext cx="19" cy="4"/>
              </a:xfrm>
              <a:custGeom>
                <a:avLst/>
                <a:gdLst>
                  <a:gd name="T0" fmla="*/ 0 w 19"/>
                  <a:gd name="T1" fmla="*/ 2 h 4"/>
                  <a:gd name="T2" fmla="*/ 5 w 19"/>
                  <a:gd name="T3" fmla="*/ 4 h 4"/>
                  <a:gd name="T4" fmla="*/ 10 w 19"/>
                  <a:gd name="T5" fmla="*/ 4 h 4"/>
                  <a:gd name="T6" fmla="*/ 14 w 19"/>
                  <a:gd name="T7" fmla="*/ 2 h 4"/>
                  <a:gd name="T8" fmla="*/ 19 w 19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0" y="2"/>
                    </a:moveTo>
                    <a:lnTo>
                      <a:pt x="5" y="4"/>
                    </a:lnTo>
                    <a:lnTo>
                      <a:pt x="10" y="4"/>
                    </a:lnTo>
                    <a:lnTo>
                      <a:pt x="14" y="2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60" name="Line 1366"/>
              <p:cNvSpPr>
                <a:spLocks noChangeShapeType="1"/>
              </p:cNvSpPr>
              <p:nvPr userDrawn="1"/>
            </p:nvSpPr>
            <p:spPr bwMode="gray">
              <a:xfrm flipV="1">
                <a:off x="3368" y="1817"/>
                <a:ext cx="4" cy="23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61" name="Freeform 1367"/>
              <p:cNvSpPr>
                <a:spLocks/>
              </p:cNvSpPr>
              <p:nvPr userDrawn="1"/>
            </p:nvSpPr>
            <p:spPr bwMode="gray">
              <a:xfrm>
                <a:off x="3354" y="1817"/>
                <a:ext cx="19" cy="14"/>
              </a:xfrm>
              <a:custGeom>
                <a:avLst/>
                <a:gdLst>
                  <a:gd name="T0" fmla="*/ 0 w 19"/>
                  <a:gd name="T1" fmla="*/ 14 h 14"/>
                  <a:gd name="T2" fmla="*/ 5 w 19"/>
                  <a:gd name="T3" fmla="*/ 11 h 14"/>
                  <a:gd name="T4" fmla="*/ 11 w 19"/>
                  <a:gd name="T5" fmla="*/ 9 h 14"/>
                  <a:gd name="T6" fmla="*/ 16 w 19"/>
                  <a:gd name="T7" fmla="*/ 6 h 14"/>
                  <a:gd name="T8" fmla="*/ 19 w 19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4">
                    <a:moveTo>
                      <a:pt x="0" y="14"/>
                    </a:moveTo>
                    <a:lnTo>
                      <a:pt x="5" y="11"/>
                    </a:lnTo>
                    <a:lnTo>
                      <a:pt x="11" y="9"/>
                    </a:lnTo>
                    <a:lnTo>
                      <a:pt x="16" y="6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62" name="Freeform 1368"/>
              <p:cNvSpPr>
                <a:spLocks/>
              </p:cNvSpPr>
              <p:nvPr userDrawn="1"/>
            </p:nvSpPr>
            <p:spPr bwMode="gray">
              <a:xfrm>
                <a:off x="3248" y="2017"/>
                <a:ext cx="7" cy="8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3 h 8"/>
                  <a:gd name="T4" fmla="*/ 1 w 7"/>
                  <a:gd name="T5" fmla="*/ 7 h 8"/>
                  <a:gd name="T6" fmla="*/ 3 w 7"/>
                  <a:gd name="T7" fmla="*/ 8 h 8"/>
                  <a:gd name="T8" fmla="*/ 5 w 7"/>
                  <a:gd name="T9" fmla="*/ 8 h 8"/>
                  <a:gd name="T10" fmla="*/ 7 w 7"/>
                  <a:gd name="T11" fmla="*/ 7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8">
                    <a:moveTo>
                      <a:pt x="0" y="0"/>
                    </a:moveTo>
                    <a:lnTo>
                      <a:pt x="0" y="3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5" y="8"/>
                    </a:lnTo>
                    <a:lnTo>
                      <a:pt x="7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63" name="Line 1369"/>
              <p:cNvSpPr>
                <a:spLocks noChangeShapeType="1"/>
              </p:cNvSpPr>
              <p:nvPr userDrawn="1"/>
            </p:nvSpPr>
            <p:spPr bwMode="gray">
              <a:xfrm flipH="1" flipV="1">
                <a:off x="3150" y="1987"/>
                <a:ext cx="201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64" name="Line 1370"/>
              <p:cNvSpPr>
                <a:spLocks noChangeShapeType="1"/>
              </p:cNvSpPr>
              <p:nvPr userDrawn="1"/>
            </p:nvSpPr>
            <p:spPr bwMode="gray">
              <a:xfrm flipH="1" flipV="1">
                <a:off x="3146" y="1980"/>
                <a:ext cx="204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65" name="Freeform 1371"/>
              <p:cNvSpPr>
                <a:spLocks/>
              </p:cNvSpPr>
              <p:nvPr userDrawn="1"/>
            </p:nvSpPr>
            <p:spPr bwMode="gray">
              <a:xfrm>
                <a:off x="3146" y="1980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3 h 9"/>
                  <a:gd name="T4" fmla="*/ 2 w 9"/>
                  <a:gd name="T5" fmla="*/ 5 h 9"/>
                  <a:gd name="T6" fmla="*/ 4 w 9"/>
                  <a:gd name="T7" fmla="*/ 7 h 9"/>
                  <a:gd name="T8" fmla="*/ 5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3"/>
                    </a:lnTo>
                    <a:lnTo>
                      <a:pt x="2" y="5"/>
                    </a:lnTo>
                    <a:lnTo>
                      <a:pt x="4" y="7"/>
                    </a:lnTo>
                    <a:lnTo>
                      <a:pt x="5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66" name="Line 1372"/>
              <p:cNvSpPr>
                <a:spLocks noChangeShapeType="1"/>
              </p:cNvSpPr>
              <p:nvPr userDrawn="1"/>
            </p:nvSpPr>
            <p:spPr bwMode="gray">
              <a:xfrm>
                <a:off x="3155" y="1987"/>
                <a:ext cx="204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67" name="Freeform 1373"/>
              <p:cNvSpPr>
                <a:spLocks/>
              </p:cNvSpPr>
              <p:nvPr userDrawn="1"/>
            </p:nvSpPr>
            <p:spPr bwMode="gray">
              <a:xfrm>
                <a:off x="3349" y="2055"/>
                <a:ext cx="9" cy="7"/>
              </a:xfrm>
              <a:custGeom>
                <a:avLst/>
                <a:gdLst>
                  <a:gd name="T0" fmla="*/ 9 w 9"/>
                  <a:gd name="T1" fmla="*/ 7 h 7"/>
                  <a:gd name="T2" fmla="*/ 5 w 9"/>
                  <a:gd name="T3" fmla="*/ 7 h 7"/>
                  <a:gd name="T4" fmla="*/ 2 w 9"/>
                  <a:gd name="T5" fmla="*/ 7 h 7"/>
                  <a:gd name="T6" fmla="*/ 2 w 9"/>
                  <a:gd name="T7" fmla="*/ 5 h 7"/>
                  <a:gd name="T8" fmla="*/ 0 w 9"/>
                  <a:gd name="T9" fmla="*/ 4 h 7"/>
                  <a:gd name="T10" fmla="*/ 0 w 9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7">
                    <a:moveTo>
                      <a:pt x="9" y="7"/>
                    </a:moveTo>
                    <a:lnTo>
                      <a:pt x="5" y="7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68" name="Freeform 1374"/>
              <p:cNvSpPr>
                <a:spLocks/>
              </p:cNvSpPr>
              <p:nvPr userDrawn="1"/>
            </p:nvSpPr>
            <p:spPr bwMode="gray">
              <a:xfrm>
                <a:off x="3150" y="1357"/>
                <a:ext cx="4" cy="7"/>
              </a:xfrm>
              <a:custGeom>
                <a:avLst/>
                <a:gdLst>
                  <a:gd name="T0" fmla="*/ 5 w 5"/>
                  <a:gd name="T1" fmla="*/ 7 h 7"/>
                  <a:gd name="T2" fmla="*/ 3 w 5"/>
                  <a:gd name="T3" fmla="*/ 7 h 7"/>
                  <a:gd name="T4" fmla="*/ 1 w 5"/>
                  <a:gd name="T5" fmla="*/ 6 h 7"/>
                  <a:gd name="T6" fmla="*/ 0 w 5"/>
                  <a:gd name="T7" fmla="*/ 4 h 7"/>
                  <a:gd name="T8" fmla="*/ 0 w 5"/>
                  <a:gd name="T9" fmla="*/ 2 h 7"/>
                  <a:gd name="T10" fmla="*/ 3 w 5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5" y="7"/>
                    </a:moveTo>
                    <a:lnTo>
                      <a:pt x="3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69" name="Line 1375"/>
              <p:cNvSpPr>
                <a:spLocks noChangeShapeType="1"/>
              </p:cNvSpPr>
              <p:nvPr userDrawn="1"/>
            </p:nvSpPr>
            <p:spPr bwMode="gray">
              <a:xfrm flipV="1">
                <a:off x="3148" y="1245"/>
                <a:ext cx="4" cy="23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70" name="Line 1376"/>
              <p:cNvSpPr>
                <a:spLocks noChangeShapeType="1"/>
              </p:cNvSpPr>
              <p:nvPr userDrawn="1"/>
            </p:nvSpPr>
            <p:spPr bwMode="gray">
              <a:xfrm flipV="1">
                <a:off x="3153" y="1248"/>
                <a:ext cx="4" cy="23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71" name="Freeform 1377"/>
              <p:cNvSpPr>
                <a:spLocks/>
              </p:cNvSpPr>
              <p:nvPr userDrawn="1"/>
            </p:nvSpPr>
            <p:spPr bwMode="gray">
              <a:xfrm>
                <a:off x="3151" y="1240"/>
                <a:ext cx="6" cy="9"/>
              </a:xfrm>
              <a:custGeom>
                <a:avLst/>
                <a:gdLst>
                  <a:gd name="T0" fmla="*/ 6 w 6"/>
                  <a:gd name="T1" fmla="*/ 9 h 9"/>
                  <a:gd name="T2" fmla="*/ 4 w 6"/>
                  <a:gd name="T3" fmla="*/ 7 h 9"/>
                  <a:gd name="T4" fmla="*/ 2 w 6"/>
                  <a:gd name="T5" fmla="*/ 5 h 9"/>
                  <a:gd name="T6" fmla="*/ 0 w 6"/>
                  <a:gd name="T7" fmla="*/ 4 h 9"/>
                  <a:gd name="T8" fmla="*/ 0 w 6"/>
                  <a:gd name="T9" fmla="*/ 2 h 9"/>
                  <a:gd name="T10" fmla="*/ 4 w 6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9">
                    <a:moveTo>
                      <a:pt x="6" y="9"/>
                    </a:moveTo>
                    <a:lnTo>
                      <a:pt x="4" y="7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72" name="Line 1378"/>
              <p:cNvSpPr>
                <a:spLocks noChangeShapeType="1"/>
              </p:cNvSpPr>
              <p:nvPr userDrawn="1"/>
            </p:nvSpPr>
            <p:spPr bwMode="gray">
              <a:xfrm flipH="1">
                <a:off x="3151" y="1240"/>
                <a:ext cx="4" cy="24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73" name="Freeform 1379"/>
              <p:cNvSpPr>
                <a:spLocks/>
              </p:cNvSpPr>
              <p:nvPr userDrawn="1"/>
            </p:nvSpPr>
            <p:spPr bwMode="gray">
              <a:xfrm>
                <a:off x="3148" y="1480"/>
                <a:ext cx="5" cy="5"/>
              </a:xfrm>
              <a:custGeom>
                <a:avLst/>
                <a:gdLst>
                  <a:gd name="T0" fmla="*/ 5 w 5"/>
                  <a:gd name="T1" fmla="*/ 0 h 5"/>
                  <a:gd name="T2" fmla="*/ 3 w 5"/>
                  <a:gd name="T3" fmla="*/ 1 h 5"/>
                  <a:gd name="T4" fmla="*/ 2 w 5"/>
                  <a:gd name="T5" fmla="*/ 1 h 5"/>
                  <a:gd name="T6" fmla="*/ 0 w 5"/>
                  <a:gd name="T7" fmla="*/ 3 h 5"/>
                  <a:gd name="T8" fmla="*/ 2 w 5"/>
                  <a:gd name="T9" fmla="*/ 3 h 5"/>
                  <a:gd name="T10" fmla="*/ 3 w 5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lnTo>
                      <a:pt x="3" y="1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3" y="5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74" name="Freeform 1380"/>
              <p:cNvSpPr>
                <a:spLocks/>
              </p:cNvSpPr>
              <p:nvPr userDrawn="1"/>
            </p:nvSpPr>
            <p:spPr bwMode="gray">
              <a:xfrm>
                <a:off x="3262" y="1265"/>
                <a:ext cx="8" cy="17"/>
              </a:xfrm>
              <a:custGeom>
                <a:avLst/>
                <a:gdLst>
                  <a:gd name="T0" fmla="*/ 0 w 8"/>
                  <a:gd name="T1" fmla="*/ 17 h 17"/>
                  <a:gd name="T2" fmla="*/ 0 w 8"/>
                  <a:gd name="T3" fmla="*/ 12 h 17"/>
                  <a:gd name="T4" fmla="*/ 1 w 8"/>
                  <a:gd name="T5" fmla="*/ 7 h 17"/>
                  <a:gd name="T6" fmla="*/ 5 w 8"/>
                  <a:gd name="T7" fmla="*/ 3 h 17"/>
                  <a:gd name="T8" fmla="*/ 8 w 8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lnTo>
                      <a:pt x="0" y="12"/>
                    </a:lnTo>
                    <a:lnTo>
                      <a:pt x="1" y="7"/>
                    </a:lnTo>
                    <a:lnTo>
                      <a:pt x="5" y="3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75" name="Line 1381"/>
              <p:cNvSpPr>
                <a:spLocks noChangeShapeType="1"/>
              </p:cNvSpPr>
              <p:nvPr userDrawn="1"/>
            </p:nvSpPr>
            <p:spPr bwMode="gray">
              <a:xfrm>
                <a:off x="3160" y="1238"/>
                <a:ext cx="208" cy="6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76" name="Line 1382"/>
              <p:cNvSpPr>
                <a:spLocks noChangeShapeType="1"/>
              </p:cNvSpPr>
              <p:nvPr userDrawn="1"/>
            </p:nvSpPr>
            <p:spPr bwMode="gray">
              <a:xfrm>
                <a:off x="3158" y="1248"/>
                <a:ext cx="209" cy="6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77" name="Freeform 1383"/>
              <p:cNvSpPr>
                <a:spLocks/>
              </p:cNvSpPr>
              <p:nvPr userDrawn="1"/>
            </p:nvSpPr>
            <p:spPr bwMode="gray">
              <a:xfrm>
                <a:off x="3366" y="1300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0 w 9"/>
                  <a:gd name="T3" fmla="*/ 12 h 17"/>
                  <a:gd name="T4" fmla="*/ 2 w 9"/>
                  <a:gd name="T5" fmla="*/ 7 h 17"/>
                  <a:gd name="T6" fmla="*/ 6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0" y="12"/>
                    </a:lnTo>
                    <a:lnTo>
                      <a:pt x="2" y="7"/>
                    </a:lnTo>
                    <a:lnTo>
                      <a:pt x="6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78" name="Line 1384"/>
              <p:cNvSpPr>
                <a:spLocks noChangeShapeType="1"/>
              </p:cNvSpPr>
              <p:nvPr userDrawn="1"/>
            </p:nvSpPr>
            <p:spPr bwMode="gray">
              <a:xfrm flipH="1" flipV="1">
                <a:off x="3165" y="1231"/>
                <a:ext cx="213" cy="6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79" name="Freeform 1385"/>
              <p:cNvSpPr>
                <a:spLocks/>
              </p:cNvSpPr>
              <p:nvPr userDrawn="1"/>
            </p:nvSpPr>
            <p:spPr bwMode="gray">
              <a:xfrm>
                <a:off x="3158" y="1231"/>
                <a:ext cx="4" cy="18"/>
              </a:xfrm>
              <a:custGeom>
                <a:avLst/>
                <a:gdLst>
                  <a:gd name="T0" fmla="*/ 0 w 8"/>
                  <a:gd name="T1" fmla="*/ 18 h 18"/>
                  <a:gd name="T2" fmla="*/ 1 w 8"/>
                  <a:gd name="T3" fmla="*/ 13 h 18"/>
                  <a:gd name="T4" fmla="*/ 3 w 8"/>
                  <a:gd name="T5" fmla="*/ 7 h 18"/>
                  <a:gd name="T6" fmla="*/ 5 w 8"/>
                  <a:gd name="T7" fmla="*/ 4 h 18"/>
                  <a:gd name="T8" fmla="*/ 8 w 8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8">
                    <a:moveTo>
                      <a:pt x="0" y="18"/>
                    </a:moveTo>
                    <a:lnTo>
                      <a:pt x="1" y="13"/>
                    </a:lnTo>
                    <a:lnTo>
                      <a:pt x="3" y="7"/>
                    </a:lnTo>
                    <a:lnTo>
                      <a:pt x="5" y="4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80" name="Freeform 1386"/>
              <p:cNvSpPr>
                <a:spLocks/>
              </p:cNvSpPr>
              <p:nvPr userDrawn="1"/>
            </p:nvSpPr>
            <p:spPr bwMode="gray">
              <a:xfrm>
                <a:off x="3363" y="1433"/>
                <a:ext cx="22" cy="3"/>
              </a:xfrm>
              <a:custGeom>
                <a:avLst/>
                <a:gdLst>
                  <a:gd name="T0" fmla="*/ 0 w 21"/>
                  <a:gd name="T1" fmla="*/ 1 h 3"/>
                  <a:gd name="T2" fmla="*/ 5 w 21"/>
                  <a:gd name="T3" fmla="*/ 3 h 3"/>
                  <a:gd name="T4" fmla="*/ 10 w 21"/>
                  <a:gd name="T5" fmla="*/ 3 h 3"/>
                  <a:gd name="T6" fmla="*/ 16 w 21"/>
                  <a:gd name="T7" fmla="*/ 1 h 3"/>
                  <a:gd name="T8" fmla="*/ 21 w 21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3">
                    <a:moveTo>
                      <a:pt x="0" y="1"/>
                    </a:moveTo>
                    <a:lnTo>
                      <a:pt x="5" y="3"/>
                    </a:lnTo>
                    <a:lnTo>
                      <a:pt x="10" y="3"/>
                    </a:lnTo>
                    <a:lnTo>
                      <a:pt x="16" y="1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81" name="Line 1387"/>
              <p:cNvSpPr>
                <a:spLocks noChangeShapeType="1"/>
              </p:cNvSpPr>
              <p:nvPr userDrawn="1"/>
            </p:nvSpPr>
            <p:spPr bwMode="gray">
              <a:xfrm flipH="1">
                <a:off x="3372" y="1318"/>
                <a:ext cx="5" cy="23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82" name="Line 1388"/>
              <p:cNvSpPr>
                <a:spLocks noChangeShapeType="1"/>
              </p:cNvSpPr>
              <p:nvPr userDrawn="1"/>
            </p:nvSpPr>
            <p:spPr bwMode="gray">
              <a:xfrm flipH="1">
                <a:off x="3361" y="1317"/>
                <a:ext cx="5" cy="23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83" name="Freeform 1389"/>
              <p:cNvSpPr>
                <a:spLocks/>
              </p:cNvSpPr>
              <p:nvPr userDrawn="1"/>
            </p:nvSpPr>
            <p:spPr bwMode="gray">
              <a:xfrm>
                <a:off x="3361" y="1551"/>
                <a:ext cx="19" cy="13"/>
              </a:xfrm>
              <a:custGeom>
                <a:avLst/>
                <a:gdLst>
                  <a:gd name="T0" fmla="*/ 0 w 19"/>
                  <a:gd name="T1" fmla="*/ 0 h 11"/>
                  <a:gd name="T2" fmla="*/ 5 w 19"/>
                  <a:gd name="T3" fmla="*/ 6 h 11"/>
                  <a:gd name="T4" fmla="*/ 12 w 19"/>
                  <a:gd name="T5" fmla="*/ 9 h 11"/>
                  <a:gd name="T6" fmla="*/ 19 w 19"/>
                  <a:gd name="T7" fmla="*/ 11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1">
                    <a:moveTo>
                      <a:pt x="0" y="0"/>
                    </a:moveTo>
                    <a:lnTo>
                      <a:pt x="5" y="6"/>
                    </a:lnTo>
                    <a:lnTo>
                      <a:pt x="12" y="9"/>
                    </a:lnTo>
                    <a:lnTo>
                      <a:pt x="19" y="11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84" name="Line 1390"/>
              <p:cNvSpPr>
                <a:spLocks noChangeShapeType="1"/>
              </p:cNvSpPr>
              <p:nvPr userDrawn="1"/>
            </p:nvSpPr>
            <p:spPr bwMode="gray">
              <a:xfrm flipV="1">
                <a:off x="3380" y="1315"/>
                <a:ext cx="6" cy="24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85" name="Freeform 1391"/>
              <p:cNvSpPr>
                <a:spLocks/>
              </p:cNvSpPr>
              <p:nvPr userDrawn="1"/>
            </p:nvSpPr>
            <p:spPr bwMode="gray">
              <a:xfrm>
                <a:off x="3366" y="1315"/>
                <a:ext cx="20" cy="4"/>
              </a:xfrm>
              <a:custGeom>
                <a:avLst/>
                <a:gdLst>
                  <a:gd name="T0" fmla="*/ 20 w 20"/>
                  <a:gd name="T1" fmla="*/ 0 h 4"/>
                  <a:gd name="T2" fmla="*/ 14 w 20"/>
                  <a:gd name="T3" fmla="*/ 4 h 4"/>
                  <a:gd name="T4" fmla="*/ 11 w 20"/>
                  <a:gd name="T5" fmla="*/ 4 h 4"/>
                  <a:gd name="T6" fmla="*/ 6 w 20"/>
                  <a:gd name="T7" fmla="*/ 4 h 4"/>
                  <a:gd name="T8" fmla="*/ 0 w 20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">
                    <a:moveTo>
                      <a:pt x="20" y="0"/>
                    </a:moveTo>
                    <a:lnTo>
                      <a:pt x="14" y="4"/>
                    </a:lnTo>
                    <a:lnTo>
                      <a:pt x="11" y="4"/>
                    </a:lnTo>
                    <a:lnTo>
                      <a:pt x="6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86" name="Freeform 1392"/>
              <p:cNvSpPr>
                <a:spLocks/>
              </p:cNvSpPr>
              <p:nvPr userDrawn="1"/>
            </p:nvSpPr>
            <p:spPr bwMode="gray">
              <a:xfrm>
                <a:off x="3515" y="1840"/>
                <a:ext cx="4" cy="9"/>
              </a:xfrm>
              <a:custGeom>
                <a:avLst/>
                <a:gdLst>
                  <a:gd name="T0" fmla="*/ 0 w 5"/>
                  <a:gd name="T1" fmla="*/ 0 h 9"/>
                  <a:gd name="T2" fmla="*/ 2 w 5"/>
                  <a:gd name="T3" fmla="*/ 2 h 9"/>
                  <a:gd name="T4" fmla="*/ 5 w 5"/>
                  <a:gd name="T5" fmla="*/ 4 h 9"/>
                  <a:gd name="T6" fmla="*/ 5 w 5"/>
                  <a:gd name="T7" fmla="*/ 5 h 9"/>
                  <a:gd name="T8" fmla="*/ 5 w 5"/>
                  <a:gd name="T9" fmla="*/ 7 h 9"/>
                  <a:gd name="T10" fmla="*/ 4 w 5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0" y="0"/>
                    </a:moveTo>
                    <a:lnTo>
                      <a:pt x="2" y="2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87" name="Line 1393"/>
              <p:cNvSpPr>
                <a:spLocks noChangeShapeType="1"/>
              </p:cNvSpPr>
              <p:nvPr userDrawn="1"/>
            </p:nvSpPr>
            <p:spPr bwMode="gray">
              <a:xfrm flipH="1">
                <a:off x="3517" y="1726"/>
                <a:ext cx="7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88" name="Line 1394"/>
              <p:cNvSpPr>
                <a:spLocks noChangeShapeType="1"/>
              </p:cNvSpPr>
              <p:nvPr userDrawn="1"/>
            </p:nvSpPr>
            <p:spPr bwMode="gray">
              <a:xfrm flipH="1">
                <a:off x="3512" y="1728"/>
                <a:ext cx="7" cy="22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89" name="Freeform 1395"/>
              <p:cNvSpPr>
                <a:spLocks/>
              </p:cNvSpPr>
              <p:nvPr userDrawn="1"/>
            </p:nvSpPr>
            <p:spPr bwMode="gray">
              <a:xfrm>
                <a:off x="3512" y="1950"/>
                <a:ext cx="5" cy="9"/>
              </a:xfrm>
              <a:custGeom>
                <a:avLst/>
                <a:gdLst>
                  <a:gd name="T0" fmla="*/ 0 w 5"/>
                  <a:gd name="T1" fmla="*/ 0 h 9"/>
                  <a:gd name="T2" fmla="*/ 3 w 5"/>
                  <a:gd name="T3" fmla="*/ 2 h 9"/>
                  <a:gd name="T4" fmla="*/ 5 w 5"/>
                  <a:gd name="T5" fmla="*/ 4 h 9"/>
                  <a:gd name="T6" fmla="*/ 5 w 5"/>
                  <a:gd name="T7" fmla="*/ 5 h 9"/>
                  <a:gd name="T8" fmla="*/ 5 w 5"/>
                  <a:gd name="T9" fmla="*/ 7 h 9"/>
                  <a:gd name="T10" fmla="*/ 3 w 5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0" y="0"/>
                    </a:moveTo>
                    <a:lnTo>
                      <a:pt x="3" y="2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3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90" name="Line 1396"/>
              <p:cNvSpPr>
                <a:spLocks noChangeShapeType="1"/>
              </p:cNvSpPr>
              <p:nvPr userDrawn="1"/>
            </p:nvSpPr>
            <p:spPr bwMode="gray">
              <a:xfrm flipV="1">
                <a:off x="3515" y="1725"/>
                <a:ext cx="4" cy="23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91" name="Freeform 1397"/>
              <p:cNvSpPr>
                <a:spLocks/>
              </p:cNvSpPr>
              <p:nvPr userDrawn="1"/>
            </p:nvSpPr>
            <p:spPr bwMode="gray">
              <a:xfrm>
                <a:off x="3519" y="1725"/>
                <a:ext cx="5" cy="4"/>
              </a:xfrm>
              <a:custGeom>
                <a:avLst/>
                <a:gdLst>
                  <a:gd name="T0" fmla="*/ 0 w 5"/>
                  <a:gd name="T1" fmla="*/ 3 h 3"/>
                  <a:gd name="T2" fmla="*/ 1 w 5"/>
                  <a:gd name="T3" fmla="*/ 3 h 3"/>
                  <a:gd name="T4" fmla="*/ 3 w 5"/>
                  <a:gd name="T5" fmla="*/ 3 h 3"/>
                  <a:gd name="T6" fmla="*/ 5 w 5"/>
                  <a:gd name="T7" fmla="*/ 1 h 3"/>
                  <a:gd name="T8" fmla="*/ 5 w 5"/>
                  <a:gd name="T9" fmla="*/ 1 h 3"/>
                  <a:gd name="T10" fmla="*/ 5 w 5"/>
                  <a:gd name="T11" fmla="*/ 1 h 3"/>
                  <a:gd name="T12" fmla="*/ 5 w 5"/>
                  <a:gd name="T13" fmla="*/ 1 h 3"/>
                  <a:gd name="T14" fmla="*/ 3 w 5"/>
                  <a:gd name="T15" fmla="*/ 0 h 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" h="3">
                    <a:moveTo>
                      <a:pt x="0" y="3"/>
                    </a:moveTo>
                    <a:lnTo>
                      <a:pt x="1" y="3"/>
                    </a:lnTo>
                    <a:lnTo>
                      <a:pt x="3" y="3"/>
                    </a:lnTo>
                    <a:lnTo>
                      <a:pt x="5" y="1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92" name="Freeform 1398"/>
              <p:cNvSpPr>
                <a:spLocks/>
              </p:cNvSpPr>
              <p:nvPr userDrawn="1"/>
            </p:nvSpPr>
            <p:spPr bwMode="gray">
              <a:xfrm>
                <a:off x="3503" y="1950"/>
                <a:ext cx="9" cy="18"/>
              </a:xfrm>
              <a:custGeom>
                <a:avLst/>
                <a:gdLst>
                  <a:gd name="T0" fmla="*/ 0 w 9"/>
                  <a:gd name="T1" fmla="*/ 18 h 18"/>
                  <a:gd name="T2" fmla="*/ 3 w 9"/>
                  <a:gd name="T3" fmla="*/ 14 h 18"/>
                  <a:gd name="T4" fmla="*/ 7 w 9"/>
                  <a:gd name="T5" fmla="*/ 9 h 18"/>
                  <a:gd name="T6" fmla="*/ 9 w 9"/>
                  <a:gd name="T7" fmla="*/ 5 h 18"/>
                  <a:gd name="T8" fmla="*/ 9 w 9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0" y="18"/>
                    </a:moveTo>
                    <a:lnTo>
                      <a:pt x="3" y="14"/>
                    </a:lnTo>
                    <a:lnTo>
                      <a:pt x="7" y="9"/>
                    </a:lnTo>
                    <a:lnTo>
                      <a:pt x="9" y="5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93" name="Freeform 1399"/>
              <p:cNvSpPr>
                <a:spLocks/>
              </p:cNvSpPr>
              <p:nvPr userDrawn="1"/>
            </p:nvSpPr>
            <p:spPr bwMode="gray">
              <a:xfrm>
                <a:off x="3307" y="1153"/>
                <a:ext cx="19" cy="4"/>
              </a:xfrm>
              <a:custGeom>
                <a:avLst/>
                <a:gdLst>
                  <a:gd name="T0" fmla="*/ 19 w 19"/>
                  <a:gd name="T1" fmla="*/ 2 h 2"/>
                  <a:gd name="T2" fmla="*/ 14 w 19"/>
                  <a:gd name="T3" fmla="*/ 0 h 2"/>
                  <a:gd name="T4" fmla="*/ 9 w 19"/>
                  <a:gd name="T5" fmla="*/ 0 h 2"/>
                  <a:gd name="T6" fmla="*/ 3 w 19"/>
                  <a:gd name="T7" fmla="*/ 0 h 2"/>
                  <a:gd name="T8" fmla="*/ 0 w 19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19" y="2"/>
                    </a:moveTo>
                    <a:lnTo>
                      <a:pt x="14" y="0"/>
                    </a:lnTo>
                    <a:lnTo>
                      <a:pt x="9" y="0"/>
                    </a:lnTo>
                    <a:lnTo>
                      <a:pt x="3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94" name="Freeform 1400"/>
              <p:cNvSpPr>
                <a:spLocks/>
              </p:cNvSpPr>
              <p:nvPr userDrawn="1"/>
            </p:nvSpPr>
            <p:spPr bwMode="gray">
              <a:xfrm>
                <a:off x="2347" y="1774"/>
                <a:ext cx="13" cy="17"/>
              </a:xfrm>
              <a:custGeom>
                <a:avLst/>
                <a:gdLst>
                  <a:gd name="T0" fmla="*/ 0 w 10"/>
                  <a:gd name="T1" fmla="*/ 0 h 17"/>
                  <a:gd name="T2" fmla="*/ 3 w 10"/>
                  <a:gd name="T3" fmla="*/ 3 h 17"/>
                  <a:gd name="T4" fmla="*/ 7 w 10"/>
                  <a:gd name="T5" fmla="*/ 7 h 17"/>
                  <a:gd name="T6" fmla="*/ 9 w 10"/>
                  <a:gd name="T7" fmla="*/ 12 h 17"/>
                  <a:gd name="T8" fmla="*/ 10 w 10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0" y="0"/>
                    </a:moveTo>
                    <a:lnTo>
                      <a:pt x="3" y="3"/>
                    </a:lnTo>
                    <a:lnTo>
                      <a:pt x="7" y="7"/>
                    </a:lnTo>
                    <a:lnTo>
                      <a:pt x="9" y="12"/>
                    </a:lnTo>
                    <a:lnTo>
                      <a:pt x="10" y="1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95" name="Freeform 1401"/>
              <p:cNvSpPr>
                <a:spLocks/>
              </p:cNvSpPr>
              <p:nvPr userDrawn="1"/>
            </p:nvSpPr>
            <p:spPr bwMode="gray">
              <a:xfrm>
                <a:off x="3529" y="1338"/>
                <a:ext cx="7" cy="9"/>
              </a:xfrm>
              <a:custGeom>
                <a:avLst/>
                <a:gdLst>
                  <a:gd name="T0" fmla="*/ 0 w 7"/>
                  <a:gd name="T1" fmla="*/ 0 h 9"/>
                  <a:gd name="T2" fmla="*/ 4 w 7"/>
                  <a:gd name="T3" fmla="*/ 0 h 9"/>
                  <a:gd name="T4" fmla="*/ 5 w 7"/>
                  <a:gd name="T5" fmla="*/ 2 h 9"/>
                  <a:gd name="T6" fmla="*/ 7 w 7"/>
                  <a:gd name="T7" fmla="*/ 4 h 9"/>
                  <a:gd name="T8" fmla="*/ 7 w 7"/>
                  <a:gd name="T9" fmla="*/ 7 h 9"/>
                  <a:gd name="T10" fmla="*/ 4 w 7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0" y="0"/>
                    </a:moveTo>
                    <a:lnTo>
                      <a:pt x="4" y="0"/>
                    </a:lnTo>
                    <a:lnTo>
                      <a:pt x="5" y="2"/>
                    </a:lnTo>
                    <a:lnTo>
                      <a:pt x="7" y="4"/>
                    </a:lnTo>
                    <a:lnTo>
                      <a:pt x="7" y="7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96" name="Line 1402"/>
              <p:cNvSpPr>
                <a:spLocks noChangeShapeType="1"/>
              </p:cNvSpPr>
              <p:nvPr userDrawn="1"/>
            </p:nvSpPr>
            <p:spPr bwMode="gray">
              <a:xfrm flipH="1">
                <a:off x="3533" y="1226"/>
                <a:ext cx="7" cy="23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97" name="Line 1403"/>
              <p:cNvSpPr>
                <a:spLocks noChangeShapeType="1"/>
              </p:cNvSpPr>
              <p:nvPr userDrawn="1"/>
            </p:nvSpPr>
            <p:spPr bwMode="gray">
              <a:xfrm flipH="1">
                <a:off x="3527" y="1221"/>
                <a:ext cx="6" cy="23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98" name="Freeform 1404"/>
              <p:cNvSpPr>
                <a:spLocks/>
              </p:cNvSpPr>
              <p:nvPr userDrawn="1"/>
            </p:nvSpPr>
            <p:spPr bwMode="gray">
              <a:xfrm>
                <a:off x="3527" y="1452"/>
                <a:ext cx="6" cy="22"/>
              </a:xfrm>
              <a:custGeom>
                <a:avLst/>
                <a:gdLst>
                  <a:gd name="T0" fmla="*/ 0 w 6"/>
                  <a:gd name="T1" fmla="*/ 0 h 22"/>
                  <a:gd name="T2" fmla="*/ 2 w 6"/>
                  <a:gd name="T3" fmla="*/ 5 h 22"/>
                  <a:gd name="T4" fmla="*/ 6 w 6"/>
                  <a:gd name="T5" fmla="*/ 8 h 22"/>
                  <a:gd name="T6" fmla="*/ 6 w 6"/>
                  <a:gd name="T7" fmla="*/ 12 h 22"/>
                  <a:gd name="T8" fmla="*/ 6 w 6"/>
                  <a:gd name="T9" fmla="*/ 17 h 22"/>
                  <a:gd name="T10" fmla="*/ 2 w 6"/>
                  <a:gd name="T11" fmla="*/ 22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22">
                    <a:moveTo>
                      <a:pt x="0" y="0"/>
                    </a:moveTo>
                    <a:lnTo>
                      <a:pt x="2" y="5"/>
                    </a:lnTo>
                    <a:lnTo>
                      <a:pt x="6" y="8"/>
                    </a:lnTo>
                    <a:lnTo>
                      <a:pt x="6" y="12"/>
                    </a:lnTo>
                    <a:lnTo>
                      <a:pt x="6" y="17"/>
                    </a:lnTo>
                    <a:lnTo>
                      <a:pt x="2" y="2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99" name="Line 1405"/>
              <p:cNvSpPr>
                <a:spLocks noChangeShapeType="1"/>
              </p:cNvSpPr>
              <p:nvPr userDrawn="1"/>
            </p:nvSpPr>
            <p:spPr bwMode="gray">
              <a:xfrm flipV="1">
                <a:off x="3529" y="1230"/>
                <a:ext cx="7" cy="24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00" name="Freeform 1406"/>
              <p:cNvSpPr>
                <a:spLocks/>
              </p:cNvSpPr>
              <p:nvPr userDrawn="1"/>
            </p:nvSpPr>
            <p:spPr bwMode="gray">
              <a:xfrm>
                <a:off x="3533" y="1221"/>
                <a:ext cx="7" cy="9"/>
              </a:xfrm>
              <a:custGeom>
                <a:avLst/>
                <a:gdLst>
                  <a:gd name="T0" fmla="*/ 3 w 7"/>
                  <a:gd name="T1" fmla="*/ 9 h 9"/>
                  <a:gd name="T2" fmla="*/ 7 w 7"/>
                  <a:gd name="T3" fmla="*/ 7 h 9"/>
                  <a:gd name="T4" fmla="*/ 7 w 7"/>
                  <a:gd name="T5" fmla="*/ 5 h 9"/>
                  <a:gd name="T6" fmla="*/ 5 w 7"/>
                  <a:gd name="T7" fmla="*/ 3 h 9"/>
                  <a:gd name="T8" fmla="*/ 3 w 7"/>
                  <a:gd name="T9" fmla="*/ 2 h 9"/>
                  <a:gd name="T10" fmla="*/ 0 w 7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3" y="9"/>
                    </a:moveTo>
                    <a:lnTo>
                      <a:pt x="7" y="7"/>
                    </a:lnTo>
                    <a:lnTo>
                      <a:pt x="7" y="5"/>
                    </a:lnTo>
                    <a:lnTo>
                      <a:pt x="5" y="3"/>
                    </a:lnTo>
                    <a:lnTo>
                      <a:pt x="3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01" name="Freeform 1407"/>
              <p:cNvSpPr>
                <a:spLocks/>
              </p:cNvSpPr>
              <p:nvPr userDrawn="1"/>
            </p:nvSpPr>
            <p:spPr bwMode="gray">
              <a:xfrm>
                <a:off x="3143" y="1985"/>
                <a:ext cx="12" cy="9"/>
              </a:xfrm>
              <a:custGeom>
                <a:avLst/>
                <a:gdLst>
                  <a:gd name="T0" fmla="*/ 12 w 12"/>
                  <a:gd name="T1" fmla="*/ 2 h 9"/>
                  <a:gd name="T2" fmla="*/ 8 w 12"/>
                  <a:gd name="T3" fmla="*/ 0 h 9"/>
                  <a:gd name="T4" fmla="*/ 5 w 12"/>
                  <a:gd name="T5" fmla="*/ 2 h 9"/>
                  <a:gd name="T6" fmla="*/ 1 w 12"/>
                  <a:gd name="T7" fmla="*/ 4 h 9"/>
                  <a:gd name="T8" fmla="*/ 1 w 12"/>
                  <a:gd name="T9" fmla="*/ 5 h 9"/>
                  <a:gd name="T10" fmla="*/ 0 w 12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9">
                    <a:moveTo>
                      <a:pt x="12" y="2"/>
                    </a:moveTo>
                    <a:lnTo>
                      <a:pt x="8" y="0"/>
                    </a:lnTo>
                    <a:lnTo>
                      <a:pt x="5" y="2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02" name="Freeform 1408"/>
              <p:cNvSpPr>
                <a:spLocks/>
              </p:cNvSpPr>
              <p:nvPr userDrawn="1"/>
            </p:nvSpPr>
            <p:spPr bwMode="gray">
              <a:xfrm>
                <a:off x="3220" y="1182"/>
                <a:ext cx="10" cy="16"/>
              </a:xfrm>
              <a:custGeom>
                <a:avLst/>
                <a:gdLst>
                  <a:gd name="T0" fmla="*/ 10 w 10"/>
                  <a:gd name="T1" fmla="*/ 16 h 16"/>
                  <a:gd name="T2" fmla="*/ 10 w 10"/>
                  <a:gd name="T3" fmla="*/ 11 h 16"/>
                  <a:gd name="T4" fmla="*/ 8 w 10"/>
                  <a:gd name="T5" fmla="*/ 6 h 16"/>
                  <a:gd name="T6" fmla="*/ 5 w 10"/>
                  <a:gd name="T7" fmla="*/ 2 h 16"/>
                  <a:gd name="T8" fmla="*/ 0 w 10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10" y="16"/>
                    </a:moveTo>
                    <a:lnTo>
                      <a:pt x="10" y="11"/>
                    </a:lnTo>
                    <a:lnTo>
                      <a:pt x="8" y="6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03" name="Line 1409"/>
              <p:cNvSpPr>
                <a:spLocks noChangeShapeType="1"/>
              </p:cNvSpPr>
              <p:nvPr userDrawn="1"/>
            </p:nvSpPr>
            <p:spPr bwMode="gray">
              <a:xfrm flipV="1">
                <a:off x="3151" y="1147"/>
                <a:ext cx="152" cy="8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04" name="Line 1410"/>
              <p:cNvSpPr>
                <a:spLocks noChangeShapeType="1"/>
              </p:cNvSpPr>
              <p:nvPr userDrawn="1"/>
            </p:nvSpPr>
            <p:spPr bwMode="gray">
              <a:xfrm flipV="1">
                <a:off x="3155" y="1156"/>
                <a:ext cx="152" cy="8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05" name="Freeform 1411"/>
              <p:cNvSpPr>
                <a:spLocks/>
              </p:cNvSpPr>
              <p:nvPr userDrawn="1"/>
            </p:nvSpPr>
            <p:spPr bwMode="gray">
              <a:xfrm>
                <a:off x="3295" y="1140"/>
                <a:ext cx="13" cy="16"/>
              </a:xfrm>
              <a:custGeom>
                <a:avLst/>
                <a:gdLst>
                  <a:gd name="T0" fmla="*/ 12 w 12"/>
                  <a:gd name="T1" fmla="*/ 16 h 16"/>
                  <a:gd name="T2" fmla="*/ 10 w 12"/>
                  <a:gd name="T3" fmla="*/ 11 h 16"/>
                  <a:gd name="T4" fmla="*/ 8 w 12"/>
                  <a:gd name="T5" fmla="*/ 7 h 16"/>
                  <a:gd name="T6" fmla="*/ 5 w 12"/>
                  <a:gd name="T7" fmla="*/ 2 h 16"/>
                  <a:gd name="T8" fmla="*/ 0 w 12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12" y="16"/>
                    </a:moveTo>
                    <a:lnTo>
                      <a:pt x="10" y="11"/>
                    </a:lnTo>
                    <a:lnTo>
                      <a:pt x="8" y="7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06" name="Line 1412"/>
              <p:cNvSpPr>
                <a:spLocks noChangeShapeType="1"/>
              </p:cNvSpPr>
              <p:nvPr userDrawn="1"/>
            </p:nvSpPr>
            <p:spPr bwMode="gray">
              <a:xfrm flipH="1">
                <a:off x="3143" y="1140"/>
                <a:ext cx="152" cy="8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07" name="Freeform 1413"/>
              <p:cNvSpPr>
                <a:spLocks/>
              </p:cNvSpPr>
              <p:nvPr userDrawn="1"/>
            </p:nvSpPr>
            <p:spPr bwMode="gray">
              <a:xfrm>
                <a:off x="3143" y="1222"/>
                <a:ext cx="12" cy="17"/>
              </a:xfrm>
              <a:custGeom>
                <a:avLst/>
                <a:gdLst>
                  <a:gd name="T0" fmla="*/ 12 w 12"/>
                  <a:gd name="T1" fmla="*/ 17 h 17"/>
                  <a:gd name="T2" fmla="*/ 10 w 12"/>
                  <a:gd name="T3" fmla="*/ 12 h 17"/>
                  <a:gd name="T4" fmla="*/ 8 w 12"/>
                  <a:gd name="T5" fmla="*/ 7 h 17"/>
                  <a:gd name="T6" fmla="*/ 5 w 12"/>
                  <a:gd name="T7" fmla="*/ 3 h 17"/>
                  <a:gd name="T8" fmla="*/ 0 w 12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7">
                    <a:moveTo>
                      <a:pt x="12" y="17"/>
                    </a:moveTo>
                    <a:lnTo>
                      <a:pt x="10" y="12"/>
                    </a:lnTo>
                    <a:lnTo>
                      <a:pt x="8" y="7"/>
                    </a:lnTo>
                    <a:lnTo>
                      <a:pt x="5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08" name="Freeform 1414"/>
              <p:cNvSpPr>
                <a:spLocks/>
              </p:cNvSpPr>
              <p:nvPr userDrawn="1"/>
            </p:nvSpPr>
            <p:spPr bwMode="gray">
              <a:xfrm>
                <a:off x="3232" y="1172"/>
                <a:ext cx="10" cy="13"/>
              </a:xfrm>
              <a:custGeom>
                <a:avLst/>
                <a:gdLst>
                  <a:gd name="T0" fmla="*/ 10 w 10"/>
                  <a:gd name="T1" fmla="*/ 17 h 17"/>
                  <a:gd name="T2" fmla="*/ 7 w 10"/>
                  <a:gd name="T3" fmla="*/ 14 h 17"/>
                  <a:gd name="T4" fmla="*/ 3 w 10"/>
                  <a:gd name="T5" fmla="*/ 10 h 17"/>
                  <a:gd name="T6" fmla="*/ 0 w 10"/>
                  <a:gd name="T7" fmla="*/ 5 h 17"/>
                  <a:gd name="T8" fmla="*/ 0 w 10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10" y="17"/>
                    </a:moveTo>
                    <a:lnTo>
                      <a:pt x="7" y="14"/>
                    </a:lnTo>
                    <a:lnTo>
                      <a:pt x="3" y="10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09" name="Line 1415"/>
              <p:cNvSpPr>
                <a:spLocks noChangeShapeType="1"/>
              </p:cNvSpPr>
              <p:nvPr userDrawn="1"/>
            </p:nvSpPr>
            <p:spPr bwMode="gray">
              <a:xfrm flipH="1">
                <a:off x="3158" y="1140"/>
                <a:ext cx="152" cy="8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10" name="Line 1416"/>
              <p:cNvSpPr>
                <a:spLocks noChangeShapeType="1"/>
              </p:cNvSpPr>
              <p:nvPr userDrawn="1"/>
            </p:nvSpPr>
            <p:spPr bwMode="gray">
              <a:xfrm flipH="1">
                <a:off x="3165" y="1147"/>
                <a:ext cx="152" cy="8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11" name="Freeform 1417"/>
              <p:cNvSpPr>
                <a:spLocks/>
              </p:cNvSpPr>
              <p:nvPr userDrawn="1"/>
            </p:nvSpPr>
            <p:spPr bwMode="gray">
              <a:xfrm>
                <a:off x="3155" y="1214"/>
                <a:ext cx="10" cy="17"/>
              </a:xfrm>
              <a:custGeom>
                <a:avLst/>
                <a:gdLst>
                  <a:gd name="T0" fmla="*/ 10 w 10"/>
                  <a:gd name="T1" fmla="*/ 17 h 17"/>
                  <a:gd name="T2" fmla="*/ 7 w 10"/>
                  <a:gd name="T3" fmla="*/ 14 h 17"/>
                  <a:gd name="T4" fmla="*/ 3 w 10"/>
                  <a:gd name="T5" fmla="*/ 10 h 17"/>
                  <a:gd name="T6" fmla="*/ 0 w 10"/>
                  <a:gd name="T7" fmla="*/ 5 h 17"/>
                  <a:gd name="T8" fmla="*/ 0 w 10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10" y="17"/>
                    </a:moveTo>
                    <a:lnTo>
                      <a:pt x="7" y="14"/>
                    </a:lnTo>
                    <a:lnTo>
                      <a:pt x="3" y="10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12" name="Line 1418"/>
              <p:cNvSpPr>
                <a:spLocks noChangeShapeType="1"/>
              </p:cNvSpPr>
              <p:nvPr userDrawn="1"/>
            </p:nvSpPr>
            <p:spPr bwMode="gray">
              <a:xfrm flipV="1">
                <a:off x="3155" y="1132"/>
                <a:ext cx="152" cy="8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13" name="Freeform 1419"/>
              <p:cNvSpPr>
                <a:spLocks/>
              </p:cNvSpPr>
              <p:nvPr userDrawn="1"/>
            </p:nvSpPr>
            <p:spPr bwMode="gray">
              <a:xfrm>
                <a:off x="3307" y="1132"/>
                <a:ext cx="10" cy="15"/>
              </a:xfrm>
              <a:custGeom>
                <a:avLst/>
                <a:gdLst>
                  <a:gd name="T0" fmla="*/ 10 w 10"/>
                  <a:gd name="T1" fmla="*/ 15 h 15"/>
                  <a:gd name="T2" fmla="*/ 7 w 10"/>
                  <a:gd name="T3" fmla="*/ 14 h 15"/>
                  <a:gd name="T4" fmla="*/ 3 w 10"/>
                  <a:gd name="T5" fmla="*/ 8 h 15"/>
                  <a:gd name="T6" fmla="*/ 0 w 10"/>
                  <a:gd name="T7" fmla="*/ 5 h 15"/>
                  <a:gd name="T8" fmla="*/ 0 w 10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5">
                    <a:moveTo>
                      <a:pt x="10" y="15"/>
                    </a:moveTo>
                    <a:lnTo>
                      <a:pt x="7" y="14"/>
                    </a:lnTo>
                    <a:lnTo>
                      <a:pt x="3" y="8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14" name="Freeform 1420"/>
              <p:cNvSpPr>
                <a:spLocks/>
              </p:cNvSpPr>
              <p:nvPr userDrawn="1"/>
            </p:nvSpPr>
            <p:spPr bwMode="gray">
              <a:xfrm>
                <a:off x="3450" y="1256"/>
                <a:ext cx="13" cy="17"/>
              </a:xfrm>
              <a:custGeom>
                <a:avLst/>
                <a:gdLst>
                  <a:gd name="T0" fmla="*/ 0 w 13"/>
                  <a:gd name="T1" fmla="*/ 0 h 17"/>
                  <a:gd name="T2" fmla="*/ 6 w 13"/>
                  <a:gd name="T3" fmla="*/ 2 h 17"/>
                  <a:gd name="T4" fmla="*/ 9 w 13"/>
                  <a:gd name="T5" fmla="*/ 7 h 17"/>
                  <a:gd name="T6" fmla="*/ 11 w 13"/>
                  <a:gd name="T7" fmla="*/ 10 h 17"/>
                  <a:gd name="T8" fmla="*/ 13 w 13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7">
                    <a:moveTo>
                      <a:pt x="0" y="0"/>
                    </a:moveTo>
                    <a:lnTo>
                      <a:pt x="6" y="2"/>
                    </a:lnTo>
                    <a:lnTo>
                      <a:pt x="9" y="7"/>
                    </a:lnTo>
                    <a:lnTo>
                      <a:pt x="11" y="10"/>
                    </a:lnTo>
                    <a:lnTo>
                      <a:pt x="13" y="1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15" name="Line 1421"/>
              <p:cNvSpPr>
                <a:spLocks noChangeShapeType="1"/>
              </p:cNvSpPr>
              <p:nvPr userDrawn="1"/>
            </p:nvSpPr>
            <p:spPr bwMode="gray">
              <a:xfrm flipV="1">
                <a:off x="3384" y="1219"/>
                <a:ext cx="150" cy="8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16" name="Line 1422"/>
              <p:cNvSpPr>
                <a:spLocks noChangeShapeType="1"/>
              </p:cNvSpPr>
              <p:nvPr userDrawn="1"/>
            </p:nvSpPr>
            <p:spPr bwMode="gray">
              <a:xfrm flipV="1">
                <a:off x="3375" y="1214"/>
                <a:ext cx="151" cy="8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17" name="Freeform 1423"/>
              <p:cNvSpPr>
                <a:spLocks/>
              </p:cNvSpPr>
              <p:nvPr userDrawn="1"/>
            </p:nvSpPr>
            <p:spPr bwMode="gray">
              <a:xfrm>
                <a:off x="3526" y="1214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2 h 16"/>
                  <a:gd name="T4" fmla="*/ 8 w 10"/>
                  <a:gd name="T5" fmla="*/ 5 h 16"/>
                  <a:gd name="T6" fmla="*/ 10 w 10"/>
                  <a:gd name="T7" fmla="*/ 10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2"/>
                    </a:lnTo>
                    <a:lnTo>
                      <a:pt x="8" y="5"/>
                    </a:lnTo>
                    <a:lnTo>
                      <a:pt x="10" y="10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18" name="Line 1424"/>
              <p:cNvSpPr>
                <a:spLocks noChangeShapeType="1"/>
              </p:cNvSpPr>
              <p:nvPr userDrawn="1"/>
            </p:nvSpPr>
            <p:spPr bwMode="gray">
              <a:xfrm flipH="1">
                <a:off x="3386" y="1230"/>
                <a:ext cx="150" cy="8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19" name="Freeform 1425"/>
              <p:cNvSpPr>
                <a:spLocks/>
              </p:cNvSpPr>
              <p:nvPr userDrawn="1"/>
            </p:nvSpPr>
            <p:spPr bwMode="gray">
              <a:xfrm>
                <a:off x="3375" y="1300"/>
                <a:ext cx="11" cy="15"/>
              </a:xfrm>
              <a:custGeom>
                <a:avLst/>
                <a:gdLst>
                  <a:gd name="T0" fmla="*/ 11 w 11"/>
                  <a:gd name="T1" fmla="*/ 15 h 15"/>
                  <a:gd name="T2" fmla="*/ 11 w 11"/>
                  <a:gd name="T3" fmla="*/ 10 h 15"/>
                  <a:gd name="T4" fmla="*/ 9 w 11"/>
                  <a:gd name="T5" fmla="*/ 5 h 15"/>
                  <a:gd name="T6" fmla="*/ 5 w 11"/>
                  <a:gd name="T7" fmla="*/ 1 h 15"/>
                  <a:gd name="T8" fmla="*/ 0 w 11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5">
                    <a:moveTo>
                      <a:pt x="11" y="15"/>
                    </a:moveTo>
                    <a:lnTo>
                      <a:pt x="11" y="10"/>
                    </a:lnTo>
                    <a:lnTo>
                      <a:pt x="9" y="5"/>
                    </a:lnTo>
                    <a:lnTo>
                      <a:pt x="5" y="1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20" name="Freeform 1426"/>
              <p:cNvSpPr>
                <a:spLocks/>
              </p:cNvSpPr>
              <p:nvPr userDrawn="1"/>
            </p:nvSpPr>
            <p:spPr bwMode="gray">
              <a:xfrm>
                <a:off x="3431" y="2006"/>
                <a:ext cx="11" cy="9"/>
              </a:xfrm>
              <a:custGeom>
                <a:avLst/>
                <a:gdLst>
                  <a:gd name="T0" fmla="*/ 11 w 11"/>
                  <a:gd name="T1" fmla="*/ 0 h 9"/>
                  <a:gd name="T2" fmla="*/ 11 w 11"/>
                  <a:gd name="T3" fmla="*/ 4 h 9"/>
                  <a:gd name="T4" fmla="*/ 7 w 11"/>
                  <a:gd name="T5" fmla="*/ 7 h 9"/>
                  <a:gd name="T6" fmla="*/ 4 w 11"/>
                  <a:gd name="T7" fmla="*/ 9 h 9"/>
                  <a:gd name="T8" fmla="*/ 0 w 11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9">
                    <a:moveTo>
                      <a:pt x="11" y="0"/>
                    </a:moveTo>
                    <a:lnTo>
                      <a:pt x="11" y="4"/>
                    </a:lnTo>
                    <a:lnTo>
                      <a:pt x="7" y="7"/>
                    </a:lnTo>
                    <a:lnTo>
                      <a:pt x="4" y="9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21" name="Line 1427"/>
              <p:cNvSpPr>
                <a:spLocks noChangeShapeType="1"/>
              </p:cNvSpPr>
              <p:nvPr userDrawn="1"/>
            </p:nvSpPr>
            <p:spPr bwMode="gray">
              <a:xfrm flipV="1">
                <a:off x="3365" y="1966"/>
                <a:ext cx="147" cy="9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22" name="Line 1428"/>
              <p:cNvSpPr>
                <a:spLocks noChangeShapeType="1"/>
              </p:cNvSpPr>
              <p:nvPr userDrawn="1"/>
            </p:nvSpPr>
            <p:spPr bwMode="gray">
              <a:xfrm flipV="1">
                <a:off x="3368" y="1959"/>
                <a:ext cx="147" cy="9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23" name="Freeform 1429"/>
              <p:cNvSpPr>
                <a:spLocks/>
              </p:cNvSpPr>
              <p:nvPr userDrawn="1"/>
            </p:nvSpPr>
            <p:spPr bwMode="gray">
              <a:xfrm>
                <a:off x="3503" y="1959"/>
                <a:ext cx="13" cy="9"/>
              </a:xfrm>
              <a:custGeom>
                <a:avLst/>
                <a:gdLst>
                  <a:gd name="T0" fmla="*/ 12 w 12"/>
                  <a:gd name="T1" fmla="*/ 0 h 9"/>
                  <a:gd name="T2" fmla="*/ 10 w 12"/>
                  <a:gd name="T3" fmla="*/ 5 h 9"/>
                  <a:gd name="T4" fmla="*/ 9 w 12"/>
                  <a:gd name="T5" fmla="*/ 7 h 9"/>
                  <a:gd name="T6" fmla="*/ 5 w 12"/>
                  <a:gd name="T7" fmla="*/ 9 h 9"/>
                  <a:gd name="T8" fmla="*/ 0 w 12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12" y="0"/>
                    </a:moveTo>
                    <a:lnTo>
                      <a:pt x="10" y="5"/>
                    </a:lnTo>
                    <a:lnTo>
                      <a:pt x="9" y="7"/>
                    </a:lnTo>
                    <a:lnTo>
                      <a:pt x="5" y="9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24" name="Line 1430"/>
              <p:cNvSpPr>
                <a:spLocks noChangeShapeType="1"/>
              </p:cNvSpPr>
              <p:nvPr userDrawn="1"/>
            </p:nvSpPr>
            <p:spPr bwMode="gray">
              <a:xfrm flipH="1">
                <a:off x="3358" y="1968"/>
                <a:ext cx="143" cy="9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25" name="Freeform 1431"/>
              <p:cNvSpPr>
                <a:spLocks/>
              </p:cNvSpPr>
              <p:nvPr userDrawn="1"/>
            </p:nvSpPr>
            <p:spPr bwMode="gray">
              <a:xfrm>
                <a:off x="3358" y="2053"/>
                <a:ext cx="10" cy="9"/>
              </a:xfrm>
              <a:custGeom>
                <a:avLst/>
                <a:gdLst>
                  <a:gd name="T0" fmla="*/ 0 w 10"/>
                  <a:gd name="T1" fmla="*/ 9 h 9"/>
                  <a:gd name="T2" fmla="*/ 3 w 10"/>
                  <a:gd name="T3" fmla="*/ 9 h 9"/>
                  <a:gd name="T4" fmla="*/ 7 w 10"/>
                  <a:gd name="T5" fmla="*/ 9 h 9"/>
                  <a:gd name="T6" fmla="*/ 10 w 10"/>
                  <a:gd name="T7" fmla="*/ 6 h 9"/>
                  <a:gd name="T8" fmla="*/ 10 w 10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9">
                    <a:moveTo>
                      <a:pt x="0" y="9"/>
                    </a:moveTo>
                    <a:lnTo>
                      <a:pt x="3" y="9"/>
                    </a:lnTo>
                    <a:lnTo>
                      <a:pt x="7" y="9"/>
                    </a:lnTo>
                    <a:lnTo>
                      <a:pt x="10" y="6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26" name="Freeform 1432"/>
              <p:cNvSpPr>
                <a:spLocks/>
              </p:cNvSpPr>
              <p:nvPr userDrawn="1"/>
            </p:nvSpPr>
            <p:spPr bwMode="gray">
              <a:xfrm>
                <a:off x="2377" y="1219"/>
                <a:ext cx="8" cy="16"/>
              </a:xfrm>
              <a:custGeom>
                <a:avLst/>
                <a:gdLst>
                  <a:gd name="T0" fmla="*/ 8 w 8"/>
                  <a:gd name="T1" fmla="*/ 0 h 16"/>
                  <a:gd name="T2" fmla="*/ 7 w 8"/>
                  <a:gd name="T3" fmla="*/ 5 h 16"/>
                  <a:gd name="T4" fmla="*/ 5 w 8"/>
                  <a:gd name="T5" fmla="*/ 9 h 16"/>
                  <a:gd name="T6" fmla="*/ 3 w 8"/>
                  <a:gd name="T7" fmla="*/ 14 h 16"/>
                  <a:gd name="T8" fmla="*/ 0 w 8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6">
                    <a:moveTo>
                      <a:pt x="8" y="0"/>
                    </a:moveTo>
                    <a:lnTo>
                      <a:pt x="7" y="5"/>
                    </a:lnTo>
                    <a:lnTo>
                      <a:pt x="5" y="9"/>
                    </a:lnTo>
                    <a:lnTo>
                      <a:pt x="3" y="14"/>
                    </a:lnTo>
                    <a:lnTo>
                      <a:pt x="0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27" name="Line 1433"/>
              <p:cNvSpPr>
                <a:spLocks noChangeShapeType="1"/>
              </p:cNvSpPr>
              <p:nvPr userDrawn="1"/>
            </p:nvSpPr>
            <p:spPr bwMode="gray">
              <a:xfrm flipH="1" flipV="1">
                <a:off x="2289" y="1196"/>
                <a:ext cx="124" cy="4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28" name="Line 1434"/>
              <p:cNvSpPr>
                <a:spLocks noChangeShapeType="1"/>
              </p:cNvSpPr>
              <p:nvPr userDrawn="1"/>
            </p:nvSpPr>
            <p:spPr bwMode="gray">
              <a:xfrm flipH="1" flipV="1">
                <a:off x="2293" y="1187"/>
                <a:ext cx="135" cy="4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29" name="Freeform 1435"/>
              <p:cNvSpPr>
                <a:spLocks/>
              </p:cNvSpPr>
              <p:nvPr userDrawn="1"/>
            </p:nvSpPr>
            <p:spPr bwMode="gray">
              <a:xfrm>
                <a:off x="2284" y="1187"/>
                <a:ext cx="9" cy="15"/>
              </a:xfrm>
              <a:custGeom>
                <a:avLst/>
                <a:gdLst>
                  <a:gd name="T0" fmla="*/ 9 w 9"/>
                  <a:gd name="T1" fmla="*/ 0 h 15"/>
                  <a:gd name="T2" fmla="*/ 7 w 9"/>
                  <a:gd name="T3" fmla="*/ 3 h 15"/>
                  <a:gd name="T4" fmla="*/ 5 w 9"/>
                  <a:gd name="T5" fmla="*/ 8 h 15"/>
                  <a:gd name="T6" fmla="*/ 3 w 9"/>
                  <a:gd name="T7" fmla="*/ 12 h 15"/>
                  <a:gd name="T8" fmla="*/ 0 w 9"/>
                  <a:gd name="T9" fmla="*/ 15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5">
                    <a:moveTo>
                      <a:pt x="9" y="0"/>
                    </a:moveTo>
                    <a:lnTo>
                      <a:pt x="7" y="3"/>
                    </a:lnTo>
                    <a:lnTo>
                      <a:pt x="5" y="8"/>
                    </a:lnTo>
                    <a:lnTo>
                      <a:pt x="3" y="12"/>
                    </a:lnTo>
                    <a:lnTo>
                      <a:pt x="0" y="15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30" name="Line 1436"/>
              <p:cNvSpPr>
                <a:spLocks noChangeShapeType="1"/>
              </p:cNvSpPr>
              <p:nvPr userDrawn="1"/>
            </p:nvSpPr>
            <p:spPr bwMode="gray">
              <a:xfrm>
                <a:off x="2284" y="1203"/>
                <a:ext cx="119" cy="4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31" name="Freeform 1437"/>
              <p:cNvSpPr>
                <a:spLocks/>
              </p:cNvSpPr>
              <p:nvPr userDrawn="1"/>
            </p:nvSpPr>
            <p:spPr bwMode="gray">
              <a:xfrm>
                <a:off x="2286" y="1097"/>
                <a:ext cx="5" cy="8"/>
              </a:xfrm>
              <a:custGeom>
                <a:avLst/>
                <a:gdLst>
                  <a:gd name="T0" fmla="*/ 5 w 5"/>
                  <a:gd name="T1" fmla="*/ 8 h 8"/>
                  <a:gd name="T2" fmla="*/ 1 w 5"/>
                  <a:gd name="T3" fmla="*/ 7 h 8"/>
                  <a:gd name="T4" fmla="*/ 0 w 5"/>
                  <a:gd name="T5" fmla="*/ 5 h 8"/>
                  <a:gd name="T6" fmla="*/ 1 w 5"/>
                  <a:gd name="T7" fmla="*/ 3 h 8"/>
                  <a:gd name="T8" fmla="*/ 3 w 5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5" y="8"/>
                    </a:moveTo>
                    <a:lnTo>
                      <a:pt x="1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32" name="Line 1438"/>
              <p:cNvSpPr>
                <a:spLocks noChangeShapeType="1"/>
              </p:cNvSpPr>
              <p:nvPr userDrawn="1"/>
            </p:nvSpPr>
            <p:spPr bwMode="gray">
              <a:xfrm flipH="1" flipV="1">
                <a:off x="2282" y="960"/>
                <a:ext cx="5" cy="22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33" name="Line 1439"/>
              <p:cNvSpPr>
                <a:spLocks noChangeShapeType="1"/>
              </p:cNvSpPr>
              <p:nvPr userDrawn="1"/>
            </p:nvSpPr>
            <p:spPr bwMode="gray">
              <a:xfrm flipH="1" flipV="1">
                <a:off x="2289" y="966"/>
                <a:ext cx="4" cy="22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34" name="Freeform 1440"/>
              <p:cNvSpPr>
                <a:spLocks/>
              </p:cNvSpPr>
              <p:nvPr userDrawn="1"/>
            </p:nvSpPr>
            <p:spPr bwMode="gray">
              <a:xfrm>
                <a:off x="2284" y="957"/>
                <a:ext cx="4" cy="9"/>
              </a:xfrm>
              <a:custGeom>
                <a:avLst/>
                <a:gdLst>
                  <a:gd name="T0" fmla="*/ 3 w 3"/>
                  <a:gd name="T1" fmla="*/ 9 h 9"/>
                  <a:gd name="T2" fmla="*/ 0 w 3"/>
                  <a:gd name="T3" fmla="*/ 7 h 9"/>
                  <a:gd name="T4" fmla="*/ 0 w 3"/>
                  <a:gd name="T5" fmla="*/ 5 h 9"/>
                  <a:gd name="T6" fmla="*/ 0 w 3"/>
                  <a:gd name="T7" fmla="*/ 2 h 9"/>
                  <a:gd name="T8" fmla="*/ 2 w 3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9">
                    <a:moveTo>
                      <a:pt x="3" y="9"/>
                    </a:moveTo>
                    <a:lnTo>
                      <a:pt x="0" y="7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35" name="Line 1441"/>
              <p:cNvSpPr>
                <a:spLocks noChangeShapeType="1"/>
              </p:cNvSpPr>
              <p:nvPr userDrawn="1"/>
            </p:nvSpPr>
            <p:spPr bwMode="gray">
              <a:xfrm>
                <a:off x="2286" y="957"/>
                <a:ext cx="5" cy="23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36" name="Freeform 1442"/>
              <p:cNvSpPr>
                <a:spLocks/>
              </p:cNvSpPr>
              <p:nvPr userDrawn="1"/>
            </p:nvSpPr>
            <p:spPr bwMode="gray">
              <a:xfrm>
                <a:off x="2289" y="1187"/>
                <a:ext cx="4" cy="4"/>
              </a:xfrm>
              <a:custGeom>
                <a:avLst/>
                <a:gdLst>
                  <a:gd name="T0" fmla="*/ 6 w 6"/>
                  <a:gd name="T1" fmla="*/ 0 h 3"/>
                  <a:gd name="T2" fmla="*/ 2 w 6"/>
                  <a:gd name="T3" fmla="*/ 0 h 3"/>
                  <a:gd name="T4" fmla="*/ 0 w 6"/>
                  <a:gd name="T5" fmla="*/ 1 h 3"/>
                  <a:gd name="T6" fmla="*/ 0 w 6"/>
                  <a:gd name="T7" fmla="*/ 1 h 3"/>
                  <a:gd name="T8" fmla="*/ 0 w 6"/>
                  <a:gd name="T9" fmla="*/ 3 h 3"/>
                  <a:gd name="T10" fmla="*/ 2 w 6"/>
                  <a:gd name="T11" fmla="*/ 3 h 3"/>
                  <a:gd name="T12" fmla="*/ 4 w 6"/>
                  <a:gd name="T13" fmla="*/ 3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3">
                    <a:moveTo>
                      <a:pt x="6" y="0"/>
                    </a:moveTo>
                    <a:lnTo>
                      <a:pt x="2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4" y="3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37" name="Freeform 1443"/>
              <p:cNvSpPr>
                <a:spLocks/>
              </p:cNvSpPr>
              <p:nvPr userDrawn="1"/>
            </p:nvSpPr>
            <p:spPr bwMode="gray">
              <a:xfrm>
                <a:off x="2380" y="978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2 w 9"/>
                  <a:gd name="T3" fmla="*/ 12 h 17"/>
                  <a:gd name="T4" fmla="*/ 4 w 9"/>
                  <a:gd name="T5" fmla="*/ 7 h 17"/>
                  <a:gd name="T6" fmla="*/ 5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2" y="12"/>
                    </a:lnTo>
                    <a:lnTo>
                      <a:pt x="4" y="7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38" name="Line 1444"/>
              <p:cNvSpPr>
                <a:spLocks noChangeShapeType="1"/>
              </p:cNvSpPr>
              <p:nvPr userDrawn="1"/>
            </p:nvSpPr>
            <p:spPr bwMode="gray">
              <a:xfrm>
                <a:off x="2289" y="953"/>
                <a:ext cx="189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39" name="Line 1445"/>
              <p:cNvSpPr>
                <a:spLocks noChangeShapeType="1"/>
              </p:cNvSpPr>
              <p:nvPr userDrawn="1"/>
            </p:nvSpPr>
            <p:spPr bwMode="gray">
              <a:xfrm>
                <a:off x="2289" y="966"/>
                <a:ext cx="187" cy="6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40" name="Freeform 1446"/>
              <p:cNvSpPr>
                <a:spLocks/>
              </p:cNvSpPr>
              <p:nvPr userDrawn="1"/>
            </p:nvSpPr>
            <p:spPr bwMode="gray">
              <a:xfrm>
                <a:off x="2475" y="1009"/>
                <a:ext cx="8" cy="18"/>
              </a:xfrm>
              <a:custGeom>
                <a:avLst/>
                <a:gdLst>
                  <a:gd name="T0" fmla="*/ 0 w 8"/>
                  <a:gd name="T1" fmla="*/ 18 h 18"/>
                  <a:gd name="T2" fmla="*/ 1 w 8"/>
                  <a:gd name="T3" fmla="*/ 13 h 18"/>
                  <a:gd name="T4" fmla="*/ 3 w 8"/>
                  <a:gd name="T5" fmla="*/ 7 h 18"/>
                  <a:gd name="T6" fmla="*/ 5 w 8"/>
                  <a:gd name="T7" fmla="*/ 4 h 18"/>
                  <a:gd name="T8" fmla="*/ 8 w 8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8">
                    <a:moveTo>
                      <a:pt x="0" y="18"/>
                    </a:moveTo>
                    <a:lnTo>
                      <a:pt x="1" y="13"/>
                    </a:lnTo>
                    <a:lnTo>
                      <a:pt x="3" y="7"/>
                    </a:lnTo>
                    <a:lnTo>
                      <a:pt x="5" y="4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41" name="Line 1447"/>
              <p:cNvSpPr>
                <a:spLocks noChangeShapeType="1"/>
              </p:cNvSpPr>
              <p:nvPr userDrawn="1"/>
            </p:nvSpPr>
            <p:spPr bwMode="gray">
              <a:xfrm flipH="1" flipV="1">
                <a:off x="2298" y="948"/>
                <a:ext cx="187" cy="6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42" name="Freeform 1448"/>
              <p:cNvSpPr>
                <a:spLocks/>
              </p:cNvSpPr>
              <p:nvPr userDrawn="1"/>
            </p:nvSpPr>
            <p:spPr bwMode="gray">
              <a:xfrm>
                <a:off x="2289" y="948"/>
                <a:ext cx="9" cy="18"/>
              </a:xfrm>
              <a:custGeom>
                <a:avLst/>
                <a:gdLst>
                  <a:gd name="T0" fmla="*/ 9 w 9"/>
                  <a:gd name="T1" fmla="*/ 0 h 18"/>
                  <a:gd name="T2" fmla="*/ 6 w 9"/>
                  <a:gd name="T3" fmla="*/ 4 h 18"/>
                  <a:gd name="T4" fmla="*/ 2 w 9"/>
                  <a:gd name="T5" fmla="*/ 7 h 18"/>
                  <a:gd name="T6" fmla="*/ 0 w 9"/>
                  <a:gd name="T7" fmla="*/ 12 h 18"/>
                  <a:gd name="T8" fmla="*/ 0 w 9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9" y="0"/>
                    </a:moveTo>
                    <a:lnTo>
                      <a:pt x="6" y="4"/>
                    </a:lnTo>
                    <a:lnTo>
                      <a:pt x="2" y="7"/>
                    </a:lnTo>
                    <a:lnTo>
                      <a:pt x="0" y="12"/>
                    </a:lnTo>
                    <a:lnTo>
                      <a:pt x="0" y="1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43" name="Freeform 1449"/>
              <p:cNvSpPr>
                <a:spLocks/>
              </p:cNvSpPr>
              <p:nvPr userDrawn="1"/>
            </p:nvSpPr>
            <p:spPr bwMode="gray">
              <a:xfrm>
                <a:off x="2476" y="1167"/>
                <a:ext cx="22" cy="1"/>
              </a:xfrm>
              <a:custGeom>
                <a:avLst/>
                <a:gdLst>
                  <a:gd name="T0" fmla="*/ 0 w 20"/>
                  <a:gd name="T1" fmla="*/ 1 h 1"/>
                  <a:gd name="T2" fmla="*/ 6 w 20"/>
                  <a:gd name="T3" fmla="*/ 1 h 1"/>
                  <a:gd name="T4" fmla="*/ 11 w 20"/>
                  <a:gd name="T5" fmla="*/ 1 h 1"/>
                  <a:gd name="T6" fmla="*/ 16 w 20"/>
                  <a:gd name="T7" fmla="*/ 1 h 1"/>
                  <a:gd name="T8" fmla="*/ 20 w 20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">
                    <a:moveTo>
                      <a:pt x="0" y="1"/>
                    </a:moveTo>
                    <a:lnTo>
                      <a:pt x="6" y="1"/>
                    </a:lnTo>
                    <a:lnTo>
                      <a:pt x="11" y="1"/>
                    </a:lnTo>
                    <a:lnTo>
                      <a:pt x="16" y="1"/>
                    </a:lnTo>
                    <a:lnTo>
                      <a:pt x="2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44" name="Line 1450"/>
              <p:cNvSpPr>
                <a:spLocks noChangeShapeType="1"/>
              </p:cNvSpPr>
              <p:nvPr userDrawn="1"/>
            </p:nvSpPr>
            <p:spPr bwMode="gray">
              <a:xfrm>
                <a:off x="2485" y="1027"/>
                <a:ext cx="4" cy="1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45" name="Line 1451"/>
              <p:cNvSpPr>
                <a:spLocks noChangeShapeType="1"/>
              </p:cNvSpPr>
              <p:nvPr userDrawn="1"/>
            </p:nvSpPr>
            <p:spPr bwMode="gray">
              <a:xfrm>
                <a:off x="2475" y="1027"/>
                <a:ext cx="4" cy="18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46" name="Line 1452"/>
              <p:cNvSpPr>
                <a:spLocks noChangeShapeType="1"/>
              </p:cNvSpPr>
              <p:nvPr userDrawn="1"/>
            </p:nvSpPr>
            <p:spPr bwMode="gray">
              <a:xfrm flipH="1" flipV="1">
                <a:off x="2494" y="1025"/>
                <a:ext cx="4" cy="17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47" name="Freeform 1453"/>
              <p:cNvSpPr>
                <a:spLocks/>
              </p:cNvSpPr>
              <p:nvPr userDrawn="1"/>
            </p:nvSpPr>
            <p:spPr bwMode="gray">
              <a:xfrm>
                <a:off x="2475" y="1025"/>
                <a:ext cx="19" cy="2"/>
              </a:xfrm>
              <a:custGeom>
                <a:avLst/>
                <a:gdLst>
                  <a:gd name="T0" fmla="*/ 0 w 19"/>
                  <a:gd name="T1" fmla="*/ 2 h 2"/>
                  <a:gd name="T2" fmla="*/ 7 w 19"/>
                  <a:gd name="T3" fmla="*/ 2 h 2"/>
                  <a:gd name="T4" fmla="*/ 14 w 19"/>
                  <a:gd name="T5" fmla="*/ 2 h 2"/>
                  <a:gd name="T6" fmla="*/ 19 w 19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0" y="2"/>
                    </a:moveTo>
                    <a:lnTo>
                      <a:pt x="7" y="2"/>
                    </a:lnTo>
                    <a:lnTo>
                      <a:pt x="14" y="2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48" name="Freeform 1454"/>
              <p:cNvSpPr>
                <a:spLocks/>
              </p:cNvSpPr>
              <p:nvPr userDrawn="1"/>
            </p:nvSpPr>
            <p:spPr bwMode="gray">
              <a:xfrm>
                <a:off x="2443" y="880"/>
                <a:ext cx="22" cy="2"/>
              </a:xfrm>
              <a:custGeom>
                <a:avLst/>
                <a:gdLst>
                  <a:gd name="T0" fmla="*/ 19 w 19"/>
                  <a:gd name="T1" fmla="*/ 2 h 2"/>
                  <a:gd name="T2" fmla="*/ 12 w 19"/>
                  <a:gd name="T3" fmla="*/ 0 h 2"/>
                  <a:gd name="T4" fmla="*/ 5 w 19"/>
                  <a:gd name="T5" fmla="*/ 0 h 2"/>
                  <a:gd name="T6" fmla="*/ 0 w 19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19" y="2"/>
                    </a:move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49" name="Line 1455"/>
              <p:cNvSpPr>
                <a:spLocks noChangeShapeType="1"/>
              </p:cNvSpPr>
              <p:nvPr userDrawn="1"/>
            </p:nvSpPr>
            <p:spPr bwMode="gray">
              <a:xfrm>
                <a:off x="2459" y="873"/>
                <a:ext cx="31" cy="1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50" name="Line 1456"/>
              <p:cNvSpPr>
                <a:spLocks noChangeShapeType="1"/>
              </p:cNvSpPr>
              <p:nvPr userDrawn="1"/>
            </p:nvSpPr>
            <p:spPr bwMode="gray">
              <a:xfrm>
                <a:off x="2463" y="882"/>
                <a:ext cx="28" cy="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51" name="Line 1457"/>
              <p:cNvSpPr>
                <a:spLocks noChangeShapeType="1"/>
              </p:cNvSpPr>
              <p:nvPr userDrawn="1"/>
            </p:nvSpPr>
            <p:spPr bwMode="gray">
              <a:xfrm flipH="1" flipV="1">
                <a:off x="2454" y="873"/>
                <a:ext cx="36" cy="1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52" name="Freeform 1458"/>
              <p:cNvSpPr>
                <a:spLocks/>
              </p:cNvSpPr>
              <p:nvPr userDrawn="1"/>
            </p:nvSpPr>
            <p:spPr bwMode="gray">
              <a:xfrm>
                <a:off x="2454" y="873"/>
                <a:ext cx="8" cy="9"/>
              </a:xfrm>
              <a:custGeom>
                <a:avLst/>
                <a:gdLst>
                  <a:gd name="T0" fmla="*/ 0 w 8"/>
                  <a:gd name="T1" fmla="*/ 0 h 9"/>
                  <a:gd name="T2" fmla="*/ 3 w 8"/>
                  <a:gd name="T3" fmla="*/ 0 h 9"/>
                  <a:gd name="T4" fmla="*/ 5 w 8"/>
                  <a:gd name="T5" fmla="*/ 0 h 9"/>
                  <a:gd name="T6" fmla="*/ 7 w 8"/>
                  <a:gd name="T7" fmla="*/ 2 h 9"/>
                  <a:gd name="T8" fmla="*/ 7 w 8"/>
                  <a:gd name="T9" fmla="*/ 5 h 9"/>
                  <a:gd name="T10" fmla="*/ 8 w 8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7" y="2"/>
                    </a:lnTo>
                    <a:lnTo>
                      <a:pt x="7" y="5"/>
                    </a:lnTo>
                    <a:lnTo>
                      <a:pt x="8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53" name="Freeform 1459"/>
              <p:cNvSpPr>
                <a:spLocks/>
              </p:cNvSpPr>
              <p:nvPr userDrawn="1"/>
            </p:nvSpPr>
            <p:spPr bwMode="gray">
              <a:xfrm>
                <a:off x="2364" y="909"/>
                <a:ext cx="13" cy="10"/>
              </a:xfrm>
              <a:custGeom>
                <a:avLst/>
                <a:gdLst>
                  <a:gd name="T0" fmla="*/ 0 w 11"/>
                  <a:gd name="T1" fmla="*/ 10 h 10"/>
                  <a:gd name="T2" fmla="*/ 2 w 11"/>
                  <a:gd name="T3" fmla="*/ 5 h 10"/>
                  <a:gd name="T4" fmla="*/ 4 w 11"/>
                  <a:gd name="T5" fmla="*/ 1 h 10"/>
                  <a:gd name="T6" fmla="*/ 6 w 11"/>
                  <a:gd name="T7" fmla="*/ 0 h 10"/>
                  <a:gd name="T8" fmla="*/ 9 w 11"/>
                  <a:gd name="T9" fmla="*/ 0 h 10"/>
                  <a:gd name="T10" fmla="*/ 11 w 11"/>
                  <a:gd name="T11" fmla="*/ 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10">
                    <a:moveTo>
                      <a:pt x="0" y="10"/>
                    </a:moveTo>
                    <a:lnTo>
                      <a:pt x="2" y="5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54" name="Line 1460"/>
              <p:cNvSpPr>
                <a:spLocks noChangeShapeType="1"/>
              </p:cNvSpPr>
              <p:nvPr userDrawn="1"/>
            </p:nvSpPr>
            <p:spPr bwMode="gray">
              <a:xfrm flipV="1">
                <a:off x="2289" y="874"/>
                <a:ext cx="158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55" name="Line 1461"/>
              <p:cNvSpPr>
                <a:spLocks noChangeShapeType="1"/>
              </p:cNvSpPr>
              <p:nvPr userDrawn="1"/>
            </p:nvSpPr>
            <p:spPr bwMode="gray">
              <a:xfrm flipV="1">
                <a:off x="2286" y="882"/>
                <a:ext cx="157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56" name="Freeform 1462"/>
              <p:cNvSpPr>
                <a:spLocks/>
              </p:cNvSpPr>
              <p:nvPr userDrawn="1"/>
            </p:nvSpPr>
            <p:spPr bwMode="gray">
              <a:xfrm>
                <a:off x="2443" y="873"/>
                <a:ext cx="13" cy="9"/>
              </a:xfrm>
              <a:custGeom>
                <a:avLst/>
                <a:gdLst>
                  <a:gd name="T0" fmla="*/ 0 w 11"/>
                  <a:gd name="T1" fmla="*/ 9 h 9"/>
                  <a:gd name="T2" fmla="*/ 0 w 11"/>
                  <a:gd name="T3" fmla="*/ 5 h 9"/>
                  <a:gd name="T4" fmla="*/ 2 w 11"/>
                  <a:gd name="T5" fmla="*/ 3 h 9"/>
                  <a:gd name="T6" fmla="*/ 4 w 11"/>
                  <a:gd name="T7" fmla="*/ 0 h 9"/>
                  <a:gd name="T8" fmla="*/ 7 w 11"/>
                  <a:gd name="T9" fmla="*/ 0 h 9"/>
                  <a:gd name="T10" fmla="*/ 11 w 11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9">
                    <a:moveTo>
                      <a:pt x="0" y="9"/>
                    </a:moveTo>
                    <a:lnTo>
                      <a:pt x="0" y="5"/>
                    </a:lnTo>
                    <a:lnTo>
                      <a:pt x="2" y="3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57" name="Line 1463"/>
              <p:cNvSpPr>
                <a:spLocks noChangeShapeType="1"/>
              </p:cNvSpPr>
              <p:nvPr userDrawn="1"/>
            </p:nvSpPr>
            <p:spPr bwMode="gray">
              <a:xfrm flipH="1">
                <a:off x="2298" y="873"/>
                <a:ext cx="158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58" name="Freeform 1464"/>
              <p:cNvSpPr>
                <a:spLocks/>
              </p:cNvSpPr>
              <p:nvPr userDrawn="1"/>
            </p:nvSpPr>
            <p:spPr bwMode="gray">
              <a:xfrm>
                <a:off x="2286" y="948"/>
                <a:ext cx="13" cy="9"/>
              </a:xfrm>
              <a:custGeom>
                <a:avLst/>
                <a:gdLst>
                  <a:gd name="T0" fmla="*/ 10 w 10"/>
                  <a:gd name="T1" fmla="*/ 0 h 9"/>
                  <a:gd name="T2" fmla="*/ 7 w 10"/>
                  <a:gd name="T3" fmla="*/ 0 h 9"/>
                  <a:gd name="T4" fmla="*/ 5 w 10"/>
                  <a:gd name="T5" fmla="*/ 0 h 9"/>
                  <a:gd name="T6" fmla="*/ 3 w 10"/>
                  <a:gd name="T7" fmla="*/ 2 h 9"/>
                  <a:gd name="T8" fmla="*/ 0 w 10"/>
                  <a:gd name="T9" fmla="*/ 5 h 9"/>
                  <a:gd name="T10" fmla="*/ 0 w 10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10" y="0"/>
                    </a:moveTo>
                    <a:lnTo>
                      <a:pt x="7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59" name="Freeform 1465"/>
              <p:cNvSpPr>
                <a:spLocks/>
              </p:cNvSpPr>
              <p:nvPr userDrawn="1"/>
            </p:nvSpPr>
            <p:spPr bwMode="gray">
              <a:xfrm>
                <a:off x="2483" y="1001"/>
                <a:ext cx="11" cy="8"/>
              </a:xfrm>
              <a:custGeom>
                <a:avLst/>
                <a:gdLst>
                  <a:gd name="T0" fmla="*/ 0 w 11"/>
                  <a:gd name="T1" fmla="*/ 8 h 8"/>
                  <a:gd name="T2" fmla="*/ 4 w 11"/>
                  <a:gd name="T3" fmla="*/ 8 h 8"/>
                  <a:gd name="T4" fmla="*/ 7 w 11"/>
                  <a:gd name="T5" fmla="*/ 8 h 8"/>
                  <a:gd name="T6" fmla="*/ 9 w 11"/>
                  <a:gd name="T7" fmla="*/ 5 h 8"/>
                  <a:gd name="T8" fmla="*/ 11 w 11"/>
                  <a:gd name="T9" fmla="*/ 3 h 8"/>
                  <a:gd name="T10" fmla="*/ 11 w 11"/>
                  <a:gd name="T11" fmla="*/ 0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8">
                    <a:moveTo>
                      <a:pt x="0" y="8"/>
                    </a:moveTo>
                    <a:lnTo>
                      <a:pt x="4" y="8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11" y="3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60" name="Line 1466"/>
              <p:cNvSpPr>
                <a:spLocks noChangeShapeType="1"/>
              </p:cNvSpPr>
              <p:nvPr userDrawn="1"/>
            </p:nvSpPr>
            <p:spPr bwMode="gray">
              <a:xfrm flipH="1">
                <a:off x="2494" y="1018"/>
                <a:ext cx="14" cy="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61" name="Freeform 1467"/>
              <p:cNvSpPr>
                <a:spLocks/>
              </p:cNvSpPr>
              <p:nvPr userDrawn="1"/>
            </p:nvSpPr>
            <p:spPr bwMode="gray">
              <a:xfrm>
                <a:off x="2494" y="1016"/>
                <a:ext cx="13" cy="9"/>
              </a:xfrm>
              <a:custGeom>
                <a:avLst/>
                <a:gdLst>
                  <a:gd name="T0" fmla="*/ 0 w 10"/>
                  <a:gd name="T1" fmla="*/ 9 h 9"/>
                  <a:gd name="T2" fmla="*/ 2 w 10"/>
                  <a:gd name="T3" fmla="*/ 6 h 9"/>
                  <a:gd name="T4" fmla="*/ 2 w 10"/>
                  <a:gd name="T5" fmla="*/ 2 h 9"/>
                  <a:gd name="T6" fmla="*/ 5 w 10"/>
                  <a:gd name="T7" fmla="*/ 0 h 9"/>
                  <a:gd name="T8" fmla="*/ 7 w 10"/>
                  <a:gd name="T9" fmla="*/ 0 h 9"/>
                  <a:gd name="T10" fmla="*/ 10 w 10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0" y="9"/>
                    </a:moveTo>
                    <a:lnTo>
                      <a:pt x="2" y="6"/>
                    </a:lnTo>
                    <a:lnTo>
                      <a:pt x="2" y="2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62" name="Freeform 1468"/>
              <p:cNvSpPr>
                <a:spLocks/>
              </p:cNvSpPr>
              <p:nvPr userDrawn="1"/>
            </p:nvSpPr>
            <p:spPr bwMode="gray">
              <a:xfrm>
                <a:off x="2906" y="2029"/>
                <a:ext cx="20" cy="4"/>
              </a:xfrm>
              <a:custGeom>
                <a:avLst/>
                <a:gdLst>
                  <a:gd name="T0" fmla="*/ 20 w 20"/>
                  <a:gd name="T1" fmla="*/ 2 h 3"/>
                  <a:gd name="T2" fmla="*/ 16 w 20"/>
                  <a:gd name="T3" fmla="*/ 0 h 3"/>
                  <a:gd name="T4" fmla="*/ 11 w 20"/>
                  <a:gd name="T5" fmla="*/ 0 h 3"/>
                  <a:gd name="T6" fmla="*/ 6 w 20"/>
                  <a:gd name="T7" fmla="*/ 2 h 3"/>
                  <a:gd name="T8" fmla="*/ 0 w 20"/>
                  <a:gd name="T9" fmla="*/ 3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3">
                    <a:moveTo>
                      <a:pt x="20" y="2"/>
                    </a:moveTo>
                    <a:lnTo>
                      <a:pt x="16" y="0"/>
                    </a:lnTo>
                    <a:lnTo>
                      <a:pt x="11" y="0"/>
                    </a:lnTo>
                    <a:lnTo>
                      <a:pt x="6" y="2"/>
                    </a:lnTo>
                    <a:lnTo>
                      <a:pt x="0" y="3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63" name="Line 1469"/>
              <p:cNvSpPr>
                <a:spLocks noChangeShapeType="1"/>
              </p:cNvSpPr>
              <p:nvPr userDrawn="1"/>
            </p:nvSpPr>
            <p:spPr bwMode="gray">
              <a:xfrm flipV="1">
                <a:off x="2915" y="1920"/>
                <a:ext cx="2" cy="21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64" name="Line 1470"/>
              <p:cNvSpPr>
                <a:spLocks noChangeShapeType="1"/>
              </p:cNvSpPr>
              <p:nvPr userDrawn="1"/>
            </p:nvSpPr>
            <p:spPr bwMode="gray">
              <a:xfrm flipV="1">
                <a:off x="2926" y="1922"/>
                <a:ext cx="1" cy="21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65" name="Freeform 1471"/>
              <p:cNvSpPr>
                <a:spLocks/>
              </p:cNvSpPr>
              <p:nvPr userDrawn="1"/>
            </p:nvSpPr>
            <p:spPr bwMode="gray">
              <a:xfrm>
                <a:off x="2908" y="1920"/>
                <a:ext cx="19" cy="4"/>
              </a:xfrm>
              <a:custGeom>
                <a:avLst/>
                <a:gdLst>
                  <a:gd name="T0" fmla="*/ 19 w 19"/>
                  <a:gd name="T1" fmla="*/ 2 h 4"/>
                  <a:gd name="T2" fmla="*/ 14 w 19"/>
                  <a:gd name="T3" fmla="*/ 0 h 4"/>
                  <a:gd name="T4" fmla="*/ 9 w 19"/>
                  <a:gd name="T5" fmla="*/ 0 h 4"/>
                  <a:gd name="T6" fmla="*/ 4 w 19"/>
                  <a:gd name="T7" fmla="*/ 2 h 4"/>
                  <a:gd name="T8" fmla="*/ 0 w 19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19" y="2"/>
                    </a:moveTo>
                    <a:lnTo>
                      <a:pt x="14" y="0"/>
                    </a:lnTo>
                    <a:lnTo>
                      <a:pt x="9" y="0"/>
                    </a:lnTo>
                    <a:lnTo>
                      <a:pt x="4" y="2"/>
                    </a:lnTo>
                    <a:lnTo>
                      <a:pt x="0" y="4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66" name="Line 1472"/>
              <p:cNvSpPr>
                <a:spLocks noChangeShapeType="1"/>
              </p:cNvSpPr>
              <p:nvPr userDrawn="1"/>
            </p:nvSpPr>
            <p:spPr bwMode="gray">
              <a:xfrm flipH="1">
                <a:off x="2906" y="1924"/>
                <a:ext cx="2" cy="21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67" name="Freeform 1473"/>
              <p:cNvSpPr>
                <a:spLocks/>
              </p:cNvSpPr>
              <p:nvPr userDrawn="1"/>
            </p:nvSpPr>
            <p:spPr bwMode="gray">
              <a:xfrm>
                <a:off x="2906" y="2136"/>
                <a:ext cx="20" cy="3"/>
              </a:xfrm>
              <a:custGeom>
                <a:avLst/>
                <a:gdLst>
                  <a:gd name="T0" fmla="*/ 20 w 20"/>
                  <a:gd name="T1" fmla="*/ 1 h 3"/>
                  <a:gd name="T2" fmla="*/ 14 w 20"/>
                  <a:gd name="T3" fmla="*/ 1 h 3"/>
                  <a:gd name="T4" fmla="*/ 11 w 20"/>
                  <a:gd name="T5" fmla="*/ 0 h 3"/>
                  <a:gd name="T6" fmla="*/ 6 w 20"/>
                  <a:gd name="T7" fmla="*/ 1 h 3"/>
                  <a:gd name="T8" fmla="*/ 0 w 20"/>
                  <a:gd name="T9" fmla="*/ 3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3">
                    <a:moveTo>
                      <a:pt x="20" y="1"/>
                    </a:moveTo>
                    <a:lnTo>
                      <a:pt x="14" y="1"/>
                    </a:lnTo>
                    <a:lnTo>
                      <a:pt x="11" y="0"/>
                    </a:lnTo>
                    <a:lnTo>
                      <a:pt x="6" y="1"/>
                    </a:lnTo>
                    <a:lnTo>
                      <a:pt x="0" y="3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68" name="Freeform 1474"/>
              <p:cNvSpPr>
                <a:spLocks/>
              </p:cNvSpPr>
              <p:nvPr userDrawn="1"/>
            </p:nvSpPr>
            <p:spPr bwMode="gray">
              <a:xfrm>
                <a:off x="2999" y="1933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0 w 9"/>
                  <a:gd name="T3" fmla="*/ 12 h 17"/>
                  <a:gd name="T4" fmla="*/ 2 w 9"/>
                  <a:gd name="T5" fmla="*/ 7 h 17"/>
                  <a:gd name="T6" fmla="*/ 5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0" y="12"/>
                    </a:lnTo>
                    <a:lnTo>
                      <a:pt x="2" y="7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69" name="Line 1475"/>
              <p:cNvSpPr>
                <a:spLocks noChangeShapeType="1"/>
              </p:cNvSpPr>
              <p:nvPr userDrawn="1"/>
            </p:nvSpPr>
            <p:spPr bwMode="gray">
              <a:xfrm>
                <a:off x="2924" y="1910"/>
                <a:ext cx="203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70" name="Line 1476"/>
              <p:cNvSpPr>
                <a:spLocks noChangeShapeType="1"/>
              </p:cNvSpPr>
              <p:nvPr userDrawn="1"/>
            </p:nvSpPr>
            <p:spPr bwMode="gray">
              <a:xfrm>
                <a:off x="2927" y="1922"/>
                <a:ext cx="196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71" name="Freeform 1477"/>
              <p:cNvSpPr>
                <a:spLocks/>
              </p:cNvSpPr>
              <p:nvPr userDrawn="1"/>
            </p:nvSpPr>
            <p:spPr bwMode="gray">
              <a:xfrm>
                <a:off x="3123" y="1979"/>
                <a:ext cx="9" cy="18"/>
              </a:xfrm>
              <a:custGeom>
                <a:avLst/>
                <a:gdLst>
                  <a:gd name="T0" fmla="*/ 0 w 9"/>
                  <a:gd name="T1" fmla="*/ 18 h 18"/>
                  <a:gd name="T2" fmla="*/ 2 w 9"/>
                  <a:gd name="T3" fmla="*/ 12 h 18"/>
                  <a:gd name="T4" fmla="*/ 4 w 9"/>
                  <a:gd name="T5" fmla="*/ 9 h 18"/>
                  <a:gd name="T6" fmla="*/ 6 w 9"/>
                  <a:gd name="T7" fmla="*/ 4 h 18"/>
                  <a:gd name="T8" fmla="*/ 9 w 9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0" y="18"/>
                    </a:moveTo>
                    <a:lnTo>
                      <a:pt x="2" y="12"/>
                    </a:lnTo>
                    <a:lnTo>
                      <a:pt x="4" y="9"/>
                    </a:lnTo>
                    <a:lnTo>
                      <a:pt x="6" y="4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72" name="Line 1478"/>
              <p:cNvSpPr>
                <a:spLocks noChangeShapeType="1"/>
              </p:cNvSpPr>
              <p:nvPr userDrawn="1"/>
            </p:nvSpPr>
            <p:spPr bwMode="gray">
              <a:xfrm flipH="1" flipV="1">
                <a:off x="2924" y="1901"/>
                <a:ext cx="208" cy="7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73" name="Freeform 1479"/>
              <p:cNvSpPr>
                <a:spLocks/>
              </p:cNvSpPr>
              <p:nvPr userDrawn="1"/>
            </p:nvSpPr>
            <p:spPr bwMode="gray">
              <a:xfrm>
                <a:off x="2924" y="1901"/>
                <a:ext cx="3" cy="21"/>
              </a:xfrm>
              <a:custGeom>
                <a:avLst/>
                <a:gdLst>
                  <a:gd name="T0" fmla="*/ 3 w 3"/>
                  <a:gd name="T1" fmla="*/ 21 h 21"/>
                  <a:gd name="T2" fmla="*/ 0 w 3"/>
                  <a:gd name="T3" fmla="*/ 14 h 21"/>
                  <a:gd name="T4" fmla="*/ 0 w 3"/>
                  <a:gd name="T5" fmla="*/ 7 h 21"/>
                  <a:gd name="T6" fmla="*/ 0 w 3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" h="21">
                    <a:moveTo>
                      <a:pt x="3" y="21"/>
                    </a:moveTo>
                    <a:lnTo>
                      <a:pt x="0" y="14"/>
                    </a:lnTo>
                    <a:lnTo>
                      <a:pt x="0" y="7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74" name="Freeform 1480"/>
              <p:cNvSpPr>
                <a:spLocks/>
              </p:cNvSpPr>
              <p:nvPr userDrawn="1"/>
            </p:nvSpPr>
            <p:spPr bwMode="gray">
              <a:xfrm>
                <a:off x="3123" y="2104"/>
                <a:ext cx="21" cy="2"/>
              </a:xfrm>
              <a:custGeom>
                <a:avLst/>
                <a:gdLst>
                  <a:gd name="T0" fmla="*/ 0 w 21"/>
                  <a:gd name="T1" fmla="*/ 2 h 2"/>
                  <a:gd name="T2" fmla="*/ 5 w 21"/>
                  <a:gd name="T3" fmla="*/ 2 h 2"/>
                  <a:gd name="T4" fmla="*/ 10 w 21"/>
                  <a:gd name="T5" fmla="*/ 2 h 2"/>
                  <a:gd name="T6" fmla="*/ 15 w 21"/>
                  <a:gd name="T7" fmla="*/ 2 h 2"/>
                  <a:gd name="T8" fmla="*/ 21 w 2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">
                    <a:moveTo>
                      <a:pt x="0" y="2"/>
                    </a:moveTo>
                    <a:lnTo>
                      <a:pt x="5" y="2"/>
                    </a:lnTo>
                    <a:lnTo>
                      <a:pt x="10" y="2"/>
                    </a:lnTo>
                    <a:lnTo>
                      <a:pt x="15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75" name="Line 1481"/>
              <p:cNvSpPr>
                <a:spLocks noChangeShapeType="1"/>
              </p:cNvSpPr>
              <p:nvPr userDrawn="1"/>
            </p:nvSpPr>
            <p:spPr bwMode="gray">
              <a:xfrm flipH="1">
                <a:off x="3130" y="1997"/>
                <a:ext cx="4" cy="21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76" name="Line 1482"/>
              <p:cNvSpPr>
                <a:spLocks noChangeShapeType="1"/>
              </p:cNvSpPr>
              <p:nvPr userDrawn="1"/>
            </p:nvSpPr>
            <p:spPr bwMode="gray">
              <a:xfrm flipH="1">
                <a:off x="3123" y="1996"/>
                <a:ext cx="1" cy="21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77" name="Freeform 1483"/>
              <p:cNvSpPr>
                <a:spLocks/>
              </p:cNvSpPr>
              <p:nvPr userDrawn="1"/>
            </p:nvSpPr>
            <p:spPr bwMode="gray">
              <a:xfrm>
                <a:off x="3123" y="2214"/>
                <a:ext cx="19" cy="3"/>
              </a:xfrm>
              <a:custGeom>
                <a:avLst/>
                <a:gdLst>
                  <a:gd name="T0" fmla="*/ 0 w 19"/>
                  <a:gd name="T1" fmla="*/ 0 h 3"/>
                  <a:gd name="T2" fmla="*/ 3 w 19"/>
                  <a:gd name="T3" fmla="*/ 1 h 3"/>
                  <a:gd name="T4" fmla="*/ 8 w 19"/>
                  <a:gd name="T5" fmla="*/ 3 h 3"/>
                  <a:gd name="T6" fmla="*/ 14 w 19"/>
                  <a:gd name="T7" fmla="*/ 1 h 3"/>
                  <a:gd name="T8" fmla="*/ 19 w 19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">
                    <a:moveTo>
                      <a:pt x="0" y="0"/>
                    </a:moveTo>
                    <a:lnTo>
                      <a:pt x="3" y="1"/>
                    </a:lnTo>
                    <a:lnTo>
                      <a:pt x="8" y="3"/>
                    </a:lnTo>
                    <a:lnTo>
                      <a:pt x="14" y="1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78" name="Line 1484"/>
              <p:cNvSpPr>
                <a:spLocks noChangeShapeType="1"/>
              </p:cNvSpPr>
              <p:nvPr userDrawn="1"/>
            </p:nvSpPr>
            <p:spPr bwMode="gray">
              <a:xfrm flipV="1">
                <a:off x="3141" y="1994"/>
                <a:ext cx="2" cy="22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79" name="Freeform 1485"/>
              <p:cNvSpPr>
                <a:spLocks/>
              </p:cNvSpPr>
              <p:nvPr userDrawn="1"/>
            </p:nvSpPr>
            <p:spPr bwMode="gray">
              <a:xfrm>
                <a:off x="3123" y="1994"/>
                <a:ext cx="20" cy="4"/>
              </a:xfrm>
              <a:custGeom>
                <a:avLst/>
                <a:gdLst>
                  <a:gd name="T0" fmla="*/ 0 w 20"/>
                  <a:gd name="T1" fmla="*/ 2 h 3"/>
                  <a:gd name="T2" fmla="*/ 6 w 20"/>
                  <a:gd name="T3" fmla="*/ 3 h 3"/>
                  <a:gd name="T4" fmla="*/ 11 w 20"/>
                  <a:gd name="T5" fmla="*/ 3 h 3"/>
                  <a:gd name="T6" fmla="*/ 16 w 20"/>
                  <a:gd name="T7" fmla="*/ 3 h 3"/>
                  <a:gd name="T8" fmla="*/ 20 w 20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3">
                    <a:moveTo>
                      <a:pt x="0" y="2"/>
                    </a:moveTo>
                    <a:lnTo>
                      <a:pt x="6" y="3"/>
                    </a:lnTo>
                    <a:lnTo>
                      <a:pt x="11" y="3"/>
                    </a:lnTo>
                    <a:lnTo>
                      <a:pt x="16" y="3"/>
                    </a:lnTo>
                    <a:lnTo>
                      <a:pt x="2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80" name="Freeform 1486"/>
              <p:cNvSpPr>
                <a:spLocks/>
              </p:cNvSpPr>
              <p:nvPr userDrawn="1"/>
            </p:nvSpPr>
            <p:spPr bwMode="gray">
              <a:xfrm>
                <a:off x="2997" y="2165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4 h 9"/>
                  <a:gd name="T4" fmla="*/ 2 w 9"/>
                  <a:gd name="T5" fmla="*/ 7 h 9"/>
                  <a:gd name="T6" fmla="*/ 4 w 9"/>
                  <a:gd name="T7" fmla="*/ 9 h 9"/>
                  <a:gd name="T8" fmla="*/ 7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4"/>
                    </a:lnTo>
                    <a:lnTo>
                      <a:pt x="2" y="7"/>
                    </a:lnTo>
                    <a:lnTo>
                      <a:pt x="4" y="9"/>
                    </a:lnTo>
                    <a:lnTo>
                      <a:pt x="7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81" name="Line 1487"/>
              <p:cNvSpPr>
                <a:spLocks noChangeShapeType="1"/>
              </p:cNvSpPr>
              <p:nvPr userDrawn="1"/>
            </p:nvSpPr>
            <p:spPr bwMode="gray">
              <a:xfrm flipH="1" flipV="1">
                <a:off x="2923" y="2144"/>
                <a:ext cx="201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82" name="Line 1488"/>
              <p:cNvSpPr>
                <a:spLocks noChangeShapeType="1"/>
              </p:cNvSpPr>
              <p:nvPr userDrawn="1"/>
            </p:nvSpPr>
            <p:spPr bwMode="gray">
              <a:xfrm flipH="1" flipV="1">
                <a:off x="2926" y="2137"/>
                <a:ext cx="196" cy="7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83" name="Freeform 1489"/>
              <p:cNvSpPr>
                <a:spLocks/>
              </p:cNvSpPr>
              <p:nvPr userDrawn="1"/>
            </p:nvSpPr>
            <p:spPr bwMode="gray">
              <a:xfrm>
                <a:off x="2923" y="2137"/>
                <a:ext cx="4" cy="6"/>
              </a:xfrm>
              <a:custGeom>
                <a:avLst/>
                <a:gdLst>
                  <a:gd name="T0" fmla="*/ 4 w 4"/>
                  <a:gd name="T1" fmla="*/ 0 h 6"/>
                  <a:gd name="T2" fmla="*/ 2 w 4"/>
                  <a:gd name="T3" fmla="*/ 2 h 6"/>
                  <a:gd name="T4" fmla="*/ 2 w 4"/>
                  <a:gd name="T5" fmla="*/ 4 h 6"/>
                  <a:gd name="T6" fmla="*/ 2 w 4"/>
                  <a:gd name="T7" fmla="*/ 6 h 6"/>
                  <a:gd name="T8" fmla="*/ 0 w 4"/>
                  <a:gd name="T9" fmla="*/ 6 h 6"/>
                  <a:gd name="T10" fmla="*/ 0 w 4"/>
                  <a:gd name="T11" fmla="*/ 6 h 6"/>
                  <a:gd name="T12" fmla="*/ 2 w 4"/>
                  <a:gd name="T13" fmla="*/ 4 h 6"/>
                  <a:gd name="T14" fmla="*/ 2 w 4"/>
                  <a:gd name="T15" fmla="*/ 4 h 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2" y="4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84" name="Line 1490"/>
              <p:cNvSpPr>
                <a:spLocks noChangeShapeType="1"/>
              </p:cNvSpPr>
              <p:nvPr userDrawn="1"/>
            </p:nvSpPr>
            <p:spPr bwMode="gray">
              <a:xfrm>
                <a:off x="2924" y="2141"/>
                <a:ext cx="204" cy="7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85" name="Freeform 1491"/>
              <p:cNvSpPr>
                <a:spLocks/>
              </p:cNvSpPr>
              <p:nvPr userDrawn="1"/>
            </p:nvSpPr>
            <p:spPr bwMode="gray">
              <a:xfrm>
                <a:off x="3123" y="2214"/>
                <a:ext cx="4" cy="8"/>
              </a:xfrm>
              <a:custGeom>
                <a:avLst/>
                <a:gdLst>
                  <a:gd name="T0" fmla="*/ 7 w 7"/>
                  <a:gd name="T1" fmla="*/ 7 h 8"/>
                  <a:gd name="T2" fmla="*/ 5 w 7"/>
                  <a:gd name="T3" fmla="*/ 8 h 8"/>
                  <a:gd name="T4" fmla="*/ 1 w 7"/>
                  <a:gd name="T5" fmla="*/ 8 h 8"/>
                  <a:gd name="T6" fmla="*/ 0 w 7"/>
                  <a:gd name="T7" fmla="*/ 7 h 8"/>
                  <a:gd name="T8" fmla="*/ 0 w 7"/>
                  <a:gd name="T9" fmla="*/ 3 h 8"/>
                  <a:gd name="T10" fmla="*/ 0 w 7"/>
                  <a:gd name="T11" fmla="*/ 0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8">
                    <a:moveTo>
                      <a:pt x="7" y="7"/>
                    </a:moveTo>
                    <a:lnTo>
                      <a:pt x="5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86" name="Freeform 1492"/>
              <p:cNvSpPr>
                <a:spLocks/>
              </p:cNvSpPr>
              <p:nvPr userDrawn="1"/>
            </p:nvSpPr>
            <p:spPr bwMode="gray">
              <a:xfrm>
                <a:off x="2782" y="1924"/>
                <a:ext cx="7" cy="16"/>
              </a:xfrm>
              <a:custGeom>
                <a:avLst/>
                <a:gdLst>
                  <a:gd name="T0" fmla="*/ 7 w 7"/>
                  <a:gd name="T1" fmla="*/ 0 h 16"/>
                  <a:gd name="T2" fmla="*/ 7 w 7"/>
                  <a:gd name="T3" fmla="*/ 3 h 16"/>
                  <a:gd name="T4" fmla="*/ 6 w 7"/>
                  <a:gd name="T5" fmla="*/ 9 h 16"/>
                  <a:gd name="T6" fmla="*/ 4 w 7"/>
                  <a:gd name="T7" fmla="*/ 12 h 16"/>
                  <a:gd name="T8" fmla="*/ 0 w 7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16">
                    <a:moveTo>
                      <a:pt x="7" y="0"/>
                    </a:moveTo>
                    <a:lnTo>
                      <a:pt x="7" y="3"/>
                    </a:lnTo>
                    <a:lnTo>
                      <a:pt x="6" y="9"/>
                    </a:lnTo>
                    <a:lnTo>
                      <a:pt x="4" y="12"/>
                    </a:lnTo>
                    <a:lnTo>
                      <a:pt x="0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87" name="Line 1493"/>
              <p:cNvSpPr>
                <a:spLocks noChangeShapeType="1"/>
              </p:cNvSpPr>
              <p:nvPr userDrawn="1"/>
            </p:nvSpPr>
            <p:spPr bwMode="gray">
              <a:xfrm flipH="1">
                <a:off x="3290" y="2040"/>
                <a:ext cx="1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88" name="Line 1494"/>
              <p:cNvSpPr>
                <a:spLocks noChangeShapeType="1"/>
              </p:cNvSpPr>
              <p:nvPr userDrawn="1"/>
            </p:nvSpPr>
            <p:spPr bwMode="gray">
              <a:xfrm>
                <a:off x="3284" y="2038"/>
                <a:ext cx="1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89" name="Freeform 1495"/>
              <p:cNvSpPr>
                <a:spLocks/>
              </p:cNvSpPr>
              <p:nvPr userDrawn="1"/>
            </p:nvSpPr>
            <p:spPr bwMode="gray">
              <a:xfrm>
                <a:off x="3284" y="2109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2 w 6"/>
                  <a:gd name="T3" fmla="*/ 1 h 10"/>
                  <a:gd name="T4" fmla="*/ 6 w 6"/>
                  <a:gd name="T5" fmla="*/ 5 h 10"/>
                  <a:gd name="T6" fmla="*/ 6 w 6"/>
                  <a:gd name="T7" fmla="*/ 7 h 10"/>
                  <a:gd name="T8" fmla="*/ 2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2" y="1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2" y="1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90" name="Line 1496"/>
              <p:cNvSpPr>
                <a:spLocks noChangeShapeType="1"/>
              </p:cNvSpPr>
              <p:nvPr userDrawn="1"/>
            </p:nvSpPr>
            <p:spPr bwMode="gray">
              <a:xfrm flipV="1">
                <a:off x="3286" y="2038"/>
                <a:ext cx="4" cy="8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91" name="Freeform 1497"/>
              <p:cNvSpPr>
                <a:spLocks/>
              </p:cNvSpPr>
              <p:nvPr userDrawn="1"/>
            </p:nvSpPr>
            <p:spPr bwMode="gray">
              <a:xfrm>
                <a:off x="3276" y="2109"/>
                <a:ext cx="8" cy="13"/>
              </a:xfrm>
              <a:custGeom>
                <a:avLst/>
                <a:gdLst>
                  <a:gd name="T0" fmla="*/ 0 w 8"/>
                  <a:gd name="T1" fmla="*/ 17 h 17"/>
                  <a:gd name="T2" fmla="*/ 3 w 8"/>
                  <a:gd name="T3" fmla="*/ 14 h 17"/>
                  <a:gd name="T4" fmla="*/ 7 w 8"/>
                  <a:gd name="T5" fmla="*/ 10 h 17"/>
                  <a:gd name="T6" fmla="*/ 7 w 8"/>
                  <a:gd name="T7" fmla="*/ 5 h 17"/>
                  <a:gd name="T8" fmla="*/ 8 w 8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lnTo>
                      <a:pt x="3" y="14"/>
                    </a:lnTo>
                    <a:lnTo>
                      <a:pt x="7" y="10"/>
                    </a:lnTo>
                    <a:lnTo>
                      <a:pt x="7" y="5"/>
                    </a:lnTo>
                    <a:lnTo>
                      <a:pt x="8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92" name="Freeform 1498"/>
              <p:cNvSpPr>
                <a:spLocks/>
              </p:cNvSpPr>
              <p:nvPr userDrawn="1"/>
            </p:nvSpPr>
            <p:spPr bwMode="gray">
              <a:xfrm>
                <a:off x="3202" y="2165"/>
                <a:ext cx="12" cy="7"/>
              </a:xfrm>
              <a:custGeom>
                <a:avLst/>
                <a:gdLst>
                  <a:gd name="T0" fmla="*/ 12 w 12"/>
                  <a:gd name="T1" fmla="*/ 0 h 7"/>
                  <a:gd name="T2" fmla="*/ 11 w 12"/>
                  <a:gd name="T3" fmla="*/ 4 h 7"/>
                  <a:gd name="T4" fmla="*/ 9 w 12"/>
                  <a:gd name="T5" fmla="*/ 7 h 7"/>
                  <a:gd name="T6" fmla="*/ 5 w 12"/>
                  <a:gd name="T7" fmla="*/ 7 h 7"/>
                  <a:gd name="T8" fmla="*/ 0 w 12"/>
                  <a:gd name="T9" fmla="*/ 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7">
                    <a:moveTo>
                      <a:pt x="12" y="0"/>
                    </a:moveTo>
                    <a:lnTo>
                      <a:pt x="11" y="4"/>
                    </a:lnTo>
                    <a:lnTo>
                      <a:pt x="9" y="7"/>
                    </a:lnTo>
                    <a:lnTo>
                      <a:pt x="5" y="7"/>
                    </a:lnTo>
                    <a:lnTo>
                      <a:pt x="0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93" name="Line 1499"/>
              <p:cNvSpPr>
                <a:spLocks noChangeShapeType="1"/>
              </p:cNvSpPr>
              <p:nvPr userDrawn="1"/>
            </p:nvSpPr>
            <p:spPr bwMode="gray">
              <a:xfrm flipV="1">
                <a:off x="3137" y="2125"/>
                <a:ext cx="146" cy="9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94" name="Line 1500"/>
              <p:cNvSpPr>
                <a:spLocks noChangeShapeType="1"/>
              </p:cNvSpPr>
              <p:nvPr userDrawn="1"/>
            </p:nvSpPr>
            <p:spPr bwMode="gray">
              <a:xfrm flipV="1">
                <a:off x="3141" y="2118"/>
                <a:ext cx="143" cy="9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95" name="Freeform 1501"/>
              <p:cNvSpPr>
                <a:spLocks/>
              </p:cNvSpPr>
              <p:nvPr userDrawn="1"/>
            </p:nvSpPr>
            <p:spPr bwMode="gray">
              <a:xfrm>
                <a:off x="3276" y="2118"/>
                <a:ext cx="10" cy="9"/>
              </a:xfrm>
              <a:custGeom>
                <a:avLst/>
                <a:gdLst>
                  <a:gd name="T0" fmla="*/ 10 w 10"/>
                  <a:gd name="T1" fmla="*/ 0 h 9"/>
                  <a:gd name="T2" fmla="*/ 10 w 10"/>
                  <a:gd name="T3" fmla="*/ 4 h 9"/>
                  <a:gd name="T4" fmla="*/ 8 w 10"/>
                  <a:gd name="T5" fmla="*/ 7 h 9"/>
                  <a:gd name="T6" fmla="*/ 5 w 10"/>
                  <a:gd name="T7" fmla="*/ 9 h 9"/>
                  <a:gd name="T8" fmla="*/ 0 w 10"/>
                  <a:gd name="T9" fmla="*/ 7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9">
                    <a:moveTo>
                      <a:pt x="10" y="0"/>
                    </a:moveTo>
                    <a:lnTo>
                      <a:pt x="10" y="4"/>
                    </a:lnTo>
                    <a:lnTo>
                      <a:pt x="8" y="7"/>
                    </a:lnTo>
                    <a:lnTo>
                      <a:pt x="5" y="9"/>
                    </a:lnTo>
                    <a:lnTo>
                      <a:pt x="0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96" name="Line 1502"/>
              <p:cNvSpPr>
                <a:spLocks noChangeShapeType="1"/>
              </p:cNvSpPr>
              <p:nvPr userDrawn="1"/>
            </p:nvSpPr>
            <p:spPr bwMode="gray">
              <a:xfrm flipH="1">
                <a:off x="3129" y="2125"/>
                <a:ext cx="147" cy="9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97" name="Freeform 1503"/>
              <p:cNvSpPr>
                <a:spLocks/>
              </p:cNvSpPr>
              <p:nvPr userDrawn="1"/>
            </p:nvSpPr>
            <p:spPr bwMode="gray">
              <a:xfrm>
                <a:off x="3129" y="2214"/>
                <a:ext cx="13" cy="8"/>
              </a:xfrm>
              <a:custGeom>
                <a:avLst/>
                <a:gdLst>
                  <a:gd name="T0" fmla="*/ 0 w 12"/>
                  <a:gd name="T1" fmla="*/ 7 h 8"/>
                  <a:gd name="T2" fmla="*/ 5 w 12"/>
                  <a:gd name="T3" fmla="*/ 8 h 8"/>
                  <a:gd name="T4" fmla="*/ 8 w 12"/>
                  <a:gd name="T5" fmla="*/ 7 h 8"/>
                  <a:gd name="T6" fmla="*/ 10 w 12"/>
                  <a:gd name="T7" fmla="*/ 3 h 8"/>
                  <a:gd name="T8" fmla="*/ 12 w 12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8">
                    <a:moveTo>
                      <a:pt x="0" y="7"/>
                    </a:moveTo>
                    <a:lnTo>
                      <a:pt x="5" y="8"/>
                    </a:lnTo>
                    <a:lnTo>
                      <a:pt x="8" y="7"/>
                    </a:lnTo>
                    <a:lnTo>
                      <a:pt x="10" y="3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98" name="Line 1504"/>
              <p:cNvSpPr>
                <a:spLocks noChangeShapeType="1"/>
              </p:cNvSpPr>
              <p:nvPr userDrawn="1"/>
            </p:nvSpPr>
            <p:spPr bwMode="gray">
              <a:xfrm>
                <a:off x="2537" y="2097"/>
                <a:ext cx="4" cy="5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499" name="Line 1505"/>
              <p:cNvSpPr>
                <a:spLocks noChangeShapeType="1"/>
              </p:cNvSpPr>
              <p:nvPr userDrawn="1"/>
            </p:nvSpPr>
            <p:spPr bwMode="gray">
              <a:xfrm>
                <a:off x="2541" y="2099"/>
                <a:ext cx="1" cy="5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00" name="Freeform 1506"/>
              <p:cNvSpPr>
                <a:spLocks/>
              </p:cNvSpPr>
              <p:nvPr userDrawn="1"/>
            </p:nvSpPr>
            <p:spPr bwMode="gray">
              <a:xfrm>
                <a:off x="2541" y="2150"/>
                <a:ext cx="4" cy="13"/>
              </a:xfrm>
              <a:custGeom>
                <a:avLst/>
                <a:gdLst>
                  <a:gd name="T0" fmla="*/ 2 w 5"/>
                  <a:gd name="T1" fmla="*/ 0 h 10"/>
                  <a:gd name="T2" fmla="*/ 0 w 5"/>
                  <a:gd name="T3" fmla="*/ 3 h 10"/>
                  <a:gd name="T4" fmla="*/ 0 w 5"/>
                  <a:gd name="T5" fmla="*/ 5 h 10"/>
                  <a:gd name="T6" fmla="*/ 2 w 5"/>
                  <a:gd name="T7" fmla="*/ 8 h 10"/>
                  <a:gd name="T8" fmla="*/ 5 w 5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10">
                    <a:moveTo>
                      <a:pt x="2" y="0"/>
                    </a:moveTo>
                    <a:lnTo>
                      <a:pt x="0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5" y="1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01" name="Line 1507"/>
              <p:cNvSpPr>
                <a:spLocks noChangeShapeType="1"/>
              </p:cNvSpPr>
              <p:nvPr userDrawn="1"/>
            </p:nvSpPr>
            <p:spPr bwMode="gray">
              <a:xfrm flipH="1" flipV="1">
                <a:off x="2543" y="2099"/>
                <a:ext cx="1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02" name="Freeform 1508"/>
              <p:cNvSpPr>
                <a:spLocks/>
              </p:cNvSpPr>
              <p:nvPr userDrawn="1"/>
            </p:nvSpPr>
            <p:spPr bwMode="gray">
              <a:xfrm>
                <a:off x="2541" y="2150"/>
                <a:ext cx="12" cy="17"/>
              </a:xfrm>
              <a:custGeom>
                <a:avLst/>
                <a:gdLst>
                  <a:gd name="T0" fmla="*/ 12 w 12"/>
                  <a:gd name="T1" fmla="*/ 17 h 17"/>
                  <a:gd name="T2" fmla="*/ 7 w 12"/>
                  <a:gd name="T3" fmla="*/ 14 h 17"/>
                  <a:gd name="T4" fmla="*/ 3 w 12"/>
                  <a:gd name="T5" fmla="*/ 10 h 17"/>
                  <a:gd name="T6" fmla="*/ 2 w 12"/>
                  <a:gd name="T7" fmla="*/ 5 h 17"/>
                  <a:gd name="T8" fmla="*/ 0 w 12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7">
                    <a:moveTo>
                      <a:pt x="12" y="17"/>
                    </a:moveTo>
                    <a:lnTo>
                      <a:pt x="7" y="14"/>
                    </a:lnTo>
                    <a:lnTo>
                      <a:pt x="3" y="10"/>
                    </a:ln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03" name="Freeform 1509"/>
              <p:cNvSpPr>
                <a:spLocks/>
              </p:cNvSpPr>
              <p:nvPr userDrawn="1"/>
            </p:nvSpPr>
            <p:spPr bwMode="gray">
              <a:xfrm>
                <a:off x="2821" y="1954"/>
                <a:ext cx="10" cy="13"/>
              </a:xfrm>
              <a:custGeom>
                <a:avLst/>
                <a:gdLst>
                  <a:gd name="T0" fmla="*/ 10 w 10"/>
                  <a:gd name="T1" fmla="*/ 15 h 15"/>
                  <a:gd name="T2" fmla="*/ 10 w 10"/>
                  <a:gd name="T3" fmla="*/ 10 h 15"/>
                  <a:gd name="T4" fmla="*/ 7 w 10"/>
                  <a:gd name="T5" fmla="*/ 7 h 15"/>
                  <a:gd name="T6" fmla="*/ 3 w 10"/>
                  <a:gd name="T7" fmla="*/ 1 h 15"/>
                  <a:gd name="T8" fmla="*/ 0 w 10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5">
                    <a:moveTo>
                      <a:pt x="10" y="15"/>
                    </a:moveTo>
                    <a:lnTo>
                      <a:pt x="10" y="10"/>
                    </a:lnTo>
                    <a:lnTo>
                      <a:pt x="7" y="7"/>
                    </a:lnTo>
                    <a:lnTo>
                      <a:pt x="3" y="1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04" name="Line 1510"/>
              <p:cNvSpPr>
                <a:spLocks noChangeShapeType="1"/>
              </p:cNvSpPr>
              <p:nvPr userDrawn="1"/>
            </p:nvSpPr>
            <p:spPr bwMode="gray">
              <a:xfrm flipH="1">
                <a:off x="2751" y="1912"/>
                <a:ext cx="157" cy="9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05" name="Line 1511"/>
              <p:cNvSpPr>
                <a:spLocks noChangeShapeType="1"/>
              </p:cNvSpPr>
              <p:nvPr userDrawn="1"/>
            </p:nvSpPr>
            <p:spPr bwMode="gray">
              <a:xfrm flipH="1">
                <a:off x="2754" y="1924"/>
                <a:ext cx="154" cy="9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06" name="Freeform 1512"/>
              <p:cNvSpPr>
                <a:spLocks/>
              </p:cNvSpPr>
              <p:nvPr userDrawn="1"/>
            </p:nvSpPr>
            <p:spPr bwMode="gray">
              <a:xfrm>
                <a:off x="2744" y="1999"/>
                <a:ext cx="10" cy="18"/>
              </a:xfrm>
              <a:custGeom>
                <a:avLst/>
                <a:gdLst>
                  <a:gd name="T0" fmla="*/ 10 w 10"/>
                  <a:gd name="T1" fmla="*/ 18 h 18"/>
                  <a:gd name="T2" fmla="*/ 9 w 10"/>
                  <a:gd name="T3" fmla="*/ 12 h 18"/>
                  <a:gd name="T4" fmla="*/ 7 w 10"/>
                  <a:gd name="T5" fmla="*/ 7 h 18"/>
                  <a:gd name="T6" fmla="*/ 3 w 10"/>
                  <a:gd name="T7" fmla="*/ 4 h 18"/>
                  <a:gd name="T8" fmla="*/ 0 w 1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10" y="18"/>
                    </a:moveTo>
                    <a:lnTo>
                      <a:pt x="9" y="12"/>
                    </a:lnTo>
                    <a:lnTo>
                      <a:pt x="7" y="7"/>
                    </a:lnTo>
                    <a:lnTo>
                      <a:pt x="3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07" name="Line 1513"/>
              <p:cNvSpPr>
                <a:spLocks noChangeShapeType="1"/>
              </p:cNvSpPr>
              <p:nvPr userDrawn="1"/>
            </p:nvSpPr>
            <p:spPr bwMode="gray">
              <a:xfrm flipV="1">
                <a:off x="2744" y="1903"/>
                <a:ext cx="161" cy="9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08" name="Freeform 1514"/>
              <p:cNvSpPr>
                <a:spLocks/>
              </p:cNvSpPr>
              <p:nvPr userDrawn="1"/>
            </p:nvSpPr>
            <p:spPr bwMode="gray">
              <a:xfrm>
                <a:off x="2906" y="1903"/>
                <a:ext cx="4" cy="21"/>
              </a:xfrm>
              <a:custGeom>
                <a:avLst/>
                <a:gdLst>
                  <a:gd name="T0" fmla="*/ 3 w 5"/>
                  <a:gd name="T1" fmla="*/ 21 h 21"/>
                  <a:gd name="T2" fmla="*/ 5 w 5"/>
                  <a:gd name="T3" fmla="*/ 16 h 21"/>
                  <a:gd name="T4" fmla="*/ 5 w 5"/>
                  <a:gd name="T5" fmla="*/ 10 h 21"/>
                  <a:gd name="T6" fmla="*/ 3 w 5"/>
                  <a:gd name="T7" fmla="*/ 5 h 21"/>
                  <a:gd name="T8" fmla="*/ 0 w 5"/>
                  <a:gd name="T9" fmla="*/ 0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21">
                    <a:moveTo>
                      <a:pt x="3" y="21"/>
                    </a:moveTo>
                    <a:lnTo>
                      <a:pt x="5" y="16"/>
                    </a:lnTo>
                    <a:lnTo>
                      <a:pt x="5" y="10"/>
                    </a:lnTo>
                    <a:lnTo>
                      <a:pt x="3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09" name="Freeform 1515"/>
              <p:cNvSpPr>
                <a:spLocks/>
              </p:cNvSpPr>
              <p:nvPr userDrawn="1"/>
            </p:nvSpPr>
            <p:spPr bwMode="gray">
              <a:xfrm>
                <a:off x="2735" y="2125"/>
                <a:ext cx="19" cy="4"/>
              </a:xfrm>
              <a:custGeom>
                <a:avLst/>
                <a:gdLst>
                  <a:gd name="T0" fmla="*/ 19 w 19"/>
                  <a:gd name="T1" fmla="*/ 0 h 4"/>
                  <a:gd name="T2" fmla="*/ 14 w 19"/>
                  <a:gd name="T3" fmla="*/ 2 h 4"/>
                  <a:gd name="T4" fmla="*/ 11 w 19"/>
                  <a:gd name="T5" fmla="*/ 4 h 4"/>
                  <a:gd name="T6" fmla="*/ 5 w 19"/>
                  <a:gd name="T7" fmla="*/ 4 h 4"/>
                  <a:gd name="T8" fmla="*/ 0 w 19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19" y="0"/>
                    </a:moveTo>
                    <a:lnTo>
                      <a:pt x="14" y="2"/>
                    </a:lnTo>
                    <a:lnTo>
                      <a:pt x="11" y="4"/>
                    </a:lnTo>
                    <a:lnTo>
                      <a:pt x="5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10" name="Line 1516"/>
              <p:cNvSpPr>
                <a:spLocks noChangeShapeType="1"/>
              </p:cNvSpPr>
              <p:nvPr userDrawn="1"/>
            </p:nvSpPr>
            <p:spPr bwMode="gray">
              <a:xfrm>
                <a:off x="2744" y="2018"/>
                <a:ext cx="2" cy="21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11" name="Line 1517"/>
              <p:cNvSpPr>
                <a:spLocks noChangeShapeType="1"/>
              </p:cNvSpPr>
              <p:nvPr userDrawn="1"/>
            </p:nvSpPr>
            <p:spPr bwMode="gray">
              <a:xfrm>
                <a:off x="2754" y="2017"/>
                <a:ext cx="1" cy="21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12" name="Freeform 1518"/>
              <p:cNvSpPr>
                <a:spLocks/>
              </p:cNvSpPr>
              <p:nvPr userDrawn="1"/>
            </p:nvSpPr>
            <p:spPr bwMode="gray">
              <a:xfrm>
                <a:off x="2735" y="2234"/>
                <a:ext cx="19" cy="3"/>
              </a:xfrm>
              <a:custGeom>
                <a:avLst/>
                <a:gdLst>
                  <a:gd name="T0" fmla="*/ 19 w 19"/>
                  <a:gd name="T1" fmla="*/ 0 h 3"/>
                  <a:gd name="T2" fmla="*/ 14 w 19"/>
                  <a:gd name="T3" fmla="*/ 3 h 3"/>
                  <a:gd name="T4" fmla="*/ 11 w 19"/>
                  <a:gd name="T5" fmla="*/ 3 h 3"/>
                  <a:gd name="T6" fmla="*/ 5 w 19"/>
                  <a:gd name="T7" fmla="*/ 3 h 3"/>
                  <a:gd name="T8" fmla="*/ 0 w 19"/>
                  <a:gd name="T9" fmla="*/ 1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">
                    <a:moveTo>
                      <a:pt x="19" y="0"/>
                    </a:moveTo>
                    <a:lnTo>
                      <a:pt x="14" y="3"/>
                    </a:lnTo>
                    <a:lnTo>
                      <a:pt x="11" y="3"/>
                    </a:lnTo>
                    <a:lnTo>
                      <a:pt x="5" y="3"/>
                    </a:lnTo>
                    <a:lnTo>
                      <a:pt x="0" y="1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13" name="Line 1519"/>
              <p:cNvSpPr>
                <a:spLocks noChangeShapeType="1"/>
              </p:cNvSpPr>
              <p:nvPr userDrawn="1"/>
            </p:nvSpPr>
            <p:spPr bwMode="gray">
              <a:xfrm flipV="1">
                <a:off x="2735" y="2017"/>
                <a:ext cx="1" cy="21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14" name="Freeform 1520"/>
              <p:cNvSpPr>
                <a:spLocks/>
              </p:cNvSpPr>
              <p:nvPr userDrawn="1"/>
            </p:nvSpPr>
            <p:spPr bwMode="gray">
              <a:xfrm>
                <a:off x="2735" y="2017"/>
                <a:ext cx="19" cy="3"/>
              </a:xfrm>
              <a:custGeom>
                <a:avLst/>
                <a:gdLst>
                  <a:gd name="T0" fmla="*/ 19 w 19"/>
                  <a:gd name="T1" fmla="*/ 0 h 3"/>
                  <a:gd name="T2" fmla="*/ 14 w 19"/>
                  <a:gd name="T3" fmla="*/ 1 h 3"/>
                  <a:gd name="T4" fmla="*/ 9 w 19"/>
                  <a:gd name="T5" fmla="*/ 3 h 3"/>
                  <a:gd name="T6" fmla="*/ 4 w 19"/>
                  <a:gd name="T7" fmla="*/ 1 h 3"/>
                  <a:gd name="T8" fmla="*/ 0 w 19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">
                    <a:moveTo>
                      <a:pt x="19" y="0"/>
                    </a:moveTo>
                    <a:lnTo>
                      <a:pt x="14" y="1"/>
                    </a:lnTo>
                    <a:lnTo>
                      <a:pt x="9" y="3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15" name="Freeform 1521"/>
              <p:cNvSpPr>
                <a:spLocks/>
              </p:cNvSpPr>
              <p:nvPr userDrawn="1"/>
            </p:nvSpPr>
            <p:spPr bwMode="gray">
              <a:xfrm>
                <a:off x="2821" y="2187"/>
                <a:ext cx="10" cy="9"/>
              </a:xfrm>
              <a:custGeom>
                <a:avLst/>
                <a:gdLst>
                  <a:gd name="T0" fmla="*/ 10 w 10"/>
                  <a:gd name="T1" fmla="*/ 0 h 9"/>
                  <a:gd name="T2" fmla="*/ 10 w 10"/>
                  <a:gd name="T3" fmla="*/ 4 h 9"/>
                  <a:gd name="T4" fmla="*/ 7 w 10"/>
                  <a:gd name="T5" fmla="*/ 7 h 9"/>
                  <a:gd name="T6" fmla="*/ 3 w 10"/>
                  <a:gd name="T7" fmla="*/ 9 h 9"/>
                  <a:gd name="T8" fmla="*/ 0 w 10"/>
                  <a:gd name="T9" fmla="*/ 7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9">
                    <a:moveTo>
                      <a:pt x="10" y="0"/>
                    </a:moveTo>
                    <a:lnTo>
                      <a:pt x="10" y="4"/>
                    </a:lnTo>
                    <a:lnTo>
                      <a:pt x="7" y="7"/>
                    </a:lnTo>
                    <a:lnTo>
                      <a:pt x="3" y="9"/>
                    </a:lnTo>
                    <a:lnTo>
                      <a:pt x="0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16" name="Line 1522"/>
              <p:cNvSpPr>
                <a:spLocks noChangeShapeType="1"/>
              </p:cNvSpPr>
              <p:nvPr userDrawn="1"/>
            </p:nvSpPr>
            <p:spPr bwMode="gray">
              <a:xfrm flipV="1">
                <a:off x="2751" y="2144"/>
                <a:ext cx="157" cy="9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17" name="Line 1523"/>
              <p:cNvSpPr>
                <a:spLocks noChangeShapeType="1"/>
              </p:cNvSpPr>
              <p:nvPr userDrawn="1"/>
            </p:nvSpPr>
            <p:spPr bwMode="gray">
              <a:xfrm flipV="1">
                <a:off x="2754" y="2139"/>
                <a:ext cx="152" cy="9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18" name="Freeform 1524"/>
              <p:cNvSpPr>
                <a:spLocks/>
              </p:cNvSpPr>
              <p:nvPr userDrawn="1"/>
            </p:nvSpPr>
            <p:spPr bwMode="gray">
              <a:xfrm>
                <a:off x="2906" y="2139"/>
                <a:ext cx="3" cy="5"/>
              </a:xfrm>
              <a:custGeom>
                <a:avLst/>
                <a:gdLst>
                  <a:gd name="T0" fmla="*/ 1 w 3"/>
                  <a:gd name="T1" fmla="*/ 0 h 5"/>
                  <a:gd name="T2" fmla="*/ 3 w 3"/>
                  <a:gd name="T3" fmla="*/ 2 h 5"/>
                  <a:gd name="T4" fmla="*/ 3 w 3"/>
                  <a:gd name="T5" fmla="*/ 4 h 5"/>
                  <a:gd name="T6" fmla="*/ 3 w 3"/>
                  <a:gd name="T7" fmla="*/ 4 h 5"/>
                  <a:gd name="T8" fmla="*/ 1 w 3"/>
                  <a:gd name="T9" fmla="*/ 5 h 5"/>
                  <a:gd name="T10" fmla="*/ 1 w 3"/>
                  <a:gd name="T11" fmla="*/ 5 h 5"/>
                  <a:gd name="T12" fmla="*/ 0 w 3"/>
                  <a:gd name="T13" fmla="*/ 4 h 5"/>
                  <a:gd name="T14" fmla="*/ 0 w 3"/>
                  <a:gd name="T15" fmla="*/ 2 h 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" h="5">
                    <a:moveTo>
                      <a:pt x="1" y="0"/>
                    </a:moveTo>
                    <a:lnTo>
                      <a:pt x="3" y="2"/>
                    </a:lnTo>
                    <a:lnTo>
                      <a:pt x="3" y="4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19" name="Line 1525"/>
              <p:cNvSpPr>
                <a:spLocks noChangeShapeType="1"/>
              </p:cNvSpPr>
              <p:nvPr userDrawn="1"/>
            </p:nvSpPr>
            <p:spPr bwMode="gray">
              <a:xfrm flipH="1">
                <a:off x="2744" y="2141"/>
                <a:ext cx="161" cy="10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520" name="Freeform 1526"/>
              <p:cNvSpPr>
                <a:spLocks/>
              </p:cNvSpPr>
              <p:nvPr userDrawn="1"/>
            </p:nvSpPr>
            <p:spPr bwMode="gray">
              <a:xfrm>
                <a:off x="2744" y="2234"/>
                <a:ext cx="10" cy="8"/>
              </a:xfrm>
              <a:custGeom>
                <a:avLst/>
                <a:gdLst>
                  <a:gd name="T0" fmla="*/ 0 w 10"/>
                  <a:gd name="T1" fmla="*/ 8 h 8"/>
                  <a:gd name="T2" fmla="*/ 3 w 10"/>
                  <a:gd name="T3" fmla="*/ 8 h 8"/>
                  <a:gd name="T4" fmla="*/ 7 w 10"/>
                  <a:gd name="T5" fmla="*/ 8 h 8"/>
                  <a:gd name="T6" fmla="*/ 10 w 10"/>
                  <a:gd name="T7" fmla="*/ 5 h 8"/>
                  <a:gd name="T8" fmla="*/ 10 w 10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8">
                    <a:moveTo>
                      <a:pt x="0" y="8"/>
                    </a:moveTo>
                    <a:lnTo>
                      <a:pt x="3" y="8"/>
                    </a:lnTo>
                    <a:lnTo>
                      <a:pt x="7" y="8"/>
                    </a:lnTo>
                    <a:lnTo>
                      <a:pt x="10" y="5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</p:grpSp>
        <p:grpSp>
          <p:nvGrpSpPr>
            <p:cNvPr id="1066" name="Group 1527"/>
            <p:cNvGrpSpPr>
              <a:grpSpLocks/>
            </p:cNvGrpSpPr>
            <p:nvPr userDrawn="1"/>
          </p:nvGrpSpPr>
          <p:grpSpPr bwMode="auto">
            <a:xfrm>
              <a:off x="4059" y="2614"/>
              <a:ext cx="1572" cy="1574"/>
              <a:chOff x="2111" y="670"/>
              <a:chExt cx="1572" cy="1574"/>
            </a:xfrm>
          </p:grpSpPr>
          <p:sp>
            <p:nvSpPr>
              <p:cNvPr id="1121" name="Freeform 1528"/>
              <p:cNvSpPr>
                <a:spLocks/>
              </p:cNvSpPr>
              <p:nvPr userDrawn="1"/>
            </p:nvSpPr>
            <p:spPr bwMode="gray">
              <a:xfrm>
                <a:off x="2639" y="2197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3 h 9"/>
                  <a:gd name="T4" fmla="*/ 2 w 9"/>
                  <a:gd name="T5" fmla="*/ 7 h 9"/>
                  <a:gd name="T6" fmla="*/ 5 w 9"/>
                  <a:gd name="T7" fmla="*/ 9 h 9"/>
                  <a:gd name="T8" fmla="*/ 7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3"/>
                    </a:lnTo>
                    <a:lnTo>
                      <a:pt x="2" y="7"/>
                    </a:lnTo>
                    <a:lnTo>
                      <a:pt x="5" y="9"/>
                    </a:lnTo>
                    <a:lnTo>
                      <a:pt x="7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22" name="Line 1529"/>
              <p:cNvSpPr>
                <a:spLocks noChangeShapeType="1"/>
              </p:cNvSpPr>
              <p:nvPr userDrawn="1"/>
            </p:nvSpPr>
            <p:spPr bwMode="gray">
              <a:xfrm>
                <a:off x="2546" y="2167"/>
                <a:ext cx="191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23" name="Line 1530"/>
              <p:cNvSpPr>
                <a:spLocks noChangeShapeType="1"/>
              </p:cNvSpPr>
              <p:nvPr userDrawn="1"/>
            </p:nvSpPr>
            <p:spPr bwMode="gray">
              <a:xfrm>
                <a:off x="2544" y="2160"/>
                <a:ext cx="191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24" name="Freeform 1531"/>
              <p:cNvSpPr>
                <a:spLocks/>
              </p:cNvSpPr>
              <p:nvPr userDrawn="1"/>
            </p:nvSpPr>
            <p:spPr bwMode="gray">
              <a:xfrm>
                <a:off x="2735" y="2235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4 h 9"/>
                  <a:gd name="T4" fmla="*/ 2 w 9"/>
                  <a:gd name="T5" fmla="*/ 6 h 9"/>
                  <a:gd name="T6" fmla="*/ 4 w 9"/>
                  <a:gd name="T7" fmla="*/ 7 h 9"/>
                  <a:gd name="T8" fmla="*/ 5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4"/>
                    </a:lnTo>
                    <a:lnTo>
                      <a:pt x="2" y="6"/>
                    </a:lnTo>
                    <a:lnTo>
                      <a:pt x="4" y="7"/>
                    </a:lnTo>
                    <a:lnTo>
                      <a:pt x="5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25" name="Line 1532"/>
              <p:cNvSpPr>
                <a:spLocks noChangeShapeType="1"/>
              </p:cNvSpPr>
              <p:nvPr userDrawn="1"/>
            </p:nvSpPr>
            <p:spPr bwMode="gray">
              <a:xfrm flipH="1" flipV="1">
                <a:off x="2553" y="2167"/>
                <a:ext cx="191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26" name="Freeform 1533"/>
              <p:cNvSpPr>
                <a:spLocks/>
              </p:cNvSpPr>
              <p:nvPr userDrawn="1"/>
            </p:nvSpPr>
            <p:spPr bwMode="gray">
              <a:xfrm>
                <a:off x="2544" y="2160"/>
                <a:ext cx="9" cy="7"/>
              </a:xfrm>
              <a:custGeom>
                <a:avLst/>
                <a:gdLst>
                  <a:gd name="T0" fmla="*/ 9 w 9"/>
                  <a:gd name="T1" fmla="*/ 7 h 7"/>
                  <a:gd name="T2" fmla="*/ 6 w 9"/>
                  <a:gd name="T3" fmla="*/ 7 h 7"/>
                  <a:gd name="T4" fmla="*/ 2 w 9"/>
                  <a:gd name="T5" fmla="*/ 7 h 7"/>
                  <a:gd name="T6" fmla="*/ 0 w 9"/>
                  <a:gd name="T7" fmla="*/ 5 h 7"/>
                  <a:gd name="T8" fmla="*/ 0 w 9"/>
                  <a:gd name="T9" fmla="*/ 4 h 7"/>
                  <a:gd name="T10" fmla="*/ 0 w 9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7">
                    <a:moveTo>
                      <a:pt x="9" y="7"/>
                    </a:moveTo>
                    <a:lnTo>
                      <a:pt x="6" y="7"/>
                    </a:lnTo>
                    <a:lnTo>
                      <a:pt x="2" y="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27" name="Freeform 1534"/>
              <p:cNvSpPr>
                <a:spLocks/>
              </p:cNvSpPr>
              <p:nvPr userDrawn="1"/>
            </p:nvSpPr>
            <p:spPr bwMode="gray">
              <a:xfrm>
                <a:off x="2688" y="840"/>
                <a:ext cx="4" cy="4"/>
              </a:xfrm>
              <a:custGeom>
                <a:avLst/>
                <a:gdLst>
                  <a:gd name="T0" fmla="*/ 2 w 3"/>
                  <a:gd name="T1" fmla="*/ 7 h 7"/>
                  <a:gd name="T2" fmla="*/ 3 w 3"/>
                  <a:gd name="T3" fmla="*/ 5 h 7"/>
                  <a:gd name="T4" fmla="*/ 3 w 3"/>
                  <a:gd name="T5" fmla="*/ 3 h 7"/>
                  <a:gd name="T6" fmla="*/ 3 w 3"/>
                  <a:gd name="T7" fmla="*/ 0 h 7"/>
                  <a:gd name="T8" fmla="*/ 0 w 3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7">
                    <a:moveTo>
                      <a:pt x="2" y="7"/>
                    </a:moveTo>
                    <a:lnTo>
                      <a:pt x="3" y="5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28" name="Freeform 1535"/>
              <p:cNvSpPr>
                <a:spLocks/>
              </p:cNvSpPr>
              <p:nvPr userDrawn="1"/>
            </p:nvSpPr>
            <p:spPr bwMode="gray">
              <a:xfrm>
                <a:off x="2630" y="866"/>
                <a:ext cx="12" cy="9"/>
              </a:xfrm>
              <a:custGeom>
                <a:avLst/>
                <a:gdLst>
                  <a:gd name="T0" fmla="*/ 0 w 12"/>
                  <a:gd name="T1" fmla="*/ 9 h 9"/>
                  <a:gd name="T2" fmla="*/ 2 w 12"/>
                  <a:gd name="T3" fmla="*/ 5 h 9"/>
                  <a:gd name="T4" fmla="*/ 4 w 12"/>
                  <a:gd name="T5" fmla="*/ 2 h 9"/>
                  <a:gd name="T6" fmla="*/ 5 w 12"/>
                  <a:gd name="T7" fmla="*/ 0 h 9"/>
                  <a:gd name="T8" fmla="*/ 9 w 12"/>
                  <a:gd name="T9" fmla="*/ 0 h 9"/>
                  <a:gd name="T10" fmla="*/ 12 w 12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lnTo>
                      <a:pt x="2" y="5"/>
                    </a:lnTo>
                    <a:lnTo>
                      <a:pt x="4" y="2"/>
                    </a:lnTo>
                    <a:lnTo>
                      <a:pt x="5" y="0"/>
                    </a:lnTo>
                    <a:lnTo>
                      <a:pt x="9" y="0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29" name="Line 1536"/>
              <p:cNvSpPr>
                <a:spLocks noChangeShapeType="1"/>
              </p:cNvSpPr>
              <p:nvPr userDrawn="1"/>
            </p:nvSpPr>
            <p:spPr bwMode="gray">
              <a:xfrm flipH="1">
                <a:off x="2530" y="836"/>
                <a:ext cx="167" cy="8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30" name="Line 1537"/>
              <p:cNvSpPr>
                <a:spLocks noChangeShapeType="1"/>
              </p:cNvSpPr>
              <p:nvPr userDrawn="1"/>
            </p:nvSpPr>
            <p:spPr bwMode="gray">
              <a:xfrm flipH="1">
                <a:off x="2529" y="847"/>
                <a:ext cx="161" cy="7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31" name="Freeform 1538"/>
              <p:cNvSpPr>
                <a:spLocks/>
              </p:cNvSpPr>
              <p:nvPr userDrawn="1"/>
            </p:nvSpPr>
            <p:spPr bwMode="gray">
              <a:xfrm>
                <a:off x="2529" y="915"/>
                <a:ext cx="10" cy="10"/>
              </a:xfrm>
              <a:custGeom>
                <a:avLst/>
                <a:gdLst>
                  <a:gd name="T0" fmla="*/ 0 w 10"/>
                  <a:gd name="T1" fmla="*/ 10 h 10"/>
                  <a:gd name="T2" fmla="*/ 0 w 10"/>
                  <a:gd name="T3" fmla="*/ 7 h 10"/>
                  <a:gd name="T4" fmla="*/ 1 w 10"/>
                  <a:gd name="T5" fmla="*/ 3 h 10"/>
                  <a:gd name="T6" fmla="*/ 3 w 10"/>
                  <a:gd name="T7" fmla="*/ 2 h 10"/>
                  <a:gd name="T8" fmla="*/ 7 w 10"/>
                  <a:gd name="T9" fmla="*/ 0 h 10"/>
                  <a:gd name="T10" fmla="*/ 10 w 10"/>
                  <a:gd name="T11" fmla="*/ 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0">
                    <a:moveTo>
                      <a:pt x="0" y="10"/>
                    </a:moveTo>
                    <a:lnTo>
                      <a:pt x="0" y="7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7" y="0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32" name="Line 1539"/>
              <p:cNvSpPr>
                <a:spLocks noChangeShapeType="1"/>
              </p:cNvSpPr>
              <p:nvPr userDrawn="1"/>
            </p:nvSpPr>
            <p:spPr bwMode="gray">
              <a:xfrm flipV="1">
                <a:off x="2539" y="833"/>
                <a:ext cx="170" cy="8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33" name="Freeform 1540"/>
              <p:cNvSpPr>
                <a:spLocks/>
              </p:cNvSpPr>
              <p:nvPr userDrawn="1"/>
            </p:nvSpPr>
            <p:spPr bwMode="gray">
              <a:xfrm>
                <a:off x="2690" y="833"/>
                <a:ext cx="19" cy="13"/>
              </a:xfrm>
              <a:custGeom>
                <a:avLst/>
                <a:gdLst>
                  <a:gd name="T0" fmla="*/ 0 w 19"/>
                  <a:gd name="T1" fmla="*/ 14 h 14"/>
                  <a:gd name="T2" fmla="*/ 3 w 19"/>
                  <a:gd name="T3" fmla="*/ 8 h 14"/>
                  <a:gd name="T4" fmla="*/ 5 w 19"/>
                  <a:gd name="T5" fmla="*/ 5 h 14"/>
                  <a:gd name="T6" fmla="*/ 8 w 19"/>
                  <a:gd name="T7" fmla="*/ 1 h 14"/>
                  <a:gd name="T8" fmla="*/ 14 w 19"/>
                  <a:gd name="T9" fmla="*/ 0 h 14"/>
                  <a:gd name="T10" fmla="*/ 19 w 19"/>
                  <a:gd name="T11" fmla="*/ 0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14">
                    <a:moveTo>
                      <a:pt x="0" y="14"/>
                    </a:moveTo>
                    <a:lnTo>
                      <a:pt x="3" y="8"/>
                    </a:lnTo>
                    <a:lnTo>
                      <a:pt x="5" y="5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34" name="Freeform 1541"/>
              <p:cNvSpPr>
                <a:spLocks/>
              </p:cNvSpPr>
              <p:nvPr userDrawn="1"/>
            </p:nvSpPr>
            <p:spPr bwMode="gray">
              <a:xfrm>
                <a:off x="2527" y="1043"/>
                <a:ext cx="4" cy="8"/>
              </a:xfrm>
              <a:custGeom>
                <a:avLst/>
                <a:gdLst>
                  <a:gd name="T0" fmla="*/ 2 w 5"/>
                  <a:gd name="T1" fmla="*/ 0 h 8"/>
                  <a:gd name="T2" fmla="*/ 0 w 5"/>
                  <a:gd name="T3" fmla="*/ 3 h 8"/>
                  <a:gd name="T4" fmla="*/ 0 w 5"/>
                  <a:gd name="T5" fmla="*/ 5 h 8"/>
                  <a:gd name="T6" fmla="*/ 2 w 5"/>
                  <a:gd name="T7" fmla="*/ 7 h 8"/>
                  <a:gd name="T8" fmla="*/ 5 w 5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2" y="0"/>
                    </a:moveTo>
                    <a:lnTo>
                      <a:pt x="0" y="3"/>
                    </a:lnTo>
                    <a:lnTo>
                      <a:pt x="0" y="5"/>
                    </a:lnTo>
                    <a:lnTo>
                      <a:pt x="2" y="7"/>
                    </a:lnTo>
                    <a:lnTo>
                      <a:pt x="5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35" name="Line 1542"/>
              <p:cNvSpPr>
                <a:spLocks noChangeShapeType="1"/>
              </p:cNvSpPr>
              <p:nvPr userDrawn="1"/>
            </p:nvSpPr>
            <p:spPr bwMode="gray">
              <a:xfrm>
                <a:off x="2525" y="929"/>
                <a:ext cx="2" cy="23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36" name="Line 1543"/>
              <p:cNvSpPr>
                <a:spLocks noChangeShapeType="1"/>
              </p:cNvSpPr>
              <p:nvPr userDrawn="1"/>
            </p:nvSpPr>
            <p:spPr bwMode="gray">
              <a:xfrm>
                <a:off x="2529" y="925"/>
                <a:ext cx="1" cy="23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37" name="Freeform 1544"/>
              <p:cNvSpPr>
                <a:spLocks/>
              </p:cNvSpPr>
              <p:nvPr userDrawn="1"/>
            </p:nvSpPr>
            <p:spPr bwMode="gray">
              <a:xfrm>
                <a:off x="2529" y="1160"/>
                <a:ext cx="3" cy="8"/>
              </a:xfrm>
              <a:custGeom>
                <a:avLst/>
                <a:gdLst>
                  <a:gd name="T0" fmla="*/ 1 w 3"/>
                  <a:gd name="T1" fmla="*/ 0 h 8"/>
                  <a:gd name="T2" fmla="*/ 0 w 3"/>
                  <a:gd name="T3" fmla="*/ 1 h 8"/>
                  <a:gd name="T4" fmla="*/ 0 w 3"/>
                  <a:gd name="T5" fmla="*/ 5 h 8"/>
                  <a:gd name="T6" fmla="*/ 1 w 3"/>
                  <a:gd name="T7" fmla="*/ 7 h 8"/>
                  <a:gd name="T8" fmla="*/ 3 w 3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1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38" name="Line 1545"/>
              <p:cNvSpPr>
                <a:spLocks noChangeShapeType="1"/>
              </p:cNvSpPr>
              <p:nvPr userDrawn="1"/>
            </p:nvSpPr>
            <p:spPr bwMode="gray">
              <a:xfrm flipH="1" flipV="1">
                <a:off x="2530" y="934"/>
                <a:ext cx="2" cy="23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39" name="Freeform 1546"/>
              <p:cNvSpPr>
                <a:spLocks/>
              </p:cNvSpPr>
              <p:nvPr userDrawn="1"/>
            </p:nvSpPr>
            <p:spPr bwMode="gray">
              <a:xfrm>
                <a:off x="2525" y="925"/>
                <a:ext cx="4" cy="9"/>
              </a:xfrm>
              <a:custGeom>
                <a:avLst/>
                <a:gdLst>
                  <a:gd name="T0" fmla="*/ 5 w 5"/>
                  <a:gd name="T1" fmla="*/ 9 h 9"/>
                  <a:gd name="T2" fmla="*/ 2 w 5"/>
                  <a:gd name="T3" fmla="*/ 7 h 9"/>
                  <a:gd name="T4" fmla="*/ 0 w 5"/>
                  <a:gd name="T5" fmla="*/ 4 h 9"/>
                  <a:gd name="T6" fmla="*/ 0 w 5"/>
                  <a:gd name="T7" fmla="*/ 2 h 9"/>
                  <a:gd name="T8" fmla="*/ 4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lnTo>
                      <a:pt x="2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40" name="Freeform 1547"/>
              <p:cNvSpPr>
                <a:spLocks/>
              </p:cNvSpPr>
              <p:nvPr userDrawn="1"/>
            </p:nvSpPr>
            <p:spPr bwMode="gray">
              <a:xfrm>
                <a:off x="2530" y="1160"/>
                <a:ext cx="13" cy="17"/>
              </a:xfrm>
              <a:custGeom>
                <a:avLst/>
                <a:gdLst>
                  <a:gd name="T0" fmla="*/ 0 w 13"/>
                  <a:gd name="T1" fmla="*/ 0 h 17"/>
                  <a:gd name="T2" fmla="*/ 2 w 13"/>
                  <a:gd name="T3" fmla="*/ 5 h 17"/>
                  <a:gd name="T4" fmla="*/ 4 w 13"/>
                  <a:gd name="T5" fmla="*/ 10 h 17"/>
                  <a:gd name="T6" fmla="*/ 7 w 13"/>
                  <a:gd name="T7" fmla="*/ 14 h 17"/>
                  <a:gd name="T8" fmla="*/ 13 w 13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7">
                    <a:moveTo>
                      <a:pt x="0" y="0"/>
                    </a:moveTo>
                    <a:lnTo>
                      <a:pt x="2" y="5"/>
                    </a:lnTo>
                    <a:lnTo>
                      <a:pt x="4" y="10"/>
                    </a:lnTo>
                    <a:lnTo>
                      <a:pt x="7" y="14"/>
                    </a:lnTo>
                    <a:lnTo>
                      <a:pt x="13" y="1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41" name="Freeform 1548"/>
              <p:cNvSpPr>
                <a:spLocks/>
              </p:cNvSpPr>
              <p:nvPr userDrawn="1"/>
            </p:nvSpPr>
            <p:spPr bwMode="gray">
              <a:xfrm>
                <a:off x="2861" y="754"/>
                <a:ext cx="22" cy="2"/>
              </a:xfrm>
              <a:custGeom>
                <a:avLst/>
                <a:gdLst>
                  <a:gd name="T0" fmla="*/ 19 w 19"/>
                  <a:gd name="T1" fmla="*/ 0 h 2"/>
                  <a:gd name="T2" fmla="*/ 14 w 19"/>
                  <a:gd name="T3" fmla="*/ 2 h 2"/>
                  <a:gd name="T4" fmla="*/ 7 w 19"/>
                  <a:gd name="T5" fmla="*/ 2 h 2"/>
                  <a:gd name="T6" fmla="*/ 0 w 19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19" y="0"/>
                    </a:moveTo>
                    <a:lnTo>
                      <a:pt x="14" y="2"/>
                    </a:lnTo>
                    <a:lnTo>
                      <a:pt x="7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42" name="Freeform 1549"/>
              <p:cNvSpPr>
                <a:spLocks/>
              </p:cNvSpPr>
              <p:nvPr userDrawn="1"/>
            </p:nvSpPr>
            <p:spPr bwMode="gray">
              <a:xfrm>
                <a:off x="3032" y="679"/>
                <a:ext cx="20" cy="1"/>
              </a:xfrm>
              <a:custGeom>
                <a:avLst/>
                <a:gdLst>
                  <a:gd name="T0" fmla="*/ 0 w 20"/>
                  <a:gd name="T1" fmla="*/ 1 h 1"/>
                  <a:gd name="T2" fmla="*/ 7 w 20"/>
                  <a:gd name="T3" fmla="*/ 0 h 1"/>
                  <a:gd name="T4" fmla="*/ 13 w 20"/>
                  <a:gd name="T5" fmla="*/ 0 h 1"/>
                  <a:gd name="T6" fmla="*/ 20 w 20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">
                    <a:moveTo>
                      <a:pt x="0" y="1"/>
                    </a:moveTo>
                    <a:lnTo>
                      <a:pt x="7" y="0"/>
                    </a:lnTo>
                    <a:lnTo>
                      <a:pt x="13" y="0"/>
                    </a:lnTo>
                    <a:lnTo>
                      <a:pt x="2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43" name="Freeform 1550"/>
              <p:cNvSpPr>
                <a:spLocks/>
              </p:cNvSpPr>
              <p:nvPr userDrawn="1"/>
            </p:nvSpPr>
            <p:spPr bwMode="gray">
              <a:xfrm>
                <a:off x="2938" y="715"/>
                <a:ext cx="10" cy="11"/>
              </a:xfrm>
              <a:custGeom>
                <a:avLst/>
                <a:gdLst>
                  <a:gd name="T0" fmla="*/ 0 w 10"/>
                  <a:gd name="T1" fmla="*/ 11 h 11"/>
                  <a:gd name="T2" fmla="*/ 0 w 10"/>
                  <a:gd name="T3" fmla="*/ 7 h 11"/>
                  <a:gd name="T4" fmla="*/ 3 w 10"/>
                  <a:gd name="T5" fmla="*/ 4 h 11"/>
                  <a:gd name="T6" fmla="*/ 5 w 10"/>
                  <a:gd name="T7" fmla="*/ 2 h 11"/>
                  <a:gd name="T8" fmla="*/ 7 w 10"/>
                  <a:gd name="T9" fmla="*/ 0 h 11"/>
                  <a:gd name="T10" fmla="*/ 10 w 10"/>
                  <a:gd name="T11" fmla="*/ 2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1">
                    <a:moveTo>
                      <a:pt x="0" y="11"/>
                    </a:moveTo>
                    <a:lnTo>
                      <a:pt x="0" y="7"/>
                    </a:lnTo>
                    <a:lnTo>
                      <a:pt x="3" y="4"/>
                    </a:lnTo>
                    <a:lnTo>
                      <a:pt x="5" y="2"/>
                    </a:lnTo>
                    <a:lnTo>
                      <a:pt x="7" y="0"/>
                    </a:lnTo>
                    <a:lnTo>
                      <a:pt x="1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44" name="Line 1551"/>
              <p:cNvSpPr>
                <a:spLocks noChangeShapeType="1"/>
              </p:cNvSpPr>
              <p:nvPr userDrawn="1"/>
            </p:nvSpPr>
            <p:spPr bwMode="gray">
              <a:xfrm flipH="1">
                <a:off x="2880" y="672"/>
                <a:ext cx="156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45" name="Line 1552"/>
              <p:cNvSpPr>
                <a:spLocks noChangeShapeType="1"/>
              </p:cNvSpPr>
              <p:nvPr userDrawn="1"/>
            </p:nvSpPr>
            <p:spPr bwMode="gray">
              <a:xfrm flipH="1">
                <a:off x="2880" y="680"/>
                <a:ext cx="152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46" name="Freeform 1553"/>
              <p:cNvSpPr>
                <a:spLocks/>
              </p:cNvSpPr>
              <p:nvPr userDrawn="1"/>
            </p:nvSpPr>
            <p:spPr bwMode="gray">
              <a:xfrm>
                <a:off x="2880" y="747"/>
                <a:ext cx="4" cy="7"/>
              </a:xfrm>
              <a:custGeom>
                <a:avLst/>
                <a:gdLst>
                  <a:gd name="T0" fmla="*/ 0 w 4"/>
                  <a:gd name="T1" fmla="*/ 7 h 7"/>
                  <a:gd name="T2" fmla="*/ 0 w 4"/>
                  <a:gd name="T3" fmla="*/ 5 h 7"/>
                  <a:gd name="T4" fmla="*/ 0 w 4"/>
                  <a:gd name="T5" fmla="*/ 2 h 7"/>
                  <a:gd name="T6" fmla="*/ 0 w 4"/>
                  <a:gd name="T7" fmla="*/ 0 h 7"/>
                  <a:gd name="T8" fmla="*/ 2 w 4"/>
                  <a:gd name="T9" fmla="*/ 0 h 7"/>
                  <a:gd name="T10" fmla="*/ 4 w 4"/>
                  <a:gd name="T11" fmla="*/ 2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0" y="7"/>
                    </a:moveTo>
                    <a:lnTo>
                      <a:pt x="0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47" name="Line 1554"/>
              <p:cNvSpPr>
                <a:spLocks noChangeShapeType="1"/>
              </p:cNvSpPr>
              <p:nvPr userDrawn="1"/>
            </p:nvSpPr>
            <p:spPr bwMode="gray">
              <a:xfrm flipV="1">
                <a:off x="2884" y="670"/>
                <a:ext cx="159" cy="7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48" name="Freeform 1555"/>
              <p:cNvSpPr>
                <a:spLocks/>
              </p:cNvSpPr>
              <p:nvPr userDrawn="1"/>
            </p:nvSpPr>
            <p:spPr bwMode="gray">
              <a:xfrm>
                <a:off x="3032" y="670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7 w 11"/>
                  <a:gd name="T3" fmla="*/ 0 h 10"/>
                  <a:gd name="T4" fmla="*/ 4 w 11"/>
                  <a:gd name="T5" fmla="*/ 2 h 10"/>
                  <a:gd name="T6" fmla="*/ 2 w 11"/>
                  <a:gd name="T7" fmla="*/ 3 h 10"/>
                  <a:gd name="T8" fmla="*/ 0 w 11"/>
                  <a:gd name="T9" fmla="*/ 7 h 10"/>
                  <a:gd name="T10" fmla="*/ 0 w 11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10">
                    <a:moveTo>
                      <a:pt x="11" y="0"/>
                    </a:moveTo>
                    <a:lnTo>
                      <a:pt x="7" y="0"/>
                    </a:lnTo>
                    <a:lnTo>
                      <a:pt x="4" y="2"/>
                    </a:lnTo>
                    <a:lnTo>
                      <a:pt x="2" y="3"/>
                    </a:lnTo>
                    <a:lnTo>
                      <a:pt x="0" y="7"/>
                    </a:lnTo>
                    <a:lnTo>
                      <a:pt x="0" y="1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49" name="Freeform 1556"/>
              <p:cNvSpPr>
                <a:spLocks/>
              </p:cNvSpPr>
              <p:nvPr userDrawn="1"/>
            </p:nvSpPr>
            <p:spPr bwMode="gray">
              <a:xfrm>
                <a:off x="2912" y="1032"/>
                <a:ext cx="19" cy="2"/>
              </a:xfrm>
              <a:custGeom>
                <a:avLst/>
                <a:gdLst>
                  <a:gd name="T0" fmla="*/ 0 w 19"/>
                  <a:gd name="T1" fmla="*/ 2 h 2"/>
                  <a:gd name="T2" fmla="*/ 5 w 19"/>
                  <a:gd name="T3" fmla="*/ 0 h 2"/>
                  <a:gd name="T4" fmla="*/ 8 w 19"/>
                  <a:gd name="T5" fmla="*/ 0 h 2"/>
                  <a:gd name="T6" fmla="*/ 14 w 19"/>
                  <a:gd name="T7" fmla="*/ 0 h 2"/>
                  <a:gd name="T8" fmla="*/ 19 w 19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0" y="2"/>
                    </a:moveTo>
                    <a:lnTo>
                      <a:pt x="5" y="0"/>
                    </a:lnTo>
                    <a:lnTo>
                      <a:pt x="8" y="0"/>
                    </a:lnTo>
                    <a:lnTo>
                      <a:pt x="14" y="0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50" name="Line 1557"/>
              <p:cNvSpPr>
                <a:spLocks noChangeShapeType="1"/>
              </p:cNvSpPr>
              <p:nvPr userDrawn="1"/>
            </p:nvSpPr>
            <p:spPr bwMode="gray">
              <a:xfrm flipV="1">
                <a:off x="2920" y="913"/>
                <a:ext cx="2" cy="23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51" name="Line 1558"/>
              <p:cNvSpPr>
                <a:spLocks noChangeShapeType="1"/>
              </p:cNvSpPr>
              <p:nvPr userDrawn="1"/>
            </p:nvSpPr>
            <p:spPr bwMode="gray">
              <a:xfrm flipV="1">
                <a:off x="2912" y="917"/>
                <a:ext cx="1" cy="23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52" name="Freeform 1559"/>
              <p:cNvSpPr>
                <a:spLocks/>
              </p:cNvSpPr>
              <p:nvPr userDrawn="1"/>
            </p:nvSpPr>
            <p:spPr bwMode="gray">
              <a:xfrm>
                <a:off x="2912" y="913"/>
                <a:ext cx="22" cy="4"/>
              </a:xfrm>
              <a:custGeom>
                <a:avLst/>
                <a:gdLst>
                  <a:gd name="T0" fmla="*/ 0 w 21"/>
                  <a:gd name="T1" fmla="*/ 4 h 4"/>
                  <a:gd name="T2" fmla="*/ 7 w 21"/>
                  <a:gd name="T3" fmla="*/ 0 h 4"/>
                  <a:gd name="T4" fmla="*/ 14 w 21"/>
                  <a:gd name="T5" fmla="*/ 0 h 4"/>
                  <a:gd name="T6" fmla="*/ 21 w 21"/>
                  <a:gd name="T7" fmla="*/ 2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4">
                    <a:moveTo>
                      <a:pt x="0" y="4"/>
                    </a:moveTo>
                    <a:lnTo>
                      <a:pt x="7" y="0"/>
                    </a:lnTo>
                    <a:lnTo>
                      <a:pt x="14" y="0"/>
                    </a:lnTo>
                    <a:lnTo>
                      <a:pt x="21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53" name="Line 1560"/>
              <p:cNvSpPr>
                <a:spLocks noChangeShapeType="1"/>
              </p:cNvSpPr>
              <p:nvPr userDrawn="1"/>
            </p:nvSpPr>
            <p:spPr bwMode="gray">
              <a:xfrm flipH="1">
                <a:off x="2931" y="915"/>
                <a:ext cx="4" cy="23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54" name="Freeform 1561"/>
              <p:cNvSpPr>
                <a:spLocks/>
              </p:cNvSpPr>
              <p:nvPr userDrawn="1"/>
            </p:nvSpPr>
            <p:spPr bwMode="gray">
              <a:xfrm>
                <a:off x="2912" y="1147"/>
                <a:ext cx="19" cy="2"/>
              </a:xfrm>
              <a:custGeom>
                <a:avLst/>
                <a:gdLst>
                  <a:gd name="T0" fmla="*/ 0 w 19"/>
                  <a:gd name="T1" fmla="*/ 2 h 2"/>
                  <a:gd name="T2" fmla="*/ 5 w 19"/>
                  <a:gd name="T3" fmla="*/ 0 h 2"/>
                  <a:gd name="T4" fmla="*/ 12 w 19"/>
                  <a:gd name="T5" fmla="*/ 0 h 2"/>
                  <a:gd name="T6" fmla="*/ 19 w 19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0" y="2"/>
                    </a:moveTo>
                    <a:lnTo>
                      <a:pt x="5" y="0"/>
                    </a:lnTo>
                    <a:lnTo>
                      <a:pt x="12" y="0"/>
                    </a:lnTo>
                    <a:lnTo>
                      <a:pt x="19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55" name="Freeform 1562"/>
              <p:cNvSpPr>
                <a:spLocks/>
              </p:cNvSpPr>
              <p:nvPr userDrawn="1"/>
            </p:nvSpPr>
            <p:spPr bwMode="gray">
              <a:xfrm>
                <a:off x="2842" y="929"/>
                <a:ext cx="13" cy="16"/>
              </a:xfrm>
              <a:custGeom>
                <a:avLst/>
                <a:gdLst>
                  <a:gd name="T0" fmla="*/ 12 w 12"/>
                  <a:gd name="T1" fmla="*/ 16 h 16"/>
                  <a:gd name="T2" fmla="*/ 10 w 12"/>
                  <a:gd name="T3" fmla="*/ 10 h 16"/>
                  <a:gd name="T4" fmla="*/ 9 w 12"/>
                  <a:gd name="T5" fmla="*/ 7 h 16"/>
                  <a:gd name="T6" fmla="*/ 5 w 12"/>
                  <a:gd name="T7" fmla="*/ 2 h 16"/>
                  <a:gd name="T8" fmla="*/ 0 w 12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12" y="16"/>
                    </a:moveTo>
                    <a:lnTo>
                      <a:pt x="10" y="10"/>
                    </a:lnTo>
                    <a:lnTo>
                      <a:pt x="9" y="7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56" name="Line 1563"/>
              <p:cNvSpPr>
                <a:spLocks noChangeShapeType="1"/>
              </p:cNvSpPr>
              <p:nvPr userDrawn="1"/>
            </p:nvSpPr>
            <p:spPr bwMode="gray">
              <a:xfrm flipH="1">
                <a:off x="2749" y="903"/>
                <a:ext cx="164" cy="8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57" name="Line 1564"/>
              <p:cNvSpPr>
                <a:spLocks noChangeShapeType="1"/>
              </p:cNvSpPr>
              <p:nvPr userDrawn="1"/>
            </p:nvSpPr>
            <p:spPr bwMode="gray">
              <a:xfrm flipH="1">
                <a:off x="2753" y="917"/>
                <a:ext cx="159" cy="8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58" name="Freeform 1565"/>
              <p:cNvSpPr>
                <a:spLocks/>
              </p:cNvSpPr>
              <p:nvPr userDrawn="1"/>
            </p:nvSpPr>
            <p:spPr bwMode="gray">
              <a:xfrm>
                <a:off x="2740" y="980"/>
                <a:ext cx="13" cy="17"/>
              </a:xfrm>
              <a:custGeom>
                <a:avLst/>
                <a:gdLst>
                  <a:gd name="T0" fmla="*/ 13 w 13"/>
                  <a:gd name="T1" fmla="*/ 17 h 17"/>
                  <a:gd name="T2" fmla="*/ 11 w 13"/>
                  <a:gd name="T3" fmla="*/ 12 h 17"/>
                  <a:gd name="T4" fmla="*/ 9 w 13"/>
                  <a:gd name="T5" fmla="*/ 7 h 17"/>
                  <a:gd name="T6" fmla="*/ 6 w 13"/>
                  <a:gd name="T7" fmla="*/ 3 h 17"/>
                  <a:gd name="T8" fmla="*/ 0 w 13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7">
                    <a:moveTo>
                      <a:pt x="13" y="17"/>
                    </a:moveTo>
                    <a:lnTo>
                      <a:pt x="11" y="12"/>
                    </a:lnTo>
                    <a:lnTo>
                      <a:pt x="9" y="7"/>
                    </a:lnTo>
                    <a:lnTo>
                      <a:pt x="6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59" name="Line 1566"/>
              <p:cNvSpPr>
                <a:spLocks noChangeShapeType="1"/>
              </p:cNvSpPr>
              <p:nvPr userDrawn="1"/>
            </p:nvSpPr>
            <p:spPr bwMode="gray">
              <a:xfrm flipV="1">
                <a:off x="2740" y="896"/>
                <a:ext cx="170" cy="8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60" name="Freeform 1567"/>
              <p:cNvSpPr>
                <a:spLocks/>
              </p:cNvSpPr>
              <p:nvPr userDrawn="1"/>
            </p:nvSpPr>
            <p:spPr bwMode="gray">
              <a:xfrm>
                <a:off x="2910" y="896"/>
                <a:ext cx="3" cy="21"/>
              </a:xfrm>
              <a:custGeom>
                <a:avLst/>
                <a:gdLst>
                  <a:gd name="T0" fmla="*/ 2 w 3"/>
                  <a:gd name="T1" fmla="*/ 21 h 21"/>
                  <a:gd name="T2" fmla="*/ 3 w 3"/>
                  <a:gd name="T3" fmla="*/ 15 h 21"/>
                  <a:gd name="T4" fmla="*/ 3 w 3"/>
                  <a:gd name="T5" fmla="*/ 8 h 21"/>
                  <a:gd name="T6" fmla="*/ 2 w 3"/>
                  <a:gd name="T7" fmla="*/ 3 h 21"/>
                  <a:gd name="T8" fmla="*/ 0 w 3"/>
                  <a:gd name="T9" fmla="*/ 0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21">
                    <a:moveTo>
                      <a:pt x="2" y="21"/>
                    </a:moveTo>
                    <a:lnTo>
                      <a:pt x="3" y="15"/>
                    </a:lnTo>
                    <a:lnTo>
                      <a:pt x="3" y="8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61" name="Freeform 1568"/>
              <p:cNvSpPr>
                <a:spLocks/>
              </p:cNvSpPr>
              <p:nvPr userDrawn="1"/>
            </p:nvSpPr>
            <p:spPr bwMode="gray">
              <a:xfrm>
                <a:off x="2732" y="1116"/>
                <a:ext cx="21" cy="4"/>
              </a:xfrm>
              <a:custGeom>
                <a:avLst/>
                <a:gdLst>
                  <a:gd name="T0" fmla="*/ 21 w 21"/>
                  <a:gd name="T1" fmla="*/ 0 h 2"/>
                  <a:gd name="T2" fmla="*/ 15 w 21"/>
                  <a:gd name="T3" fmla="*/ 2 h 2"/>
                  <a:gd name="T4" fmla="*/ 10 w 21"/>
                  <a:gd name="T5" fmla="*/ 2 h 2"/>
                  <a:gd name="T6" fmla="*/ 5 w 21"/>
                  <a:gd name="T7" fmla="*/ 2 h 2"/>
                  <a:gd name="T8" fmla="*/ 0 w 2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">
                    <a:moveTo>
                      <a:pt x="21" y="0"/>
                    </a:moveTo>
                    <a:lnTo>
                      <a:pt x="15" y="2"/>
                    </a:lnTo>
                    <a:lnTo>
                      <a:pt x="10" y="2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62" name="Line 1569"/>
              <p:cNvSpPr>
                <a:spLocks noChangeShapeType="1"/>
              </p:cNvSpPr>
              <p:nvPr userDrawn="1"/>
            </p:nvSpPr>
            <p:spPr bwMode="gray">
              <a:xfrm>
                <a:off x="2742" y="999"/>
                <a:ext cx="1" cy="23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63" name="Line 1570"/>
              <p:cNvSpPr>
                <a:spLocks noChangeShapeType="1"/>
              </p:cNvSpPr>
              <p:nvPr userDrawn="1"/>
            </p:nvSpPr>
            <p:spPr bwMode="gray">
              <a:xfrm>
                <a:off x="2753" y="997"/>
                <a:ext cx="1" cy="23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64" name="Freeform 1571"/>
              <p:cNvSpPr>
                <a:spLocks/>
              </p:cNvSpPr>
              <p:nvPr userDrawn="1"/>
            </p:nvSpPr>
            <p:spPr bwMode="gray">
              <a:xfrm>
                <a:off x="2732" y="1233"/>
                <a:ext cx="21" cy="4"/>
              </a:xfrm>
              <a:custGeom>
                <a:avLst/>
                <a:gdLst>
                  <a:gd name="T0" fmla="*/ 21 w 21"/>
                  <a:gd name="T1" fmla="*/ 0 h 4"/>
                  <a:gd name="T2" fmla="*/ 14 w 21"/>
                  <a:gd name="T3" fmla="*/ 4 h 4"/>
                  <a:gd name="T4" fmla="*/ 7 w 21"/>
                  <a:gd name="T5" fmla="*/ 4 h 4"/>
                  <a:gd name="T6" fmla="*/ 0 w 21"/>
                  <a:gd name="T7" fmla="*/ 2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4">
                    <a:moveTo>
                      <a:pt x="21" y="0"/>
                    </a:moveTo>
                    <a:lnTo>
                      <a:pt x="14" y="4"/>
                    </a:lnTo>
                    <a:lnTo>
                      <a:pt x="7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65" name="Line 1572"/>
              <p:cNvSpPr>
                <a:spLocks noChangeShapeType="1"/>
              </p:cNvSpPr>
              <p:nvPr userDrawn="1"/>
            </p:nvSpPr>
            <p:spPr bwMode="gray">
              <a:xfrm flipV="1">
                <a:off x="2732" y="997"/>
                <a:ext cx="1" cy="23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66" name="Freeform 1573"/>
              <p:cNvSpPr>
                <a:spLocks/>
              </p:cNvSpPr>
              <p:nvPr userDrawn="1"/>
            </p:nvSpPr>
            <p:spPr bwMode="gray">
              <a:xfrm>
                <a:off x="2732" y="997"/>
                <a:ext cx="21" cy="2"/>
              </a:xfrm>
              <a:custGeom>
                <a:avLst/>
                <a:gdLst>
                  <a:gd name="T0" fmla="*/ 0 w 21"/>
                  <a:gd name="T1" fmla="*/ 0 h 2"/>
                  <a:gd name="T2" fmla="*/ 7 w 21"/>
                  <a:gd name="T3" fmla="*/ 2 h 2"/>
                  <a:gd name="T4" fmla="*/ 14 w 21"/>
                  <a:gd name="T5" fmla="*/ 2 h 2"/>
                  <a:gd name="T6" fmla="*/ 21 w 2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2">
                    <a:moveTo>
                      <a:pt x="0" y="0"/>
                    </a:moveTo>
                    <a:lnTo>
                      <a:pt x="7" y="2"/>
                    </a:lnTo>
                    <a:lnTo>
                      <a:pt x="14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67" name="Freeform 1574"/>
              <p:cNvSpPr>
                <a:spLocks/>
              </p:cNvSpPr>
              <p:nvPr userDrawn="1"/>
            </p:nvSpPr>
            <p:spPr bwMode="gray">
              <a:xfrm>
                <a:off x="2842" y="1181"/>
                <a:ext cx="10" cy="10"/>
              </a:xfrm>
              <a:custGeom>
                <a:avLst/>
                <a:gdLst>
                  <a:gd name="T0" fmla="*/ 10 w 10"/>
                  <a:gd name="T1" fmla="*/ 0 h 10"/>
                  <a:gd name="T2" fmla="*/ 10 w 10"/>
                  <a:gd name="T3" fmla="*/ 5 h 10"/>
                  <a:gd name="T4" fmla="*/ 9 w 10"/>
                  <a:gd name="T5" fmla="*/ 8 h 10"/>
                  <a:gd name="T6" fmla="*/ 5 w 10"/>
                  <a:gd name="T7" fmla="*/ 8 h 10"/>
                  <a:gd name="T8" fmla="*/ 3 w 10"/>
                  <a:gd name="T9" fmla="*/ 10 h 10"/>
                  <a:gd name="T10" fmla="*/ 0 w 10"/>
                  <a:gd name="T11" fmla="*/ 8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0">
                    <a:moveTo>
                      <a:pt x="10" y="0"/>
                    </a:moveTo>
                    <a:lnTo>
                      <a:pt x="10" y="5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3" y="10"/>
                    </a:lnTo>
                    <a:lnTo>
                      <a:pt x="0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68" name="Line 1575"/>
              <p:cNvSpPr>
                <a:spLocks noChangeShapeType="1"/>
              </p:cNvSpPr>
              <p:nvPr userDrawn="1"/>
            </p:nvSpPr>
            <p:spPr bwMode="gray">
              <a:xfrm flipV="1">
                <a:off x="2749" y="1156"/>
                <a:ext cx="163" cy="8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69" name="Line 1576"/>
              <p:cNvSpPr>
                <a:spLocks noChangeShapeType="1"/>
              </p:cNvSpPr>
              <p:nvPr userDrawn="1"/>
            </p:nvSpPr>
            <p:spPr bwMode="gray">
              <a:xfrm flipV="1">
                <a:off x="2753" y="1149"/>
                <a:ext cx="159" cy="8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70" name="Freeform 1577"/>
              <p:cNvSpPr>
                <a:spLocks/>
              </p:cNvSpPr>
              <p:nvPr userDrawn="1"/>
            </p:nvSpPr>
            <p:spPr bwMode="gray">
              <a:xfrm>
                <a:off x="2908" y="1149"/>
                <a:ext cx="4" cy="7"/>
              </a:xfrm>
              <a:custGeom>
                <a:avLst/>
                <a:gdLst>
                  <a:gd name="T0" fmla="*/ 4 w 4"/>
                  <a:gd name="T1" fmla="*/ 0 h 7"/>
                  <a:gd name="T2" fmla="*/ 4 w 4"/>
                  <a:gd name="T3" fmla="*/ 4 h 7"/>
                  <a:gd name="T4" fmla="*/ 4 w 4"/>
                  <a:gd name="T5" fmla="*/ 5 h 7"/>
                  <a:gd name="T6" fmla="*/ 4 w 4"/>
                  <a:gd name="T7" fmla="*/ 7 h 7"/>
                  <a:gd name="T8" fmla="*/ 2 w 4"/>
                  <a:gd name="T9" fmla="*/ 7 h 7"/>
                  <a:gd name="T10" fmla="*/ 0 w 4"/>
                  <a:gd name="T11" fmla="*/ 5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4" y="0"/>
                    </a:moveTo>
                    <a:lnTo>
                      <a:pt x="4" y="4"/>
                    </a:lnTo>
                    <a:lnTo>
                      <a:pt x="4" y="5"/>
                    </a:lnTo>
                    <a:lnTo>
                      <a:pt x="4" y="7"/>
                    </a:lnTo>
                    <a:lnTo>
                      <a:pt x="2" y="7"/>
                    </a:lnTo>
                    <a:lnTo>
                      <a:pt x="0" y="5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71" name="Line 1578"/>
              <p:cNvSpPr>
                <a:spLocks noChangeShapeType="1"/>
              </p:cNvSpPr>
              <p:nvPr userDrawn="1"/>
            </p:nvSpPr>
            <p:spPr bwMode="gray">
              <a:xfrm flipH="1">
                <a:off x="2740" y="1154"/>
                <a:ext cx="169" cy="9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72" name="Freeform 1579"/>
              <p:cNvSpPr>
                <a:spLocks/>
              </p:cNvSpPr>
              <p:nvPr userDrawn="1"/>
            </p:nvSpPr>
            <p:spPr bwMode="gray">
              <a:xfrm>
                <a:off x="2740" y="1233"/>
                <a:ext cx="13" cy="11"/>
              </a:xfrm>
              <a:custGeom>
                <a:avLst/>
                <a:gdLst>
                  <a:gd name="T0" fmla="*/ 13 w 13"/>
                  <a:gd name="T1" fmla="*/ 0 h 11"/>
                  <a:gd name="T2" fmla="*/ 13 w 13"/>
                  <a:gd name="T3" fmla="*/ 4 h 11"/>
                  <a:gd name="T4" fmla="*/ 11 w 13"/>
                  <a:gd name="T5" fmla="*/ 7 h 11"/>
                  <a:gd name="T6" fmla="*/ 7 w 13"/>
                  <a:gd name="T7" fmla="*/ 9 h 11"/>
                  <a:gd name="T8" fmla="*/ 6 w 13"/>
                  <a:gd name="T9" fmla="*/ 11 h 11"/>
                  <a:gd name="T10" fmla="*/ 0 w 13"/>
                  <a:gd name="T11" fmla="*/ 11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1">
                    <a:moveTo>
                      <a:pt x="13" y="0"/>
                    </a:moveTo>
                    <a:lnTo>
                      <a:pt x="13" y="4"/>
                    </a:lnTo>
                    <a:lnTo>
                      <a:pt x="11" y="7"/>
                    </a:lnTo>
                    <a:lnTo>
                      <a:pt x="7" y="9"/>
                    </a:lnTo>
                    <a:lnTo>
                      <a:pt x="6" y="11"/>
                    </a:lnTo>
                    <a:lnTo>
                      <a:pt x="0" y="11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73" name="Freeform 1580"/>
              <p:cNvSpPr>
                <a:spLocks/>
              </p:cNvSpPr>
              <p:nvPr userDrawn="1"/>
            </p:nvSpPr>
            <p:spPr bwMode="gray">
              <a:xfrm>
                <a:off x="3099" y="820"/>
                <a:ext cx="4" cy="7"/>
              </a:xfrm>
              <a:custGeom>
                <a:avLst/>
                <a:gdLst>
                  <a:gd name="T0" fmla="*/ 3 w 5"/>
                  <a:gd name="T1" fmla="*/ 0 h 7"/>
                  <a:gd name="T2" fmla="*/ 0 w 5"/>
                  <a:gd name="T3" fmla="*/ 2 h 7"/>
                  <a:gd name="T4" fmla="*/ 0 w 5"/>
                  <a:gd name="T5" fmla="*/ 4 h 7"/>
                  <a:gd name="T6" fmla="*/ 2 w 5"/>
                  <a:gd name="T7" fmla="*/ 6 h 7"/>
                  <a:gd name="T8" fmla="*/ 3 w 5"/>
                  <a:gd name="T9" fmla="*/ 7 h 7"/>
                  <a:gd name="T10" fmla="*/ 5 w 5"/>
                  <a:gd name="T11" fmla="*/ 7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3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3" y="7"/>
                    </a:lnTo>
                    <a:lnTo>
                      <a:pt x="5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74" name="Line 1581"/>
              <p:cNvSpPr>
                <a:spLocks noChangeShapeType="1"/>
              </p:cNvSpPr>
              <p:nvPr userDrawn="1"/>
            </p:nvSpPr>
            <p:spPr bwMode="gray">
              <a:xfrm flipV="1">
                <a:off x="3253" y="742"/>
                <a:ext cx="4" cy="11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75" name="Line 1582"/>
              <p:cNvSpPr>
                <a:spLocks noChangeShapeType="1"/>
              </p:cNvSpPr>
              <p:nvPr userDrawn="1"/>
            </p:nvSpPr>
            <p:spPr bwMode="gray">
              <a:xfrm flipV="1">
                <a:off x="3249" y="745"/>
                <a:ext cx="2" cy="10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76" name="Freeform 1583"/>
              <p:cNvSpPr>
                <a:spLocks/>
              </p:cNvSpPr>
              <p:nvPr userDrawn="1"/>
            </p:nvSpPr>
            <p:spPr bwMode="gray">
              <a:xfrm>
                <a:off x="3249" y="738"/>
                <a:ext cx="6" cy="7"/>
              </a:xfrm>
              <a:custGeom>
                <a:avLst/>
                <a:gdLst>
                  <a:gd name="T0" fmla="*/ 2 w 6"/>
                  <a:gd name="T1" fmla="*/ 7 h 7"/>
                  <a:gd name="T2" fmla="*/ 4 w 6"/>
                  <a:gd name="T3" fmla="*/ 5 h 7"/>
                  <a:gd name="T4" fmla="*/ 6 w 6"/>
                  <a:gd name="T5" fmla="*/ 4 h 7"/>
                  <a:gd name="T6" fmla="*/ 4 w 6"/>
                  <a:gd name="T7" fmla="*/ 2 h 7"/>
                  <a:gd name="T8" fmla="*/ 2 w 6"/>
                  <a:gd name="T9" fmla="*/ 0 h 7"/>
                  <a:gd name="T10" fmla="*/ 0 w 6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7">
                    <a:moveTo>
                      <a:pt x="2" y="7"/>
                    </a:moveTo>
                    <a:lnTo>
                      <a:pt x="4" y="5"/>
                    </a:lnTo>
                    <a:lnTo>
                      <a:pt x="6" y="4"/>
                    </a:lnTo>
                    <a:lnTo>
                      <a:pt x="4" y="2"/>
                    </a:lnTo>
                    <a:lnTo>
                      <a:pt x="2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77" name="Line 1584"/>
              <p:cNvSpPr>
                <a:spLocks noChangeShapeType="1"/>
              </p:cNvSpPr>
              <p:nvPr userDrawn="1"/>
            </p:nvSpPr>
            <p:spPr bwMode="gray">
              <a:xfrm flipH="1">
                <a:off x="3246" y="738"/>
                <a:ext cx="3" cy="11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78" name="Freeform 1585"/>
              <p:cNvSpPr>
                <a:spLocks/>
              </p:cNvSpPr>
              <p:nvPr userDrawn="1"/>
            </p:nvSpPr>
            <p:spPr bwMode="gray">
              <a:xfrm>
                <a:off x="3146" y="777"/>
                <a:ext cx="13" cy="15"/>
              </a:xfrm>
              <a:custGeom>
                <a:avLst/>
                <a:gdLst>
                  <a:gd name="T0" fmla="*/ 12 w 12"/>
                  <a:gd name="T1" fmla="*/ 15 h 15"/>
                  <a:gd name="T2" fmla="*/ 11 w 12"/>
                  <a:gd name="T3" fmla="*/ 10 h 15"/>
                  <a:gd name="T4" fmla="*/ 9 w 12"/>
                  <a:gd name="T5" fmla="*/ 5 h 15"/>
                  <a:gd name="T6" fmla="*/ 5 w 12"/>
                  <a:gd name="T7" fmla="*/ 1 h 15"/>
                  <a:gd name="T8" fmla="*/ 0 w 12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5">
                    <a:moveTo>
                      <a:pt x="12" y="15"/>
                    </a:moveTo>
                    <a:lnTo>
                      <a:pt x="11" y="10"/>
                    </a:lnTo>
                    <a:lnTo>
                      <a:pt x="9" y="5"/>
                    </a:lnTo>
                    <a:lnTo>
                      <a:pt x="5" y="1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79" name="Line 1586"/>
              <p:cNvSpPr>
                <a:spLocks noChangeShapeType="1"/>
              </p:cNvSpPr>
              <p:nvPr userDrawn="1"/>
            </p:nvSpPr>
            <p:spPr bwMode="gray">
              <a:xfrm flipH="1">
                <a:off x="3094" y="735"/>
                <a:ext cx="155" cy="7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80" name="Line 1587"/>
              <p:cNvSpPr>
                <a:spLocks noChangeShapeType="1"/>
              </p:cNvSpPr>
              <p:nvPr userDrawn="1"/>
            </p:nvSpPr>
            <p:spPr bwMode="gray">
              <a:xfrm flipH="1">
                <a:off x="3102" y="745"/>
                <a:ext cx="149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81" name="Freeform 1588"/>
              <p:cNvSpPr>
                <a:spLocks/>
              </p:cNvSpPr>
              <p:nvPr userDrawn="1"/>
            </p:nvSpPr>
            <p:spPr bwMode="gray">
              <a:xfrm>
                <a:off x="3081" y="808"/>
                <a:ext cx="21" cy="12"/>
              </a:xfrm>
              <a:custGeom>
                <a:avLst/>
                <a:gdLst>
                  <a:gd name="T0" fmla="*/ 21 w 21"/>
                  <a:gd name="T1" fmla="*/ 12 h 12"/>
                  <a:gd name="T2" fmla="*/ 18 w 21"/>
                  <a:gd name="T3" fmla="*/ 7 h 12"/>
                  <a:gd name="T4" fmla="*/ 13 w 21"/>
                  <a:gd name="T5" fmla="*/ 4 h 12"/>
                  <a:gd name="T6" fmla="*/ 7 w 21"/>
                  <a:gd name="T7" fmla="*/ 2 h 12"/>
                  <a:gd name="T8" fmla="*/ 0 w 2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2">
                    <a:moveTo>
                      <a:pt x="21" y="12"/>
                    </a:moveTo>
                    <a:lnTo>
                      <a:pt x="18" y="7"/>
                    </a:lnTo>
                    <a:lnTo>
                      <a:pt x="13" y="4"/>
                    </a:lnTo>
                    <a:lnTo>
                      <a:pt x="7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82" name="Line 1589"/>
              <p:cNvSpPr>
                <a:spLocks noChangeShapeType="1"/>
              </p:cNvSpPr>
              <p:nvPr userDrawn="1"/>
            </p:nvSpPr>
            <p:spPr bwMode="gray">
              <a:xfrm flipV="1">
                <a:off x="3081" y="729"/>
                <a:ext cx="160" cy="7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83" name="Freeform 1590"/>
              <p:cNvSpPr>
                <a:spLocks/>
              </p:cNvSpPr>
              <p:nvPr userDrawn="1"/>
            </p:nvSpPr>
            <p:spPr bwMode="gray">
              <a:xfrm>
                <a:off x="3241" y="729"/>
                <a:ext cx="10" cy="16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2 h 16"/>
                  <a:gd name="T4" fmla="*/ 8 w 10"/>
                  <a:gd name="T5" fmla="*/ 6 h 16"/>
                  <a:gd name="T6" fmla="*/ 10 w 10"/>
                  <a:gd name="T7" fmla="*/ 11 h 16"/>
                  <a:gd name="T8" fmla="*/ 10 w 10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2"/>
                    </a:lnTo>
                    <a:lnTo>
                      <a:pt x="8" y="6"/>
                    </a:lnTo>
                    <a:lnTo>
                      <a:pt x="10" y="11"/>
                    </a:lnTo>
                    <a:lnTo>
                      <a:pt x="10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84" name="Freeform 1591"/>
              <p:cNvSpPr>
                <a:spLocks/>
              </p:cNvSpPr>
              <p:nvPr userDrawn="1"/>
            </p:nvSpPr>
            <p:spPr bwMode="gray">
              <a:xfrm>
                <a:off x="3141" y="698"/>
                <a:ext cx="9" cy="10"/>
              </a:xfrm>
              <a:custGeom>
                <a:avLst/>
                <a:gdLst>
                  <a:gd name="T0" fmla="*/ 9 w 9"/>
                  <a:gd name="T1" fmla="*/ 10 h 10"/>
                  <a:gd name="T2" fmla="*/ 9 w 9"/>
                  <a:gd name="T3" fmla="*/ 5 h 10"/>
                  <a:gd name="T4" fmla="*/ 7 w 9"/>
                  <a:gd name="T5" fmla="*/ 2 h 10"/>
                  <a:gd name="T6" fmla="*/ 5 w 9"/>
                  <a:gd name="T7" fmla="*/ 2 h 10"/>
                  <a:gd name="T8" fmla="*/ 2 w 9"/>
                  <a:gd name="T9" fmla="*/ 0 h 10"/>
                  <a:gd name="T10" fmla="*/ 0 w 9"/>
                  <a:gd name="T11" fmla="*/ 2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10">
                    <a:moveTo>
                      <a:pt x="9" y="10"/>
                    </a:moveTo>
                    <a:lnTo>
                      <a:pt x="9" y="5"/>
                    </a:lnTo>
                    <a:lnTo>
                      <a:pt x="7" y="2"/>
                    </a:lnTo>
                    <a:lnTo>
                      <a:pt x="5" y="2"/>
                    </a:lnTo>
                    <a:lnTo>
                      <a:pt x="2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85" name="Line 1592"/>
              <p:cNvSpPr>
                <a:spLocks noChangeShapeType="1"/>
              </p:cNvSpPr>
              <p:nvPr userDrawn="1"/>
            </p:nvSpPr>
            <p:spPr bwMode="gray">
              <a:xfrm>
                <a:off x="3048" y="672"/>
                <a:ext cx="198" cy="5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86" name="Line 1593"/>
              <p:cNvSpPr>
                <a:spLocks noChangeShapeType="1"/>
              </p:cNvSpPr>
              <p:nvPr userDrawn="1"/>
            </p:nvSpPr>
            <p:spPr bwMode="gray">
              <a:xfrm>
                <a:off x="3052" y="679"/>
                <a:ext cx="197" cy="5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87" name="Freeform 1594"/>
              <p:cNvSpPr>
                <a:spLocks/>
              </p:cNvSpPr>
              <p:nvPr userDrawn="1"/>
            </p:nvSpPr>
            <p:spPr bwMode="gray">
              <a:xfrm>
                <a:off x="3241" y="728"/>
                <a:ext cx="8" cy="10"/>
              </a:xfrm>
              <a:custGeom>
                <a:avLst/>
                <a:gdLst>
                  <a:gd name="T0" fmla="*/ 8 w 8"/>
                  <a:gd name="T1" fmla="*/ 10 h 10"/>
                  <a:gd name="T2" fmla="*/ 8 w 8"/>
                  <a:gd name="T3" fmla="*/ 7 h 10"/>
                  <a:gd name="T4" fmla="*/ 7 w 8"/>
                  <a:gd name="T5" fmla="*/ 3 h 10"/>
                  <a:gd name="T6" fmla="*/ 7 w 8"/>
                  <a:gd name="T7" fmla="*/ 1 h 10"/>
                  <a:gd name="T8" fmla="*/ 5 w 8"/>
                  <a:gd name="T9" fmla="*/ 0 h 10"/>
                  <a:gd name="T10" fmla="*/ 3 w 8"/>
                  <a:gd name="T11" fmla="*/ 0 h 10"/>
                  <a:gd name="T12" fmla="*/ 0 w 8"/>
                  <a:gd name="T13" fmla="*/ 1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" h="10">
                    <a:moveTo>
                      <a:pt x="8" y="10"/>
                    </a:moveTo>
                    <a:lnTo>
                      <a:pt x="8" y="7"/>
                    </a:lnTo>
                    <a:lnTo>
                      <a:pt x="7" y="3"/>
                    </a:lnTo>
                    <a:lnTo>
                      <a:pt x="7" y="1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1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88" name="Line 1595"/>
              <p:cNvSpPr>
                <a:spLocks noChangeShapeType="1"/>
              </p:cNvSpPr>
              <p:nvPr userDrawn="1"/>
            </p:nvSpPr>
            <p:spPr bwMode="gray">
              <a:xfrm flipH="1" flipV="1">
                <a:off x="3043" y="670"/>
                <a:ext cx="198" cy="5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89" name="Freeform 1596"/>
              <p:cNvSpPr>
                <a:spLocks/>
              </p:cNvSpPr>
              <p:nvPr userDrawn="1"/>
            </p:nvSpPr>
            <p:spPr bwMode="gray">
              <a:xfrm>
                <a:off x="3043" y="670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3 w 9"/>
                  <a:gd name="T3" fmla="*/ 0 h 9"/>
                  <a:gd name="T4" fmla="*/ 5 w 9"/>
                  <a:gd name="T5" fmla="*/ 0 h 9"/>
                  <a:gd name="T6" fmla="*/ 7 w 9"/>
                  <a:gd name="T7" fmla="*/ 2 h 9"/>
                  <a:gd name="T8" fmla="*/ 7 w 9"/>
                  <a:gd name="T9" fmla="*/ 3 h 9"/>
                  <a:gd name="T10" fmla="*/ 9 w 9"/>
                  <a:gd name="T11" fmla="*/ 7 h 9"/>
                  <a:gd name="T12" fmla="*/ 9 w 9"/>
                  <a:gd name="T13" fmla="*/ 9 h 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9" y="7"/>
                    </a:lnTo>
                    <a:lnTo>
                      <a:pt x="9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90" name="Freeform 1597"/>
              <p:cNvSpPr>
                <a:spLocks/>
              </p:cNvSpPr>
              <p:nvPr userDrawn="1"/>
            </p:nvSpPr>
            <p:spPr bwMode="gray">
              <a:xfrm>
                <a:off x="2630" y="948"/>
                <a:ext cx="9" cy="18"/>
              </a:xfrm>
              <a:custGeom>
                <a:avLst/>
                <a:gdLst>
                  <a:gd name="T0" fmla="*/ 9 w 9"/>
                  <a:gd name="T1" fmla="*/ 0 h 18"/>
                  <a:gd name="T2" fmla="*/ 5 w 9"/>
                  <a:gd name="T3" fmla="*/ 2 h 18"/>
                  <a:gd name="T4" fmla="*/ 2 w 9"/>
                  <a:gd name="T5" fmla="*/ 7 h 18"/>
                  <a:gd name="T6" fmla="*/ 0 w 9"/>
                  <a:gd name="T7" fmla="*/ 12 h 18"/>
                  <a:gd name="T8" fmla="*/ 0 w 9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8">
                    <a:moveTo>
                      <a:pt x="9" y="0"/>
                    </a:moveTo>
                    <a:lnTo>
                      <a:pt x="5" y="2"/>
                    </a:lnTo>
                    <a:lnTo>
                      <a:pt x="2" y="7"/>
                    </a:lnTo>
                    <a:lnTo>
                      <a:pt x="0" y="12"/>
                    </a:lnTo>
                    <a:lnTo>
                      <a:pt x="0" y="1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91" name="Line 1598"/>
              <p:cNvSpPr>
                <a:spLocks noChangeShapeType="1"/>
              </p:cNvSpPr>
              <p:nvPr userDrawn="1"/>
            </p:nvSpPr>
            <p:spPr bwMode="gray">
              <a:xfrm>
                <a:off x="2532" y="922"/>
                <a:ext cx="204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92" name="Line 1599"/>
              <p:cNvSpPr>
                <a:spLocks noChangeShapeType="1"/>
              </p:cNvSpPr>
              <p:nvPr userDrawn="1"/>
            </p:nvSpPr>
            <p:spPr bwMode="gray">
              <a:xfrm>
                <a:off x="2539" y="915"/>
                <a:ext cx="201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93" name="Freeform 1600"/>
              <p:cNvSpPr>
                <a:spLocks/>
              </p:cNvSpPr>
              <p:nvPr userDrawn="1"/>
            </p:nvSpPr>
            <p:spPr bwMode="gray">
              <a:xfrm>
                <a:off x="2732" y="980"/>
                <a:ext cx="4" cy="17"/>
              </a:xfrm>
              <a:custGeom>
                <a:avLst/>
                <a:gdLst>
                  <a:gd name="T0" fmla="*/ 8 w 8"/>
                  <a:gd name="T1" fmla="*/ 0 h 17"/>
                  <a:gd name="T2" fmla="*/ 5 w 8"/>
                  <a:gd name="T3" fmla="*/ 3 h 17"/>
                  <a:gd name="T4" fmla="*/ 1 w 8"/>
                  <a:gd name="T5" fmla="*/ 8 h 17"/>
                  <a:gd name="T6" fmla="*/ 0 w 8"/>
                  <a:gd name="T7" fmla="*/ 14 h 17"/>
                  <a:gd name="T8" fmla="*/ 0 w 8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8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94" name="Line 1601"/>
              <p:cNvSpPr>
                <a:spLocks noChangeShapeType="1"/>
              </p:cNvSpPr>
              <p:nvPr userDrawn="1"/>
            </p:nvSpPr>
            <p:spPr bwMode="gray">
              <a:xfrm flipH="1" flipV="1">
                <a:off x="2530" y="934"/>
                <a:ext cx="204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95" name="Freeform 1602"/>
              <p:cNvSpPr>
                <a:spLocks/>
              </p:cNvSpPr>
              <p:nvPr userDrawn="1"/>
            </p:nvSpPr>
            <p:spPr bwMode="gray">
              <a:xfrm>
                <a:off x="2530" y="915"/>
                <a:ext cx="9" cy="19"/>
              </a:xfrm>
              <a:custGeom>
                <a:avLst/>
                <a:gdLst>
                  <a:gd name="T0" fmla="*/ 0 w 9"/>
                  <a:gd name="T1" fmla="*/ 19 h 19"/>
                  <a:gd name="T2" fmla="*/ 0 w 9"/>
                  <a:gd name="T3" fmla="*/ 14 h 19"/>
                  <a:gd name="T4" fmla="*/ 2 w 9"/>
                  <a:gd name="T5" fmla="*/ 9 h 19"/>
                  <a:gd name="T6" fmla="*/ 6 w 9"/>
                  <a:gd name="T7" fmla="*/ 3 h 19"/>
                  <a:gd name="T8" fmla="*/ 9 w 9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9">
                    <a:moveTo>
                      <a:pt x="0" y="19"/>
                    </a:moveTo>
                    <a:lnTo>
                      <a:pt x="0" y="14"/>
                    </a:lnTo>
                    <a:lnTo>
                      <a:pt x="2" y="9"/>
                    </a:lnTo>
                    <a:lnTo>
                      <a:pt x="6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96" name="Line 1603"/>
              <p:cNvSpPr>
                <a:spLocks noChangeShapeType="1"/>
              </p:cNvSpPr>
              <p:nvPr userDrawn="1"/>
            </p:nvSpPr>
            <p:spPr bwMode="gray">
              <a:xfrm flipH="1" flipV="1">
                <a:off x="2503" y="1016"/>
                <a:ext cx="22" cy="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97" name="Line 1604"/>
              <p:cNvSpPr>
                <a:spLocks noChangeShapeType="1"/>
              </p:cNvSpPr>
              <p:nvPr userDrawn="1"/>
            </p:nvSpPr>
            <p:spPr bwMode="gray">
              <a:xfrm flipH="1" flipV="1">
                <a:off x="2496" y="1008"/>
                <a:ext cx="30" cy="1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98" name="Freeform 1605"/>
              <p:cNvSpPr>
                <a:spLocks/>
              </p:cNvSpPr>
              <p:nvPr userDrawn="1"/>
            </p:nvSpPr>
            <p:spPr bwMode="gray">
              <a:xfrm>
                <a:off x="2496" y="1008"/>
                <a:ext cx="8" cy="8"/>
              </a:xfrm>
              <a:custGeom>
                <a:avLst/>
                <a:gdLst>
                  <a:gd name="T0" fmla="*/ 0 w 8"/>
                  <a:gd name="T1" fmla="*/ 0 h 8"/>
                  <a:gd name="T2" fmla="*/ 0 w 8"/>
                  <a:gd name="T3" fmla="*/ 3 h 8"/>
                  <a:gd name="T4" fmla="*/ 1 w 8"/>
                  <a:gd name="T5" fmla="*/ 7 h 8"/>
                  <a:gd name="T6" fmla="*/ 3 w 8"/>
                  <a:gd name="T7" fmla="*/ 8 h 8"/>
                  <a:gd name="T8" fmla="*/ 5 w 8"/>
                  <a:gd name="T9" fmla="*/ 8 h 8"/>
                  <a:gd name="T10" fmla="*/ 8 w 8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lnTo>
                      <a:pt x="0" y="3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5" y="8"/>
                    </a:lnTo>
                    <a:lnTo>
                      <a:pt x="8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199" name="Freeform 1606"/>
              <p:cNvSpPr>
                <a:spLocks/>
              </p:cNvSpPr>
              <p:nvPr userDrawn="1"/>
            </p:nvSpPr>
            <p:spPr bwMode="gray">
              <a:xfrm>
                <a:off x="2490" y="885"/>
                <a:ext cx="4" cy="9"/>
              </a:xfrm>
              <a:custGeom>
                <a:avLst/>
                <a:gdLst>
                  <a:gd name="T0" fmla="*/ 4 w 4"/>
                  <a:gd name="T1" fmla="*/ 9 h 9"/>
                  <a:gd name="T2" fmla="*/ 2 w 4"/>
                  <a:gd name="T3" fmla="*/ 7 h 9"/>
                  <a:gd name="T4" fmla="*/ 0 w 4"/>
                  <a:gd name="T5" fmla="*/ 5 h 9"/>
                  <a:gd name="T6" fmla="*/ 0 w 4"/>
                  <a:gd name="T7" fmla="*/ 4 h 9"/>
                  <a:gd name="T8" fmla="*/ 2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4" y="9"/>
                    </a:moveTo>
                    <a:lnTo>
                      <a:pt x="2" y="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00" name="Line 1607"/>
              <p:cNvSpPr>
                <a:spLocks noChangeShapeType="1"/>
              </p:cNvSpPr>
              <p:nvPr userDrawn="1"/>
            </p:nvSpPr>
            <p:spPr bwMode="gray">
              <a:xfrm flipH="1" flipV="1">
                <a:off x="2489" y="775"/>
                <a:ext cx="1" cy="22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01" name="Line 1608"/>
              <p:cNvSpPr>
                <a:spLocks noChangeShapeType="1"/>
              </p:cNvSpPr>
              <p:nvPr userDrawn="1"/>
            </p:nvSpPr>
            <p:spPr bwMode="gray">
              <a:xfrm flipH="1" flipV="1">
                <a:off x="2494" y="778"/>
                <a:ext cx="2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02" name="Freeform 1609"/>
              <p:cNvSpPr>
                <a:spLocks/>
              </p:cNvSpPr>
              <p:nvPr userDrawn="1"/>
            </p:nvSpPr>
            <p:spPr bwMode="gray">
              <a:xfrm>
                <a:off x="2489" y="771"/>
                <a:ext cx="4" cy="4"/>
              </a:xfrm>
              <a:custGeom>
                <a:avLst/>
                <a:gdLst>
                  <a:gd name="T0" fmla="*/ 5 w 5"/>
                  <a:gd name="T1" fmla="*/ 7 h 7"/>
                  <a:gd name="T2" fmla="*/ 1 w 5"/>
                  <a:gd name="T3" fmla="*/ 6 h 7"/>
                  <a:gd name="T4" fmla="*/ 0 w 5"/>
                  <a:gd name="T5" fmla="*/ 4 h 7"/>
                  <a:gd name="T6" fmla="*/ 0 w 5"/>
                  <a:gd name="T7" fmla="*/ 2 h 7"/>
                  <a:gd name="T8" fmla="*/ 3 w 5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7">
                    <a:moveTo>
                      <a:pt x="5" y="7"/>
                    </a:moveTo>
                    <a:lnTo>
                      <a:pt x="1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03" name="Line 1610"/>
              <p:cNvSpPr>
                <a:spLocks noChangeShapeType="1"/>
              </p:cNvSpPr>
              <p:nvPr userDrawn="1"/>
            </p:nvSpPr>
            <p:spPr bwMode="gray">
              <a:xfrm>
                <a:off x="2492" y="771"/>
                <a:ext cx="2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04" name="Freeform 1611"/>
              <p:cNvSpPr>
                <a:spLocks/>
              </p:cNvSpPr>
              <p:nvPr userDrawn="1"/>
            </p:nvSpPr>
            <p:spPr bwMode="gray">
              <a:xfrm>
                <a:off x="2492" y="1001"/>
                <a:ext cx="4" cy="7"/>
              </a:xfrm>
              <a:custGeom>
                <a:avLst/>
                <a:gdLst>
                  <a:gd name="T0" fmla="*/ 4 w 4"/>
                  <a:gd name="T1" fmla="*/ 7 h 7"/>
                  <a:gd name="T2" fmla="*/ 2 w 4"/>
                  <a:gd name="T3" fmla="*/ 5 h 7"/>
                  <a:gd name="T4" fmla="*/ 0 w 4"/>
                  <a:gd name="T5" fmla="*/ 3 h 7"/>
                  <a:gd name="T6" fmla="*/ 0 w 4"/>
                  <a:gd name="T7" fmla="*/ 1 h 7"/>
                  <a:gd name="T8" fmla="*/ 2 w 4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7">
                    <a:moveTo>
                      <a:pt x="4" y="7"/>
                    </a:moveTo>
                    <a:lnTo>
                      <a:pt x="2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05" name="Freeform 1612"/>
              <p:cNvSpPr>
                <a:spLocks/>
              </p:cNvSpPr>
              <p:nvPr userDrawn="1"/>
            </p:nvSpPr>
            <p:spPr bwMode="gray">
              <a:xfrm>
                <a:off x="2590" y="791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0 w 9"/>
                  <a:gd name="T3" fmla="*/ 12 h 17"/>
                  <a:gd name="T4" fmla="*/ 2 w 9"/>
                  <a:gd name="T5" fmla="*/ 7 h 17"/>
                  <a:gd name="T6" fmla="*/ 5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0" y="12"/>
                    </a:lnTo>
                    <a:lnTo>
                      <a:pt x="2" y="7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06" name="Line 1613"/>
              <p:cNvSpPr>
                <a:spLocks noChangeShapeType="1"/>
              </p:cNvSpPr>
              <p:nvPr userDrawn="1"/>
            </p:nvSpPr>
            <p:spPr bwMode="gray">
              <a:xfrm>
                <a:off x="2496" y="768"/>
                <a:ext cx="201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07" name="Line 1614"/>
              <p:cNvSpPr>
                <a:spLocks noChangeShapeType="1"/>
              </p:cNvSpPr>
              <p:nvPr userDrawn="1"/>
            </p:nvSpPr>
            <p:spPr bwMode="gray">
              <a:xfrm>
                <a:off x="2494" y="778"/>
                <a:ext cx="194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08" name="Freeform 1615"/>
              <p:cNvSpPr>
                <a:spLocks/>
              </p:cNvSpPr>
              <p:nvPr userDrawn="1"/>
            </p:nvSpPr>
            <p:spPr bwMode="gray">
              <a:xfrm>
                <a:off x="2688" y="826"/>
                <a:ext cx="22" cy="14"/>
              </a:xfrm>
              <a:custGeom>
                <a:avLst/>
                <a:gdLst>
                  <a:gd name="T0" fmla="*/ 0 w 19"/>
                  <a:gd name="T1" fmla="*/ 14 h 14"/>
                  <a:gd name="T2" fmla="*/ 3 w 19"/>
                  <a:gd name="T3" fmla="*/ 8 h 14"/>
                  <a:gd name="T4" fmla="*/ 9 w 19"/>
                  <a:gd name="T5" fmla="*/ 3 h 14"/>
                  <a:gd name="T6" fmla="*/ 14 w 19"/>
                  <a:gd name="T7" fmla="*/ 1 h 14"/>
                  <a:gd name="T8" fmla="*/ 19 w 19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4">
                    <a:moveTo>
                      <a:pt x="0" y="14"/>
                    </a:moveTo>
                    <a:lnTo>
                      <a:pt x="3" y="8"/>
                    </a:lnTo>
                    <a:lnTo>
                      <a:pt x="9" y="3"/>
                    </a:lnTo>
                    <a:lnTo>
                      <a:pt x="14" y="1"/>
                    </a:lnTo>
                    <a:lnTo>
                      <a:pt x="1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09" name="Line 1616"/>
              <p:cNvSpPr>
                <a:spLocks noChangeShapeType="1"/>
              </p:cNvSpPr>
              <p:nvPr userDrawn="1"/>
            </p:nvSpPr>
            <p:spPr bwMode="gray">
              <a:xfrm flipH="1" flipV="1">
                <a:off x="2503" y="761"/>
                <a:ext cx="204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10" name="Freeform 1617"/>
              <p:cNvSpPr>
                <a:spLocks/>
              </p:cNvSpPr>
              <p:nvPr userDrawn="1"/>
            </p:nvSpPr>
            <p:spPr bwMode="gray">
              <a:xfrm>
                <a:off x="2494" y="761"/>
                <a:ext cx="9" cy="17"/>
              </a:xfrm>
              <a:custGeom>
                <a:avLst/>
                <a:gdLst>
                  <a:gd name="T0" fmla="*/ 9 w 9"/>
                  <a:gd name="T1" fmla="*/ 0 h 17"/>
                  <a:gd name="T2" fmla="*/ 3 w 9"/>
                  <a:gd name="T3" fmla="*/ 3 h 17"/>
                  <a:gd name="T4" fmla="*/ 2 w 9"/>
                  <a:gd name="T5" fmla="*/ 9 h 17"/>
                  <a:gd name="T6" fmla="*/ 0 w 9"/>
                  <a:gd name="T7" fmla="*/ 12 h 17"/>
                  <a:gd name="T8" fmla="*/ 0 w 9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9" y="0"/>
                    </a:moveTo>
                    <a:lnTo>
                      <a:pt x="3" y="3"/>
                    </a:lnTo>
                    <a:lnTo>
                      <a:pt x="2" y="9"/>
                    </a:lnTo>
                    <a:lnTo>
                      <a:pt x="0" y="12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11" name="Freeform 1618"/>
              <p:cNvSpPr>
                <a:spLocks/>
              </p:cNvSpPr>
              <p:nvPr userDrawn="1"/>
            </p:nvSpPr>
            <p:spPr bwMode="gray">
              <a:xfrm>
                <a:off x="3034" y="929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2 w 9"/>
                  <a:gd name="T3" fmla="*/ 12 h 17"/>
                  <a:gd name="T4" fmla="*/ 4 w 9"/>
                  <a:gd name="T5" fmla="*/ 7 h 17"/>
                  <a:gd name="T6" fmla="*/ 5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2" y="12"/>
                    </a:lnTo>
                    <a:lnTo>
                      <a:pt x="4" y="7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12" name="Line 1619"/>
              <p:cNvSpPr>
                <a:spLocks noChangeShapeType="1"/>
              </p:cNvSpPr>
              <p:nvPr userDrawn="1"/>
            </p:nvSpPr>
            <p:spPr bwMode="gray">
              <a:xfrm>
                <a:off x="2929" y="903"/>
                <a:ext cx="213" cy="6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13" name="Line 1620"/>
              <p:cNvSpPr>
                <a:spLocks noChangeShapeType="1"/>
              </p:cNvSpPr>
              <p:nvPr userDrawn="1"/>
            </p:nvSpPr>
            <p:spPr bwMode="gray">
              <a:xfrm>
                <a:off x="2933" y="915"/>
                <a:ext cx="204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14" name="Freeform 1621"/>
              <p:cNvSpPr>
                <a:spLocks/>
              </p:cNvSpPr>
              <p:nvPr userDrawn="1"/>
            </p:nvSpPr>
            <p:spPr bwMode="gray">
              <a:xfrm>
                <a:off x="3137" y="960"/>
                <a:ext cx="9" cy="22"/>
              </a:xfrm>
              <a:custGeom>
                <a:avLst/>
                <a:gdLst>
                  <a:gd name="T0" fmla="*/ 0 w 9"/>
                  <a:gd name="T1" fmla="*/ 20 h 20"/>
                  <a:gd name="T2" fmla="*/ 2 w 9"/>
                  <a:gd name="T3" fmla="*/ 14 h 20"/>
                  <a:gd name="T4" fmla="*/ 4 w 9"/>
                  <a:gd name="T5" fmla="*/ 9 h 20"/>
                  <a:gd name="T6" fmla="*/ 6 w 9"/>
                  <a:gd name="T7" fmla="*/ 4 h 20"/>
                  <a:gd name="T8" fmla="*/ 9 w 9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20">
                    <a:moveTo>
                      <a:pt x="0" y="20"/>
                    </a:moveTo>
                    <a:lnTo>
                      <a:pt x="2" y="14"/>
                    </a:lnTo>
                    <a:lnTo>
                      <a:pt x="4" y="9"/>
                    </a:lnTo>
                    <a:lnTo>
                      <a:pt x="6" y="4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15" name="Line 1622"/>
              <p:cNvSpPr>
                <a:spLocks noChangeShapeType="1"/>
              </p:cNvSpPr>
              <p:nvPr userDrawn="1"/>
            </p:nvSpPr>
            <p:spPr bwMode="gray">
              <a:xfrm flipH="1" flipV="1">
                <a:off x="2929" y="894"/>
                <a:ext cx="217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16" name="Freeform 1623"/>
              <p:cNvSpPr>
                <a:spLocks/>
              </p:cNvSpPr>
              <p:nvPr userDrawn="1"/>
            </p:nvSpPr>
            <p:spPr bwMode="gray">
              <a:xfrm>
                <a:off x="2929" y="894"/>
                <a:ext cx="4" cy="21"/>
              </a:xfrm>
              <a:custGeom>
                <a:avLst/>
                <a:gdLst>
                  <a:gd name="T0" fmla="*/ 4 w 4"/>
                  <a:gd name="T1" fmla="*/ 21 h 21"/>
                  <a:gd name="T2" fmla="*/ 0 w 4"/>
                  <a:gd name="T3" fmla="*/ 14 h 21"/>
                  <a:gd name="T4" fmla="*/ 0 w 4"/>
                  <a:gd name="T5" fmla="*/ 7 h 21"/>
                  <a:gd name="T6" fmla="*/ 0 w 4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21">
                    <a:moveTo>
                      <a:pt x="4" y="21"/>
                    </a:moveTo>
                    <a:lnTo>
                      <a:pt x="0" y="14"/>
                    </a:lnTo>
                    <a:lnTo>
                      <a:pt x="0" y="7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17" name="Freeform 1624"/>
              <p:cNvSpPr>
                <a:spLocks/>
              </p:cNvSpPr>
              <p:nvPr userDrawn="1"/>
            </p:nvSpPr>
            <p:spPr bwMode="gray">
              <a:xfrm>
                <a:off x="3136" y="1097"/>
                <a:ext cx="21" cy="1"/>
              </a:xfrm>
              <a:custGeom>
                <a:avLst/>
                <a:gdLst>
                  <a:gd name="T0" fmla="*/ 0 w 21"/>
                  <a:gd name="T1" fmla="*/ 0 h 1"/>
                  <a:gd name="T2" fmla="*/ 5 w 21"/>
                  <a:gd name="T3" fmla="*/ 1 h 1"/>
                  <a:gd name="T4" fmla="*/ 10 w 21"/>
                  <a:gd name="T5" fmla="*/ 1 h 1"/>
                  <a:gd name="T6" fmla="*/ 15 w 21"/>
                  <a:gd name="T7" fmla="*/ 1 h 1"/>
                  <a:gd name="T8" fmla="*/ 21 w 21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">
                    <a:moveTo>
                      <a:pt x="0" y="0"/>
                    </a:moveTo>
                    <a:lnTo>
                      <a:pt x="5" y="1"/>
                    </a:lnTo>
                    <a:lnTo>
                      <a:pt x="10" y="1"/>
                    </a:lnTo>
                    <a:lnTo>
                      <a:pt x="15" y="1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18" name="Line 1625"/>
              <p:cNvSpPr>
                <a:spLocks noChangeShapeType="1"/>
              </p:cNvSpPr>
              <p:nvPr userDrawn="1"/>
            </p:nvSpPr>
            <p:spPr bwMode="gray">
              <a:xfrm flipH="1">
                <a:off x="3144" y="980"/>
                <a:ext cx="4" cy="23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19" name="Line 1626"/>
              <p:cNvSpPr>
                <a:spLocks noChangeShapeType="1"/>
              </p:cNvSpPr>
              <p:nvPr userDrawn="1"/>
            </p:nvSpPr>
            <p:spPr bwMode="gray">
              <a:xfrm flipH="1">
                <a:off x="3134" y="980"/>
                <a:ext cx="3" cy="23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20" name="Freeform 1627"/>
              <p:cNvSpPr>
                <a:spLocks/>
              </p:cNvSpPr>
              <p:nvPr userDrawn="1"/>
            </p:nvSpPr>
            <p:spPr bwMode="gray">
              <a:xfrm>
                <a:off x="3134" y="1214"/>
                <a:ext cx="21" cy="3"/>
              </a:xfrm>
              <a:custGeom>
                <a:avLst/>
                <a:gdLst>
                  <a:gd name="T0" fmla="*/ 0 w 21"/>
                  <a:gd name="T1" fmla="*/ 2 h 3"/>
                  <a:gd name="T2" fmla="*/ 5 w 21"/>
                  <a:gd name="T3" fmla="*/ 3 h 3"/>
                  <a:gd name="T4" fmla="*/ 10 w 21"/>
                  <a:gd name="T5" fmla="*/ 3 h 3"/>
                  <a:gd name="T6" fmla="*/ 16 w 21"/>
                  <a:gd name="T7" fmla="*/ 2 h 3"/>
                  <a:gd name="T8" fmla="*/ 21 w 21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3">
                    <a:moveTo>
                      <a:pt x="0" y="2"/>
                    </a:moveTo>
                    <a:lnTo>
                      <a:pt x="5" y="3"/>
                    </a:lnTo>
                    <a:lnTo>
                      <a:pt x="10" y="3"/>
                    </a:lnTo>
                    <a:lnTo>
                      <a:pt x="16" y="2"/>
                    </a:lnTo>
                    <a:lnTo>
                      <a:pt x="2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21" name="Line 1628"/>
              <p:cNvSpPr>
                <a:spLocks noChangeShapeType="1"/>
              </p:cNvSpPr>
              <p:nvPr userDrawn="1"/>
            </p:nvSpPr>
            <p:spPr bwMode="gray">
              <a:xfrm flipV="1">
                <a:off x="3155" y="978"/>
                <a:ext cx="4" cy="23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22" name="Freeform 1629"/>
              <p:cNvSpPr>
                <a:spLocks/>
              </p:cNvSpPr>
              <p:nvPr userDrawn="1"/>
            </p:nvSpPr>
            <p:spPr bwMode="gray">
              <a:xfrm>
                <a:off x="3137" y="978"/>
                <a:ext cx="22" cy="4"/>
              </a:xfrm>
              <a:custGeom>
                <a:avLst/>
                <a:gdLst>
                  <a:gd name="T0" fmla="*/ 21 w 21"/>
                  <a:gd name="T1" fmla="*/ 0 h 3"/>
                  <a:gd name="T2" fmla="*/ 16 w 21"/>
                  <a:gd name="T3" fmla="*/ 2 h 3"/>
                  <a:gd name="T4" fmla="*/ 11 w 21"/>
                  <a:gd name="T5" fmla="*/ 3 h 3"/>
                  <a:gd name="T6" fmla="*/ 6 w 21"/>
                  <a:gd name="T7" fmla="*/ 2 h 3"/>
                  <a:gd name="T8" fmla="*/ 0 w 21"/>
                  <a:gd name="T9" fmla="*/ 2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3">
                    <a:moveTo>
                      <a:pt x="21" y="0"/>
                    </a:moveTo>
                    <a:lnTo>
                      <a:pt x="16" y="2"/>
                    </a:lnTo>
                    <a:lnTo>
                      <a:pt x="11" y="3"/>
                    </a:lnTo>
                    <a:lnTo>
                      <a:pt x="6" y="2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23" name="Freeform 1630"/>
              <p:cNvSpPr>
                <a:spLocks/>
              </p:cNvSpPr>
              <p:nvPr userDrawn="1"/>
            </p:nvSpPr>
            <p:spPr bwMode="gray">
              <a:xfrm>
                <a:off x="3032" y="1182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4 h 9"/>
                  <a:gd name="T4" fmla="*/ 2 w 9"/>
                  <a:gd name="T5" fmla="*/ 7 h 9"/>
                  <a:gd name="T6" fmla="*/ 4 w 9"/>
                  <a:gd name="T7" fmla="*/ 9 h 9"/>
                  <a:gd name="T8" fmla="*/ 6 w 9"/>
                  <a:gd name="T9" fmla="*/ 9 h 9"/>
                  <a:gd name="T10" fmla="*/ 9 w 9"/>
                  <a:gd name="T11" fmla="*/ 7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4"/>
                    </a:lnTo>
                    <a:lnTo>
                      <a:pt x="2" y="7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24" name="Line 1631"/>
              <p:cNvSpPr>
                <a:spLocks noChangeShapeType="1"/>
              </p:cNvSpPr>
              <p:nvPr userDrawn="1"/>
            </p:nvSpPr>
            <p:spPr bwMode="gray">
              <a:xfrm flipH="1" flipV="1">
                <a:off x="2927" y="1154"/>
                <a:ext cx="210" cy="6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25" name="Line 1632"/>
              <p:cNvSpPr>
                <a:spLocks noChangeShapeType="1"/>
              </p:cNvSpPr>
              <p:nvPr userDrawn="1"/>
            </p:nvSpPr>
            <p:spPr bwMode="gray">
              <a:xfrm flipH="1" flipV="1">
                <a:off x="2931" y="1149"/>
                <a:ext cx="204" cy="67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26" name="Freeform 1633"/>
              <p:cNvSpPr>
                <a:spLocks/>
              </p:cNvSpPr>
              <p:nvPr userDrawn="1"/>
            </p:nvSpPr>
            <p:spPr bwMode="gray">
              <a:xfrm>
                <a:off x="2929" y="114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2 h 5"/>
                  <a:gd name="T4" fmla="*/ 0 w 2"/>
                  <a:gd name="T5" fmla="*/ 4 h 5"/>
                  <a:gd name="T6" fmla="*/ 0 w 2"/>
                  <a:gd name="T7" fmla="*/ 5 h 5"/>
                  <a:gd name="T8" fmla="*/ 0 w 2"/>
                  <a:gd name="T9" fmla="*/ 5 h 5"/>
                  <a:gd name="T10" fmla="*/ 0 w 2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27" name="Line 1634"/>
              <p:cNvSpPr>
                <a:spLocks noChangeShapeType="1"/>
              </p:cNvSpPr>
              <p:nvPr userDrawn="1"/>
            </p:nvSpPr>
            <p:spPr bwMode="gray">
              <a:xfrm>
                <a:off x="2929" y="1154"/>
                <a:ext cx="214" cy="6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28" name="Freeform 1635"/>
              <p:cNvSpPr>
                <a:spLocks/>
              </p:cNvSpPr>
              <p:nvPr userDrawn="1"/>
            </p:nvSpPr>
            <p:spPr bwMode="gray">
              <a:xfrm>
                <a:off x="3134" y="1216"/>
                <a:ext cx="9" cy="8"/>
              </a:xfrm>
              <a:custGeom>
                <a:avLst/>
                <a:gdLst>
                  <a:gd name="T0" fmla="*/ 0 w 9"/>
                  <a:gd name="T1" fmla="*/ 0 h 8"/>
                  <a:gd name="T2" fmla="*/ 2 w 9"/>
                  <a:gd name="T3" fmla="*/ 3 h 8"/>
                  <a:gd name="T4" fmla="*/ 2 w 9"/>
                  <a:gd name="T5" fmla="*/ 5 h 8"/>
                  <a:gd name="T6" fmla="*/ 3 w 9"/>
                  <a:gd name="T7" fmla="*/ 8 h 8"/>
                  <a:gd name="T8" fmla="*/ 5 w 9"/>
                  <a:gd name="T9" fmla="*/ 8 h 8"/>
                  <a:gd name="T10" fmla="*/ 9 w 9"/>
                  <a:gd name="T11" fmla="*/ 7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8">
                    <a:moveTo>
                      <a:pt x="0" y="0"/>
                    </a:moveTo>
                    <a:lnTo>
                      <a:pt x="2" y="3"/>
                    </a:lnTo>
                    <a:lnTo>
                      <a:pt x="2" y="5"/>
                    </a:lnTo>
                    <a:lnTo>
                      <a:pt x="3" y="8"/>
                    </a:lnTo>
                    <a:lnTo>
                      <a:pt x="5" y="8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29" name="Freeform 1636"/>
              <p:cNvSpPr>
                <a:spLocks/>
              </p:cNvSpPr>
              <p:nvPr userDrawn="1"/>
            </p:nvSpPr>
            <p:spPr bwMode="gray">
              <a:xfrm>
                <a:off x="2649" y="694"/>
                <a:ext cx="20" cy="2"/>
              </a:xfrm>
              <a:custGeom>
                <a:avLst/>
                <a:gdLst>
                  <a:gd name="T0" fmla="*/ 20 w 20"/>
                  <a:gd name="T1" fmla="*/ 2 h 2"/>
                  <a:gd name="T2" fmla="*/ 13 w 20"/>
                  <a:gd name="T3" fmla="*/ 0 h 2"/>
                  <a:gd name="T4" fmla="*/ 6 w 20"/>
                  <a:gd name="T5" fmla="*/ 0 h 2"/>
                  <a:gd name="T6" fmla="*/ 0 w 20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">
                    <a:moveTo>
                      <a:pt x="20" y="2"/>
                    </a:moveTo>
                    <a:lnTo>
                      <a:pt x="13" y="0"/>
                    </a:lnTo>
                    <a:lnTo>
                      <a:pt x="6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30" name="Freeform 1637"/>
              <p:cNvSpPr>
                <a:spLocks/>
              </p:cNvSpPr>
              <p:nvPr userDrawn="1"/>
            </p:nvSpPr>
            <p:spPr bwMode="gray">
              <a:xfrm>
                <a:off x="2756" y="715"/>
                <a:ext cx="9" cy="11"/>
              </a:xfrm>
              <a:custGeom>
                <a:avLst/>
                <a:gdLst>
                  <a:gd name="T0" fmla="*/ 9 w 9"/>
                  <a:gd name="T1" fmla="*/ 11 h 11"/>
                  <a:gd name="T2" fmla="*/ 9 w 9"/>
                  <a:gd name="T3" fmla="*/ 6 h 11"/>
                  <a:gd name="T4" fmla="*/ 7 w 9"/>
                  <a:gd name="T5" fmla="*/ 4 h 11"/>
                  <a:gd name="T6" fmla="*/ 5 w 9"/>
                  <a:gd name="T7" fmla="*/ 0 h 11"/>
                  <a:gd name="T8" fmla="*/ 4 w 9"/>
                  <a:gd name="T9" fmla="*/ 0 h 11"/>
                  <a:gd name="T10" fmla="*/ 0 w 9"/>
                  <a:gd name="T11" fmla="*/ 2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11">
                    <a:moveTo>
                      <a:pt x="9" y="11"/>
                    </a:moveTo>
                    <a:lnTo>
                      <a:pt x="9" y="6"/>
                    </a:lnTo>
                    <a:lnTo>
                      <a:pt x="7" y="4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31" name="Line 1638"/>
              <p:cNvSpPr>
                <a:spLocks noChangeShapeType="1"/>
              </p:cNvSpPr>
              <p:nvPr userDrawn="1"/>
            </p:nvSpPr>
            <p:spPr bwMode="gray">
              <a:xfrm>
                <a:off x="2665" y="687"/>
                <a:ext cx="200" cy="6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32" name="Line 1639"/>
              <p:cNvSpPr>
                <a:spLocks noChangeShapeType="1"/>
              </p:cNvSpPr>
              <p:nvPr userDrawn="1"/>
            </p:nvSpPr>
            <p:spPr bwMode="gray">
              <a:xfrm>
                <a:off x="2669" y="696"/>
                <a:ext cx="192" cy="5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33" name="Freeform 1640"/>
              <p:cNvSpPr>
                <a:spLocks/>
              </p:cNvSpPr>
              <p:nvPr userDrawn="1"/>
            </p:nvSpPr>
            <p:spPr bwMode="gray">
              <a:xfrm>
                <a:off x="2861" y="749"/>
                <a:ext cx="4" cy="5"/>
              </a:xfrm>
              <a:custGeom>
                <a:avLst/>
                <a:gdLst>
                  <a:gd name="T0" fmla="*/ 0 w 4"/>
                  <a:gd name="T1" fmla="*/ 5 h 5"/>
                  <a:gd name="T2" fmla="*/ 2 w 4"/>
                  <a:gd name="T3" fmla="*/ 3 h 5"/>
                  <a:gd name="T4" fmla="*/ 4 w 4"/>
                  <a:gd name="T5" fmla="*/ 1 h 5"/>
                  <a:gd name="T6" fmla="*/ 4 w 4"/>
                  <a:gd name="T7" fmla="*/ 0 h 5"/>
                  <a:gd name="T8" fmla="*/ 4 w 4"/>
                  <a:gd name="T9" fmla="*/ 0 h 5"/>
                  <a:gd name="T10" fmla="*/ 4 w 4"/>
                  <a:gd name="T11" fmla="*/ 0 h 5"/>
                  <a:gd name="T12" fmla="*/ 4 w 4"/>
                  <a:gd name="T13" fmla="*/ 0 h 5"/>
                  <a:gd name="T14" fmla="*/ 4 w 4"/>
                  <a:gd name="T15" fmla="*/ 0 h 5"/>
                  <a:gd name="T16" fmla="*/ 4 w 4"/>
                  <a:gd name="T17" fmla="*/ 0 h 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" h="5">
                    <a:moveTo>
                      <a:pt x="0" y="5"/>
                    </a:moveTo>
                    <a:lnTo>
                      <a:pt x="2" y="3"/>
                    </a:lnTo>
                    <a:lnTo>
                      <a:pt x="4" y="1"/>
                    </a:lnTo>
                    <a:lnTo>
                      <a:pt x="4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34" name="Line 1641"/>
              <p:cNvSpPr>
                <a:spLocks noChangeShapeType="1"/>
              </p:cNvSpPr>
              <p:nvPr userDrawn="1"/>
            </p:nvSpPr>
            <p:spPr bwMode="gray">
              <a:xfrm flipH="1" flipV="1">
                <a:off x="2660" y="687"/>
                <a:ext cx="205" cy="6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35" name="Freeform 1642"/>
              <p:cNvSpPr>
                <a:spLocks/>
              </p:cNvSpPr>
              <p:nvPr userDrawn="1"/>
            </p:nvSpPr>
            <p:spPr bwMode="gray">
              <a:xfrm>
                <a:off x="2660" y="686"/>
                <a:ext cx="9" cy="10"/>
              </a:xfrm>
              <a:custGeom>
                <a:avLst/>
                <a:gdLst>
                  <a:gd name="T0" fmla="*/ 0 w 9"/>
                  <a:gd name="T1" fmla="*/ 1 h 10"/>
                  <a:gd name="T2" fmla="*/ 3 w 9"/>
                  <a:gd name="T3" fmla="*/ 0 h 10"/>
                  <a:gd name="T4" fmla="*/ 5 w 9"/>
                  <a:gd name="T5" fmla="*/ 1 h 10"/>
                  <a:gd name="T6" fmla="*/ 7 w 9"/>
                  <a:gd name="T7" fmla="*/ 3 h 10"/>
                  <a:gd name="T8" fmla="*/ 7 w 9"/>
                  <a:gd name="T9" fmla="*/ 7 h 10"/>
                  <a:gd name="T10" fmla="*/ 9 w 9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10">
                    <a:moveTo>
                      <a:pt x="0" y="1"/>
                    </a:moveTo>
                    <a:lnTo>
                      <a:pt x="3" y="0"/>
                    </a:lnTo>
                    <a:lnTo>
                      <a:pt x="5" y="1"/>
                    </a:lnTo>
                    <a:lnTo>
                      <a:pt x="7" y="3"/>
                    </a:lnTo>
                    <a:lnTo>
                      <a:pt x="7" y="7"/>
                    </a:lnTo>
                    <a:lnTo>
                      <a:pt x="9" y="1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36" name="Freeform 1643"/>
              <p:cNvSpPr>
                <a:spLocks/>
              </p:cNvSpPr>
              <p:nvPr userDrawn="1"/>
            </p:nvSpPr>
            <p:spPr bwMode="gray">
              <a:xfrm>
                <a:off x="3197" y="848"/>
                <a:ext cx="9" cy="13"/>
              </a:xfrm>
              <a:custGeom>
                <a:avLst/>
                <a:gdLst>
                  <a:gd name="T0" fmla="*/ 9 w 9"/>
                  <a:gd name="T1" fmla="*/ 11 h 11"/>
                  <a:gd name="T2" fmla="*/ 9 w 9"/>
                  <a:gd name="T3" fmla="*/ 6 h 11"/>
                  <a:gd name="T4" fmla="*/ 7 w 9"/>
                  <a:gd name="T5" fmla="*/ 2 h 11"/>
                  <a:gd name="T6" fmla="*/ 5 w 9"/>
                  <a:gd name="T7" fmla="*/ 0 h 11"/>
                  <a:gd name="T8" fmla="*/ 3 w 9"/>
                  <a:gd name="T9" fmla="*/ 0 h 11"/>
                  <a:gd name="T10" fmla="*/ 0 w 9"/>
                  <a:gd name="T11" fmla="*/ 2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11">
                    <a:moveTo>
                      <a:pt x="9" y="11"/>
                    </a:moveTo>
                    <a:lnTo>
                      <a:pt x="9" y="6"/>
                    </a:lnTo>
                    <a:lnTo>
                      <a:pt x="7" y="2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37" name="Line 1644"/>
              <p:cNvSpPr>
                <a:spLocks noChangeShapeType="1"/>
              </p:cNvSpPr>
              <p:nvPr userDrawn="1"/>
            </p:nvSpPr>
            <p:spPr bwMode="gray">
              <a:xfrm>
                <a:off x="3097" y="819"/>
                <a:ext cx="210" cy="6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38" name="Line 1645"/>
              <p:cNvSpPr>
                <a:spLocks noChangeShapeType="1"/>
              </p:cNvSpPr>
              <p:nvPr userDrawn="1"/>
            </p:nvSpPr>
            <p:spPr bwMode="gray">
              <a:xfrm>
                <a:off x="3104" y="827"/>
                <a:ext cx="205" cy="6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39" name="Freeform 1646"/>
              <p:cNvSpPr>
                <a:spLocks/>
              </p:cNvSpPr>
              <p:nvPr userDrawn="1"/>
            </p:nvSpPr>
            <p:spPr bwMode="gray">
              <a:xfrm>
                <a:off x="3300" y="880"/>
                <a:ext cx="9" cy="10"/>
              </a:xfrm>
              <a:custGeom>
                <a:avLst/>
                <a:gdLst>
                  <a:gd name="T0" fmla="*/ 9 w 9"/>
                  <a:gd name="T1" fmla="*/ 10 h 10"/>
                  <a:gd name="T2" fmla="*/ 9 w 9"/>
                  <a:gd name="T3" fmla="*/ 7 h 10"/>
                  <a:gd name="T4" fmla="*/ 9 w 9"/>
                  <a:gd name="T5" fmla="*/ 3 h 10"/>
                  <a:gd name="T6" fmla="*/ 7 w 9"/>
                  <a:gd name="T7" fmla="*/ 2 h 10"/>
                  <a:gd name="T8" fmla="*/ 5 w 9"/>
                  <a:gd name="T9" fmla="*/ 0 h 10"/>
                  <a:gd name="T10" fmla="*/ 3 w 9"/>
                  <a:gd name="T11" fmla="*/ 0 h 10"/>
                  <a:gd name="T12" fmla="*/ 0 w 9"/>
                  <a:gd name="T13" fmla="*/ 2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0">
                    <a:moveTo>
                      <a:pt x="9" y="10"/>
                    </a:moveTo>
                    <a:lnTo>
                      <a:pt x="9" y="7"/>
                    </a:lnTo>
                    <a:lnTo>
                      <a:pt x="9" y="3"/>
                    </a:lnTo>
                    <a:lnTo>
                      <a:pt x="7" y="2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40" name="Line 1647"/>
              <p:cNvSpPr>
                <a:spLocks noChangeShapeType="1"/>
              </p:cNvSpPr>
              <p:nvPr userDrawn="1"/>
            </p:nvSpPr>
            <p:spPr bwMode="gray">
              <a:xfrm flipH="1" flipV="1">
                <a:off x="3085" y="815"/>
                <a:ext cx="215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41" name="Freeform 1648"/>
              <p:cNvSpPr>
                <a:spLocks/>
              </p:cNvSpPr>
              <p:nvPr userDrawn="1"/>
            </p:nvSpPr>
            <p:spPr bwMode="gray">
              <a:xfrm>
                <a:off x="3307" y="1008"/>
                <a:ext cx="4" cy="7"/>
              </a:xfrm>
              <a:custGeom>
                <a:avLst/>
                <a:gdLst>
                  <a:gd name="T0" fmla="*/ 0 w 5"/>
                  <a:gd name="T1" fmla="*/ 0 h 7"/>
                  <a:gd name="T2" fmla="*/ 2 w 5"/>
                  <a:gd name="T3" fmla="*/ 0 h 7"/>
                  <a:gd name="T4" fmla="*/ 3 w 5"/>
                  <a:gd name="T5" fmla="*/ 1 h 7"/>
                  <a:gd name="T6" fmla="*/ 5 w 5"/>
                  <a:gd name="T7" fmla="*/ 3 h 7"/>
                  <a:gd name="T8" fmla="*/ 3 w 5"/>
                  <a:gd name="T9" fmla="*/ 5 h 7"/>
                  <a:gd name="T10" fmla="*/ 2 w 5"/>
                  <a:gd name="T11" fmla="*/ 7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0" y="0"/>
                    </a:moveTo>
                    <a:lnTo>
                      <a:pt x="2" y="0"/>
                    </a:lnTo>
                    <a:lnTo>
                      <a:pt x="3" y="1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2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42" name="Line 1649"/>
              <p:cNvSpPr>
                <a:spLocks noChangeShapeType="1"/>
              </p:cNvSpPr>
              <p:nvPr userDrawn="1"/>
            </p:nvSpPr>
            <p:spPr bwMode="gray">
              <a:xfrm flipH="1">
                <a:off x="3309" y="894"/>
                <a:ext cx="5" cy="23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43" name="Line 1650"/>
              <p:cNvSpPr>
                <a:spLocks noChangeShapeType="1"/>
              </p:cNvSpPr>
              <p:nvPr userDrawn="1"/>
            </p:nvSpPr>
            <p:spPr bwMode="gray">
              <a:xfrm flipH="1">
                <a:off x="3303" y="890"/>
                <a:ext cx="6" cy="23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44" name="Freeform 1651"/>
              <p:cNvSpPr>
                <a:spLocks/>
              </p:cNvSpPr>
              <p:nvPr userDrawn="1"/>
            </p:nvSpPr>
            <p:spPr bwMode="gray">
              <a:xfrm>
                <a:off x="3303" y="1123"/>
                <a:ext cx="6" cy="9"/>
              </a:xfrm>
              <a:custGeom>
                <a:avLst/>
                <a:gdLst>
                  <a:gd name="T0" fmla="*/ 0 w 6"/>
                  <a:gd name="T1" fmla="*/ 0 h 9"/>
                  <a:gd name="T2" fmla="*/ 4 w 6"/>
                  <a:gd name="T3" fmla="*/ 2 h 9"/>
                  <a:gd name="T4" fmla="*/ 6 w 6"/>
                  <a:gd name="T5" fmla="*/ 3 h 9"/>
                  <a:gd name="T6" fmla="*/ 6 w 6"/>
                  <a:gd name="T7" fmla="*/ 5 h 9"/>
                  <a:gd name="T8" fmla="*/ 6 w 6"/>
                  <a:gd name="T9" fmla="*/ 7 h 9"/>
                  <a:gd name="T10" fmla="*/ 4 w 6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9">
                    <a:moveTo>
                      <a:pt x="0" y="0"/>
                    </a:moveTo>
                    <a:lnTo>
                      <a:pt x="4" y="2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45" name="Line 1652"/>
              <p:cNvSpPr>
                <a:spLocks noChangeShapeType="1"/>
              </p:cNvSpPr>
              <p:nvPr userDrawn="1"/>
            </p:nvSpPr>
            <p:spPr bwMode="gray">
              <a:xfrm flipV="1">
                <a:off x="3307" y="897"/>
                <a:ext cx="4" cy="23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46" name="Freeform 1653"/>
              <p:cNvSpPr>
                <a:spLocks/>
              </p:cNvSpPr>
              <p:nvPr userDrawn="1"/>
            </p:nvSpPr>
            <p:spPr bwMode="gray">
              <a:xfrm>
                <a:off x="3309" y="890"/>
                <a:ext cx="5" cy="7"/>
              </a:xfrm>
              <a:custGeom>
                <a:avLst/>
                <a:gdLst>
                  <a:gd name="T0" fmla="*/ 3 w 5"/>
                  <a:gd name="T1" fmla="*/ 7 h 7"/>
                  <a:gd name="T2" fmla="*/ 5 w 5"/>
                  <a:gd name="T3" fmla="*/ 6 h 7"/>
                  <a:gd name="T4" fmla="*/ 5 w 5"/>
                  <a:gd name="T5" fmla="*/ 4 h 7"/>
                  <a:gd name="T6" fmla="*/ 3 w 5"/>
                  <a:gd name="T7" fmla="*/ 2 h 7"/>
                  <a:gd name="T8" fmla="*/ 1 w 5"/>
                  <a:gd name="T9" fmla="*/ 0 h 7"/>
                  <a:gd name="T10" fmla="*/ 0 w 5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3" y="7"/>
                    </a:moveTo>
                    <a:lnTo>
                      <a:pt x="5" y="6"/>
                    </a:lnTo>
                    <a:lnTo>
                      <a:pt x="5" y="4"/>
                    </a:lnTo>
                    <a:lnTo>
                      <a:pt x="3" y="2"/>
                    </a:lnTo>
                    <a:lnTo>
                      <a:pt x="1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47" name="Freeform 1654"/>
              <p:cNvSpPr>
                <a:spLocks/>
              </p:cNvSpPr>
              <p:nvPr userDrawn="1"/>
            </p:nvSpPr>
            <p:spPr bwMode="gray">
              <a:xfrm>
                <a:off x="3295" y="1123"/>
                <a:ext cx="8" cy="17"/>
              </a:xfrm>
              <a:custGeom>
                <a:avLst/>
                <a:gdLst>
                  <a:gd name="T0" fmla="*/ 8 w 8"/>
                  <a:gd name="T1" fmla="*/ 0 h 17"/>
                  <a:gd name="T2" fmla="*/ 8 w 8"/>
                  <a:gd name="T3" fmla="*/ 5 h 17"/>
                  <a:gd name="T4" fmla="*/ 7 w 8"/>
                  <a:gd name="T5" fmla="*/ 9 h 17"/>
                  <a:gd name="T6" fmla="*/ 3 w 8"/>
                  <a:gd name="T7" fmla="*/ 14 h 17"/>
                  <a:gd name="T8" fmla="*/ 0 w 8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7">
                    <a:moveTo>
                      <a:pt x="8" y="0"/>
                    </a:moveTo>
                    <a:lnTo>
                      <a:pt x="8" y="5"/>
                    </a:lnTo>
                    <a:lnTo>
                      <a:pt x="7" y="9"/>
                    </a:lnTo>
                    <a:lnTo>
                      <a:pt x="3" y="14"/>
                    </a:lnTo>
                    <a:lnTo>
                      <a:pt x="0" y="1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48" name="Freeform 1655"/>
              <p:cNvSpPr>
                <a:spLocks/>
              </p:cNvSpPr>
              <p:nvPr userDrawn="1"/>
            </p:nvSpPr>
            <p:spPr bwMode="gray">
              <a:xfrm>
                <a:off x="2571" y="724"/>
                <a:ext cx="10" cy="9"/>
              </a:xfrm>
              <a:custGeom>
                <a:avLst/>
                <a:gdLst>
                  <a:gd name="T0" fmla="*/ 0 w 10"/>
                  <a:gd name="T1" fmla="*/ 9 h 9"/>
                  <a:gd name="T2" fmla="*/ 0 w 10"/>
                  <a:gd name="T3" fmla="*/ 5 h 9"/>
                  <a:gd name="T4" fmla="*/ 3 w 10"/>
                  <a:gd name="T5" fmla="*/ 2 h 9"/>
                  <a:gd name="T6" fmla="*/ 5 w 10"/>
                  <a:gd name="T7" fmla="*/ 0 h 9"/>
                  <a:gd name="T8" fmla="*/ 7 w 10"/>
                  <a:gd name="T9" fmla="*/ 0 h 9"/>
                  <a:gd name="T10" fmla="*/ 10 w 10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0" y="9"/>
                    </a:moveTo>
                    <a:lnTo>
                      <a:pt x="0" y="5"/>
                    </a:lnTo>
                    <a:lnTo>
                      <a:pt x="3" y="2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49" name="Line 1656"/>
              <p:cNvSpPr>
                <a:spLocks noChangeShapeType="1"/>
              </p:cNvSpPr>
              <p:nvPr userDrawn="1"/>
            </p:nvSpPr>
            <p:spPr bwMode="gray">
              <a:xfrm flipV="1">
                <a:off x="2494" y="689"/>
                <a:ext cx="157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50" name="Line 1657"/>
              <p:cNvSpPr>
                <a:spLocks noChangeShapeType="1"/>
              </p:cNvSpPr>
              <p:nvPr userDrawn="1"/>
            </p:nvSpPr>
            <p:spPr bwMode="gray">
              <a:xfrm flipV="1">
                <a:off x="2492" y="696"/>
                <a:ext cx="157" cy="7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51" name="Freeform 1658"/>
              <p:cNvSpPr>
                <a:spLocks/>
              </p:cNvSpPr>
              <p:nvPr userDrawn="1"/>
            </p:nvSpPr>
            <p:spPr bwMode="gray">
              <a:xfrm>
                <a:off x="2649" y="687"/>
                <a:ext cx="11" cy="9"/>
              </a:xfrm>
              <a:custGeom>
                <a:avLst/>
                <a:gdLst>
                  <a:gd name="T0" fmla="*/ 0 w 11"/>
                  <a:gd name="T1" fmla="*/ 9 h 9"/>
                  <a:gd name="T2" fmla="*/ 0 w 11"/>
                  <a:gd name="T3" fmla="*/ 6 h 9"/>
                  <a:gd name="T4" fmla="*/ 2 w 11"/>
                  <a:gd name="T5" fmla="*/ 4 h 9"/>
                  <a:gd name="T6" fmla="*/ 4 w 11"/>
                  <a:gd name="T7" fmla="*/ 0 h 9"/>
                  <a:gd name="T8" fmla="*/ 7 w 11"/>
                  <a:gd name="T9" fmla="*/ 0 h 9"/>
                  <a:gd name="T10" fmla="*/ 11 w 11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9">
                    <a:moveTo>
                      <a:pt x="0" y="9"/>
                    </a:moveTo>
                    <a:lnTo>
                      <a:pt x="0" y="6"/>
                    </a:lnTo>
                    <a:lnTo>
                      <a:pt x="2" y="4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52" name="Line 1659"/>
              <p:cNvSpPr>
                <a:spLocks noChangeShapeType="1"/>
              </p:cNvSpPr>
              <p:nvPr userDrawn="1"/>
            </p:nvSpPr>
            <p:spPr bwMode="gray">
              <a:xfrm flipH="1">
                <a:off x="2503" y="687"/>
                <a:ext cx="157" cy="7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53" name="Freeform 1660"/>
              <p:cNvSpPr>
                <a:spLocks/>
              </p:cNvSpPr>
              <p:nvPr userDrawn="1"/>
            </p:nvSpPr>
            <p:spPr bwMode="gray">
              <a:xfrm>
                <a:off x="2492" y="761"/>
                <a:ext cx="11" cy="13"/>
              </a:xfrm>
              <a:custGeom>
                <a:avLst/>
                <a:gdLst>
                  <a:gd name="T0" fmla="*/ 11 w 11"/>
                  <a:gd name="T1" fmla="*/ 0 h 10"/>
                  <a:gd name="T2" fmla="*/ 7 w 11"/>
                  <a:gd name="T3" fmla="*/ 0 h 10"/>
                  <a:gd name="T4" fmla="*/ 4 w 11"/>
                  <a:gd name="T5" fmla="*/ 2 h 10"/>
                  <a:gd name="T6" fmla="*/ 2 w 11"/>
                  <a:gd name="T7" fmla="*/ 3 h 10"/>
                  <a:gd name="T8" fmla="*/ 0 w 11"/>
                  <a:gd name="T9" fmla="*/ 7 h 10"/>
                  <a:gd name="T10" fmla="*/ 0 w 11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10">
                    <a:moveTo>
                      <a:pt x="11" y="0"/>
                    </a:moveTo>
                    <a:lnTo>
                      <a:pt x="7" y="0"/>
                    </a:lnTo>
                    <a:lnTo>
                      <a:pt x="4" y="2"/>
                    </a:lnTo>
                    <a:lnTo>
                      <a:pt x="2" y="3"/>
                    </a:lnTo>
                    <a:lnTo>
                      <a:pt x="0" y="7"/>
                    </a:lnTo>
                    <a:lnTo>
                      <a:pt x="0" y="1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54" name="Freeform 1661"/>
              <p:cNvSpPr>
                <a:spLocks/>
              </p:cNvSpPr>
              <p:nvPr userDrawn="1"/>
            </p:nvSpPr>
            <p:spPr bwMode="gray">
              <a:xfrm>
                <a:off x="3225" y="920"/>
                <a:ext cx="10" cy="18"/>
              </a:xfrm>
              <a:custGeom>
                <a:avLst/>
                <a:gdLst>
                  <a:gd name="T0" fmla="*/ 0 w 10"/>
                  <a:gd name="T1" fmla="*/ 0 h 18"/>
                  <a:gd name="T2" fmla="*/ 3 w 10"/>
                  <a:gd name="T3" fmla="*/ 4 h 18"/>
                  <a:gd name="T4" fmla="*/ 7 w 10"/>
                  <a:gd name="T5" fmla="*/ 7 h 18"/>
                  <a:gd name="T6" fmla="*/ 10 w 10"/>
                  <a:gd name="T7" fmla="*/ 12 h 18"/>
                  <a:gd name="T8" fmla="*/ 10 w 10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0" y="0"/>
                    </a:moveTo>
                    <a:lnTo>
                      <a:pt x="3" y="4"/>
                    </a:lnTo>
                    <a:lnTo>
                      <a:pt x="7" y="7"/>
                    </a:lnTo>
                    <a:lnTo>
                      <a:pt x="10" y="12"/>
                    </a:lnTo>
                    <a:lnTo>
                      <a:pt x="10" y="1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55" name="Line 1662"/>
              <p:cNvSpPr>
                <a:spLocks noChangeShapeType="1"/>
              </p:cNvSpPr>
              <p:nvPr userDrawn="1"/>
            </p:nvSpPr>
            <p:spPr bwMode="gray">
              <a:xfrm flipV="1">
                <a:off x="3155" y="887"/>
                <a:ext cx="154" cy="8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56" name="Line 1663"/>
              <p:cNvSpPr>
                <a:spLocks noChangeShapeType="1"/>
              </p:cNvSpPr>
              <p:nvPr userDrawn="1"/>
            </p:nvSpPr>
            <p:spPr bwMode="gray">
              <a:xfrm flipV="1">
                <a:off x="3146" y="882"/>
                <a:ext cx="154" cy="7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57" name="Freeform 1664"/>
              <p:cNvSpPr>
                <a:spLocks/>
              </p:cNvSpPr>
              <p:nvPr userDrawn="1"/>
            </p:nvSpPr>
            <p:spPr bwMode="gray">
              <a:xfrm>
                <a:off x="3300" y="882"/>
                <a:ext cx="12" cy="15"/>
              </a:xfrm>
              <a:custGeom>
                <a:avLst/>
                <a:gdLst>
                  <a:gd name="T0" fmla="*/ 0 w 12"/>
                  <a:gd name="T1" fmla="*/ 0 h 15"/>
                  <a:gd name="T2" fmla="*/ 5 w 12"/>
                  <a:gd name="T3" fmla="*/ 1 h 15"/>
                  <a:gd name="T4" fmla="*/ 9 w 12"/>
                  <a:gd name="T5" fmla="*/ 5 h 15"/>
                  <a:gd name="T6" fmla="*/ 10 w 12"/>
                  <a:gd name="T7" fmla="*/ 10 h 15"/>
                  <a:gd name="T8" fmla="*/ 12 w 12"/>
                  <a:gd name="T9" fmla="*/ 15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5">
                    <a:moveTo>
                      <a:pt x="0" y="0"/>
                    </a:moveTo>
                    <a:lnTo>
                      <a:pt x="5" y="1"/>
                    </a:lnTo>
                    <a:lnTo>
                      <a:pt x="9" y="5"/>
                    </a:lnTo>
                    <a:lnTo>
                      <a:pt x="10" y="10"/>
                    </a:lnTo>
                    <a:lnTo>
                      <a:pt x="12" y="15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58" name="Line 1665"/>
              <p:cNvSpPr>
                <a:spLocks noChangeShapeType="1"/>
              </p:cNvSpPr>
              <p:nvPr userDrawn="1"/>
            </p:nvSpPr>
            <p:spPr bwMode="gray">
              <a:xfrm flipH="1">
                <a:off x="3158" y="897"/>
                <a:ext cx="152" cy="8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59" name="Freeform 1666"/>
              <p:cNvSpPr>
                <a:spLocks/>
              </p:cNvSpPr>
              <p:nvPr userDrawn="1"/>
            </p:nvSpPr>
            <p:spPr bwMode="gray">
              <a:xfrm>
                <a:off x="3146" y="960"/>
                <a:ext cx="13" cy="18"/>
              </a:xfrm>
              <a:custGeom>
                <a:avLst/>
                <a:gdLst>
                  <a:gd name="T0" fmla="*/ 12 w 12"/>
                  <a:gd name="T1" fmla="*/ 18 h 18"/>
                  <a:gd name="T2" fmla="*/ 11 w 12"/>
                  <a:gd name="T3" fmla="*/ 13 h 18"/>
                  <a:gd name="T4" fmla="*/ 9 w 12"/>
                  <a:gd name="T5" fmla="*/ 7 h 18"/>
                  <a:gd name="T6" fmla="*/ 5 w 12"/>
                  <a:gd name="T7" fmla="*/ 4 h 18"/>
                  <a:gd name="T8" fmla="*/ 0 w 12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8">
                    <a:moveTo>
                      <a:pt x="12" y="18"/>
                    </a:moveTo>
                    <a:lnTo>
                      <a:pt x="11" y="13"/>
                    </a:lnTo>
                    <a:lnTo>
                      <a:pt x="9" y="7"/>
                    </a:lnTo>
                    <a:lnTo>
                      <a:pt x="5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60" name="Freeform 1667"/>
              <p:cNvSpPr>
                <a:spLocks/>
              </p:cNvSpPr>
              <p:nvPr userDrawn="1"/>
            </p:nvSpPr>
            <p:spPr bwMode="gray">
              <a:xfrm>
                <a:off x="2119" y="1513"/>
                <a:ext cx="11" cy="16"/>
              </a:xfrm>
              <a:custGeom>
                <a:avLst/>
                <a:gdLst>
                  <a:gd name="T0" fmla="*/ 11 w 11"/>
                  <a:gd name="T1" fmla="*/ 16 h 16"/>
                  <a:gd name="T2" fmla="*/ 7 w 11"/>
                  <a:gd name="T3" fmla="*/ 14 h 16"/>
                  <a:gd name="T4" fmla="*/ 4 w 11"/>
                  <a:gd name="T5" fmla="*/ 10 h 16"/>
                  <a:gd name="T6" fmla="*/ 2 w 11"/>
                  <a:gd name="T7" fmla="*/ 5 h 16"/>
                  <a:gd name="T8" fmla="*/ 0 w 1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11" y="16"/>
                    </a:moveTo>
                    <a:lnTo>
                      <a:pt x="7" y="14"/>
                    </a:lnTo>
                    <a:lnTo>
                      <a:pt x="4" y="10"/>
                    </a:ln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61" name="Line 1668"/>
              <p:cNvSpPr>
                <a:spLocks noChangeShapeType="1"/>
              </p:cNvSpPr>
              <p:nvPr userDrawn="1"/>
            </p:nvSpPr>
            <p:spPr bwMode="gray">
              <a:xfrm>
                <a:off x="2123" y="1529"/>
                <a:ext cx="14" cy="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62" name="Line 1669"/>
              <p:cNvSpPr>
                <a:spLocks noChangeShapeType="1"/>
              </p:cNvSpPr>
              <p:nvPr userDrawn="1"/>
            </p:nvSpPr>
            <p:spPr bwMode="gray">
              <a:xfrm>
                <a:off x="2130" y="1529"/>
                <a:ext cx="7" cy="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63" name="Line 1670"/>
              <p:cNvSpPr>
                <a:spLocks noChangeShapeType="1"/>
              </p:cNvSpPr>
              <p:nvPr userDrawn="1"/>
            </p:nvSpPr>
            <p:spPr bwMode="gray">
              <a:xfrm flipH="1" flipV="1">
                <a:off x="2121" y="1522"/>
                <a:ext cx="16" cy="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64" name="Freeform 1671"/>
              <p:cNvSpPr>
                <a:spLocks/>
              </p:cNvSpPr>
              <p:nvPr userDrawn="1"/>
            </p:nvSpPr>
            <p:spPr bwMode="gray">
              <a:xfrm>
                <a:off x="2121" y="1522"/>
                <a:ext cx="9" cy="8"/>
              </a:xfrm>
              <a:custGeom>
                <a:avLst/>
                <a:gdLst>
                  <a:gd name="T0" fmla="*/ 0 w 9"/>
                  <a:gd name="T1" fmla="*/ 0 h 8"/>
                  <a:gd name="T2" fmla="*/ 0 w 9"/>
                  <a:gd name="T3" fmla="*/ 3 h 8"/>
                  <a:gd name="T4" fmla="*/ 2 w 9"/>
                  <a:gd name="T5" fmla="*/ 7 h 8"/>
                  <a:gd name="T6" fmla="*/ 4 w 9"/>
                  <a:gd name="T7" fmla="*/ 8 h 8"/>
                  <a:gd name="T8" fmla="*/ 5 w 9"/>
                  <a:gd name="T9" fmla="*/ 8 h 8"/>
                  <a:gd name="T10" fmla="*/ 9 w 9"/>
                  <a:gd name="T11" fmla="*/ 7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8">
                    <a:moveTo>
                      <a:pt x="0" y="0"/>
                    </a:moveTo>
                    <a:lnTo>
                      <a:pt x="0" y="3"/>
                    </a:lnTo>
                    <a:lnTo>
                      <a:pt x="2" y="7"/>
                    </a:lnTo>
                    <a:lnTo>
                      <a:pt x="4" y="8"/>
                    </a:lnTo>
                    <a:lnTo>
                      <a:pt x="5" y="8"/>
                    </a:lnTo>
                    <a:lnTo>
                      <a:pt x="9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65" name="Freeform 1672"/>
              <p:cNvSpPr>
                <a:spLocks/>
              </p:cNvSpPr>
              <p:nvPr userDrawn="1"/>
            </p:nvSpPr>
            <p:spPr bwMode="gray">
              <a:xfrm>
                <a:off x="2737" y="1363"/>
                <a:ext cx="7" cy="8"/>
              </a:xfrm>
              <a:custGeom>
                <a:avLst/>
                <a:gdLst>
                  <a:gd name="T0" fmla="*/ 0 w 7"/>
                  <a:gd name="T1" fmla="*/ 8 h 8"/>
                  <a:gd name="T2" fmla="*/ 3 w 7"/>
                  <a:gd name="T3" fmla="*/ 8 h 8"/>
                  <a:gd name="T4" fmla="*/ 5 w 7"/>
                  <a:gd name="T5" fmla="*/ 7 h 8"/>
                  <a:gd name="T6" fmla="*/ 7 w 7"/>
                  <a:gd name="T7" fmla="*/ 3 h 8"/>
                  <a:gd name="T8" fmla="*/ 7 w 7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8">
                    <a:moveTo>
                      <a:pt x="0" y="8"/>
                    </a:moveTo>
                    <a:lnTo>
                      <a:pt x="3" y="8"/>
                    </a:lnTo>
                    <a:lnTo>
                      <a:pt x="5" y="7"/>
                    </a:lnTo>
                    <a:lnTo>
                      <a:pt x="7" y="3"/>
                    </a:lnTo>
                    <a:lnTo>
                      <a:pt x="7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66" name="Line 1673"/>
              <p:cNvSpPr>
                <a:spLocks noChangeShapeType="1"/>
              </p:cNvSpPr>
              <p:nvPr userDrawn="1"/>
            </p:nvSpPr>
            <p:spPr bwMode="gray">
              <a:xfrm flipV="1">
                <a:off x="2739" y="1329"/>
                <a:ext cx="77" cy="4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67" name="Line 1674"/>
              <p:cNvSpPr>
                <a:spLocks noChangeShapeType="1"/>
              </p:cNvSpPr>
              <p:nvPr userDrawn="1"/>
            </p:nvSpPr>
            <p:spPr bwMode="gray">
              <a:xfrm flipV="1">
                <a:off x="2737" y="1331"/>
                <a:ext cx="70" cy="3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68" name="Freeform 1675"/>
              <p:cNvSpPr>
                <a:spLocks/>
              </p:cNvSpPr>
              <p:nvPr userDrawn="1"/>
            </p:nvSpPr>
            <p:spPr bwMode="gray">
              <a:xfrm>
                <a:off x="2807" y="1322"/>
                <a:ext cx="10" cy="9"/>
              </a:xfrm>
              <a:custGeom>
                <a:avLst/>
                <a:gdLst>
                  <a:gd name="T0" fmla="*/ 0 w 10"/>
                  <a:gd name="T1" fmla="*/ 9 h 9"/>
                  <a:gd name="T2" fmla="*/ 5 w 10"/>
                  <a:gd name="T3" fmla="*/ 9 h 9"/>
                  <a:gd name="T4" fmla="*/ 7 w 10"/>
                  <a:gd name="T5" fmla="*/ 9 h 9"/>
                  <a:gd name="T6" fmla="*/ 9 w 10"/>
                  <a:gd name="T7" fmla="*/ 7 h 9"/>
                  <a:gd name="T8" fmla="*/ 10 w 10"/>
                  <a:gd name="T9" fmla="*/ 4 h 9"/>
                  <a:gd name="T10" fmla="*/ 10 w 10"/>
                  <a:gd name="T11" fmla="*/ 0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0" y="9"/>
                    </a:moveTo>
                    <a:lnTo>
                      <a:pt x="5" y="9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0" y="4"/>
                    </a:lnTo>
                    <a:lnTo>
                      <a:pt x="1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69" name="Line 1676"/>
              <p:cNvSpPr>
                <a:spLocks noChangeShapeType="1"/>
              </p:cNvSpPr>
              <p:nvPr userDrawn="1"/>
            </p:nvSpPr>
            <p:spPr bwMode="gray">
              <a:xfrm flipH="1">
                <a:off x="2737" y="1322"/>
                <a:ext cx="80" cy="4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70" name="Freeform 1677"/>
              <p:cNvSpPr>
                <a:spLocks/>
              </p:cNvSpPr>
              <p:nvPr userDrawn="1"/>
            </p:nvSpPr>
            <p:spPr bwMode="gray">
              <a:xfrm>
                <a:off x="2807" y="1315"/>
                <a:ext cx="9" cy="16"/>
              </a:xfrm>
              <a:custGeom>
                <a:avLst/>
                <a:gdLst>
                  <a:gd name="T0" fmla="*/ 0 w 9"/>
                  <a:gd name="T1" fmla="*/ 16 h 16"/>
                  <a:gd name="T2" fmla="*/ 3 w 9"/>
                  <a:gd name="T3" fmla="*/ 13 h 16"/>
                  <a:gd name="T4" fmla="*/ 7 w 9"/>
                  <a:gd name="T5" fmla="*/ 9 h 16"/>
                  <a:gd name="T6" fmla="*/ 9 w 9"/>
                  <a:gd name="T7" fmla="*/ 4 h 16"/>
                  <a:gd name="T8" fmla="*/ 9 w 9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0" y="16"/>
                    </a:moveTo>
                    <a:lnTo>
                      <a:pt x="3" y="13"/>
                    </a:lnTo>
                    <a:lnTo>
                      <a:pt x="7" y="9"/>
                    </a:lnTo>
                    <a:lnTo>
                      <a:pt x="9" y="4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71" name="Freeform 1678"/>
              <p:cNvSpPr>
                <a:spLocks/>
              </p:cNvSpPr>
              <p:nvPr userDrawn="1"/>
            </p:nvSpPr>
            <p:spPr bwMode="gray">
              <a:xfrm>
                <a:off x="2195" y="1244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5 w 8"/>
                  <a:gd name="T3" fmla="*/ 0 h 8"/>
                  <a:gd name="T4" fmla="*/ 1 w 8"/>
                  <a:gd name="T5" fmla="*/ 1 h 8"/>
                  <a:gd name="T6" fmla="*/ 0 w 8"/>
                  <a:gd name="T7" fmla="*/ 5 h 8"/>
                  <a:gd name="T8" fmla="*/ 0 w 8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lnTo>
                      <a:pt x="5" y="0"/>
                    </a:lnTo>
                    <a:lnTo>
                      <a:pt x="1" y="1"/>
                    </a:lnTo>
                    <a:lnTo>
                      <a:pt x="0" y="5"/>
                    </a:lnTo>
                    <a:lnTo>
                      <a:pt x="0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72" name="Line 1679"/>
              <p:cNvSpPr>
                <a:spLocks noChangeShapeType="1"/>
              </p:cNvSpPr>
              <p:nvPr userDrawn="1"/>
            </p:nvSpPr>
            <p:spPr bwMode="gray">
              <a:xfrm flipH="1">
                <a:off x="2116" y="1203"/>
                <a:ext cx="161" cy="8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73" name="Line 1680"/>
              <p:cNvSpPr>
                <a:spLocks noChangeShapeType="1"/>
              </p:cNvSpPr>
              <p:nvPr userDrawn="1"/>
            </p:nvSpPr>
            <p:spPr bwMode="gray">
              <a:xfrm flipH="1">
                <a:off x="2123" y="1203"/>
                <a:ext cx="161" cy="83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74" name="Freeform 1681"/>
              <p:cNvSpPr>
                <a:spLocks/>
              </p:cNvSpPr>
              <p:nvPr userDrawn="1"/>
            </p:nvSpPr>
            <p:spPr bwMode="gray">
              <a:xfrm>
                <a:off x="2112" y="1284"/>
                <a:ext cx="11" cy="9"/>
              </a:xfrm>
              <a:custGeom>
                <a:avLst/>
                <a:gdLst>
                  <a:gd name="T0" fmla="*/ 11 w 11"/>
                  <a:gd name="T1" fmla="*/ 0 h 9"/>
                  <a:gd name="T2" fmla="*/ 7 w 11"/>
                  <a:gd name="T3" fmla="*/ 0 h 9"/>
                  <a:gd name="T4" fmla="*/ 4 w 11"/>
                  <a:gd name="T5" fmla="*/ 0 h 9"/>
                  <a:gd name="T6" fmla="*/ 2 w 11"/>
                  <a:gd name="T7" fmla="*/ 2 h 9"/>
                  <a:gd name="T8" fmla="*/ 2 w 11"/>
                  <a:gd name="T9" fmla="*/ 5 h 9"/>
                  <a:gd name="T10" fmla="*/ 0 w 11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9">
                    <a:moveTo>
                      <a:pt x="11" y="0"/>
                    </a:moveTo>
                    <a:lnTo>
                      <a:pt x="7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2" y="5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75" name="Line 1682"/>
              <p:cNvSpPr>
                <a:spLocks noChangeShapeType="1"/>
              </p:cNvSpPr>
              <p:nvPr userDrawn="1"/>
            </p:nvSpPr>
            <p:spPr bwMode="gray">
              <a:xfrm flipV="1">
                <a:off x="2112" y="1209"/>
                <a:ext cx="170" cy="8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76" name="Freeform 1683"/>
              <p:cNvSpPr>
                <a:spLocks/>
              </p:cNvSpPr>
              <p:nvPr userDrawn="1"/>
            </p:nvSpPr>
            <p:spPr bwMode="gray">
              <a:xfrm>
                <a:off x="2280" y="1203"/>
                <a:ext cx="4" cy="6"/>
              </a:xfrm>
              <a:custGeom>
                <a:avLst/>
                <a:gdLst>
                  <a:gd name="T0" fmla="*/ 4 w 4"/>
                  <a:gd name="T1" fmla="*/ 0 h 6"/>
                  <a:gd name="T2" fmla="*/ 2 w 4"/>
                  <a:gd name="T3" fmla="*/ 0 h 6"/>
                  <a:gd name="T4" fmla="*/ 0 w 4"/>
                  <a:gd name="T5" fmla="*/ 0 h 6"/>
                  <a:gd name="T6" fmla="*/ 0 w 4"/>
                  <a:gd name="T7" fmla="*/ 0 h 6"/>
                  <a:gd name="T8" fmla="*/ 2 w 4"/>
                  <a:gd name="T9" fmla="*/ 2 h 6"/>
                  <a:gd name="T10" fmla="*/ 2 w 4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2" y="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77" name="Freeform 1684"/>
              <p:cNvSpPr>
                <a:spLocks/>
              </p:cNvSpPr>
              <p:nvPr userDrawn="1"/>
            </p:nvSpPr>
            <p:spPr bwMode="gray">
              <a:xfrm>
                <a:off x="2207" y="1317"/>
                <a:ext cx="9" cy="16"/>
              </a:xfrm>
              <a:custGeom>
                <a:avLst/>
                <a:gdLst>
                  <a:gd name="T0" fmla="*/ 9 w 9"/>
                  <a:gd name="T1" fmla="*/ 0 h 16"/>
                  <a:gd name="T2" fmla="*/ 5 w 9"/>
                  <a:gd name="T3" fmla="*/ 2 h 16"/>
                  <a:gd name="T4" fmla="*/ 3 w 9"/>
                  <a:gd name="T5" fmla="*/ 7 h 16"/>
                  <a:gd name="T6" fmla="*/ 2 w 9"/>
                  <a:gd name="T7" fmla="*/ 11 h 16"/>
                  <a:gd name="T8" fmla="*/ 0 w 9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9" y="0"/>
                    </a:moveTo>
                    <a:lnTo>
                      <a:pt x="5" y="2"/>
                    </a:lnTo>
                    <a:lnTo>
                      <a:pt x="3" y="7"/>
                    </a:lnTo>
                    <a:lnTo>
                      <a:pt x="2" y="11"/>
                    </a:lnTo>
                    <a:lnTo>
                      <a:pt x="0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78" name="Line 1685"/>
              <p:cNvSpPr>
                <a:spLocks noChangeShapeType="1"/>
              </p:cNvSpPr>
              <p:nvPr userDrawn="1"/>
            </p:nvSpPr>
            <p:spPr bwMode="gray">
              <a:xfrm>
                <a:off x="2118" y="1291"/>
                <a:ext cx="185" cy="6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79" name="Line 1686"/>
              <p:cNvSpPr>
                <a:spLocks noChangeShapeType="1"/>
              </p:cNvSpPr>
              <p:nvPr userDrawn="1"/>
            </p:nvSpPr>
            <p:spPr bwMode="gray">
              <a:xfrm>
                <a:off x="2123" y="1284"/>
                <a:ext cx="187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80" name="Freeform 1687"/>
              <p:cNvSpPr>
                <a:spLocks/>
              </p:cNvSpPr>
              <p:nvPr userDrawn="1"/>
            </p:nvSpPr>
            <p:spPr bwMode="gray">
              <a:xfrm>
                <a:off x="2301" y="1350"/>
                <a:ext cx="9" cy="16"/>
              </a:xfrm>
              <a:custGeom>
                <a:avLst/>
                <a:gdLst>
                  <a:gd name="T0" fmla="*/ 9 w 9"/>
                  <a:gd name="T1" fmla="*/ 0 h 16"/>
                  <a:gd name="T2" fmla="*/ 6 w 9"/>
                  <a:gd name="T3" fmla="*/ 2 h 16"/>
                  <a:gd name="T4" fmla="*/ 2 w 9"/>
                  <a:gd name="T5" fmla="*/ 7 h 16"/>
                  <a:gd name="T6" fmla="*/ 0 w 9"/>
                  <a:gd name="T7" fmla="*/ 13 h 16"/>
                  <a:gd name="T8" fmla="*/ 0 w 9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9" y="0"/>
                    </a:moveTo>
                    <a:lnTo>
                      <a:pt x="6" y="2"/>
                    </a:lnTo>
                    <a:lnTo>
                      <a:pt x="2" y="7"/>
                    </a:lnTo>
                    <a:lnTo>
                      <a:pt x="0" y="13"/>
                    </a:lnTo>
                    <a:lnTo>
                      <a:pt x="0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81" name="Line 1688"/>
              <p:cNvSpPr>
                <a:spLocks noChangeShapeType="1"/>
              </p:cNvSpPr>
              <p:nvPr userDrawn="1"/>
            </p:nvSpPr>
            <p:spPr bwMode="gray">
              <a:xfrm flipH="1" flipV="1">
                <a:off x="2114" y="1301"/>
                <a:ext cx="187" cy="65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82" name="Freeform 1689"/>
              <p:cNvSpPr>
                <a:spLocks/>
              </p:cNvSpPr>
              <p:nvPr userDrawn="1"/>
            </p:nvSpPr>
            <p:spPr bwMode="gray">
              <a:xfrm>
                <a:off x="2114" y="1284"/>
                <a:ext cx="9" cy="17"/>
              </a:xfrm>
              <a:custGeom>
                <a:avLst/>
                <a:gdLst>
                  <a:gd name="T0" fmla="*/ 0 w 9"/>
                  <a:gd name="T1" fmla="*/ 17 h 17"/>
                  <a:gd name="T2" fmla="*/ 0 w 9"/>
                  <a:gd name="T3" fmla="*/ 12 h 17"/>
                  <a:gd name="T4" fmla="*/ 2 w 9"/>
                  <a:gd name="T5" fmla="*/ 7 h 17"/>
                  <a:gd name="T6" fmla="*/ 5 w 9"/>
                  <a:gd name="T7" fmla="*/ 3 h 17"/>
                  <a:gd name="T8" fmla="*/ 9 w 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17"/>
                    </a:moveTo>
                    <a:lnTo>
                      <a:pt x="0" y="12"/>
                    </a:lnTo>
                    <a:lnTo>
                      <a:pt x="2" y="7"/>
                    </a:lnTo>
                    <a:lnTo>
                      <a:pt x="5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83" name="Line 1690"/>
              <p:cNvSpPr>
                <a:spLocks noChangeShapeType="1"/>
              </p:cNvSpPr>
              <p:nvPr userDrawn="1"/>
            </p:nvSpPr>
            <p:spPr bwMode="gray">
              <a:xfrm flipV="1">
                <a:off x="2317" y="1342"/>
                <a:ext cx="28" cy="1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84" name="Line 1691"/>
              <p:cNvSpPr>
                <a:spLocks noChangeShapeType="1"/>
              </p:cNvSpPr>
              <p:nvPr userDrawn="1"/>
            </p:nvSpPr>
            <p:spPr bwMode="gray">
              <a:xfrm flipV="1">
                <a:off x="2310" y="1331"/>
                <a:ext cx="35" cy="19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85" name="Line 1692"/>
              <p:cNvSpPr>
                <a:spLocks noChangeShapeType="1"/>
              </p:cNvSpPr>
              <p:nvPr userDrawn="1"/>
            </p:nvSpPr>
            <p:spPr bwMode="gray">
              <a:xfrm flipH="1">
                <a:off x="2321" y="1354"/>
                <a:ext cx="24" cy="1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86" name="Freeform 1693"/>
              <p:cNvSpPr>
                <a:spLocks/>
              </p:cNvSpPr>
              <p:nvPr userDrawn="1"/>
            </p:nvSpPr>
            <p:spPr bwMode="gray">
              <a:xfrm>
                <a:off x="2310" y="1350"/>
                <a:ext cx="11" cy="16"/>
              </a:xfrm>
              <a:custGeom>
                <a:avLst/>
                <a:gdLst>
                  <a:gd name="T0" fmla="*/ 0 w 11"/>
                  <a:gd name="T1" fmla="*/ 0 h 16"/>
                  <a:gd name="T2" fmla="*/ 4 w 11"/>
                  <a:gd name="T3" fmla="*/ 2 h 16"/>
                  <a:gd name="T4" fmla="*/ 7 w 11"/>
                  <a:gd name="T5" fmla="*/ 6 h 16"/>
                  <a:gd name="T6" fmla="*/ 11 w 11"/>
                  <a:gd name="T7" fmla="*/ 11 h 16"/>
                  <a:gd name="T8" fmla="*/ 11 w 11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6">
                    <a:moveTo>
                      <a:pt x="0" y="0"/>
                    </a:moveTo>
                    <a:lnTo>
                      <a:pt x="4" y="2"/>
                    </a:lnTo>
                    <a:lnTo>
                      <a:pt x="7" y="6"/>
                    </a:lnTo>
                    <a:lnTo>
                      <a:pt x="11" y="11"/>
                    </a:lnTo>
                    <a:lnTo>
                      <a:pt x="11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87" name="Freeform 1694"/>
              <p:cNvSpPr>
                <a:spLocks/>
              </p:cNvSpPr>
              <p:nvPr userDrawn="1"/>
            </p:nvSpPr>
            <p:spPr bwMode="gray">
              <a:xfrm>
                <a:off x="2114" y="1403"/>
                <a:ext cx="4" cy="9"/>
              </a:xfrm>
              <a:custGeom>
                <a:avLst/>
                <a:gdLst>
                  <a:gd name="T0" fmla="*/ 2 w 4"/>
                  <a:gd name="T1" fmla="*/ 0 h 9"/>
                  <a:gd name="T2" fmla="*/ 0 w 4"/>
                  <a:gd name="T3" fmla="*/ 3 h 9"/>
                  <a:gd name="T4" fmla="*/ 0 w 4"/>
                  <a:gd name="T5" fmla="*/ 5 h 9"/>
                  <a:gd name="T6" fmla="*/ 0 w 4"/>
                  <a:gd name="T7" fmla="*/ 7 h 9"/>
                  <a:gd name="T8" fmla="*/ 4 w 4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88" name="Line 1695"/>
              <p:cNvSpPr>
                <a:spLocks noChangeShapeType="1"/>
              </p:cNvSpPr>
              <p:nvPr userDrawn="1"/>
            </p:nvSpPr>
            <p:spPr bwMode="gray">
              <a:xfrm flipH="1" flipV="1">
                <a:off x="2111" y="1298"/>
                <a:ext cx="5" cy="22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89" name="Line 1696"/>
              <p:cNvSpPr>
                <a:spLocks noChangeShapeType="1"/>
              </p:cNvSpPr>
              <p:nvPr userDrawn="1"/>
            </p:nvSpPr>
            <p:spPr bwMode="gray">
              <a:xfrm flipH="1" flipV="1">
                <a:off x="2112" y="1293"/>
                <a:ext cx="7" cy="220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90" name="Freeform 1697"/>
              <p:cNvSpPr>
                <a:spLocks/>
              </p:cNvSpPr>
              <p:nvPr userDrawn="1"/>
            </p:nvSpPr>
            <p:spPr bwMode="gray">
              <a:xfrm>
                <a:off x="2111" y="1293"/>
                <a:ext cx="3" cy="8"/>
              </a:xfrm>
              <a:custGeom>
                <a:avLst/>
                <a:gdLst>
                  <a:gd name="T0" fmla="*/ 1 w 3"/>
                  <a:gd name="T1" fmla="*/ 0 h 8"/>
                  <a:gd name="T2" fmla="*/ 0 w 3"/>
                  <a:gd name="T3" fmla="*/ 1 h 8"/>
                  <a:gd name="T4" fmla="*/ 0 w 3"/>
                  <a:gd name="T5" fmla="*/ 5 h 8"/>
                  <a:gd name="T6" fmla="*/ 1 w 3"/>
                  <a:gd name="T7" fmla="*/ 7 h 8"/>
                  <a:gd name="T8" fmla="*/ 3 w 3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1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91" name="Line 1698"/>
              <p:cNvSpPr>
                <a:spLocks noChangeShapeType="1"/>
              </p:cNvSpPr>
              <p:nvPr userDrawn="1"/>
            </p:nvSpPr>
            <p:spPr bwMode="gray">
              <a:xfrm>
                <a:off x="2114" y="1301"/>
                <a:ext cx="7" cy="221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92" name="Freeform 1699"/>
              <p:cNvSpPr>
                <a:spLocks/>
              </p:cNvSpPr>
              <p:nvPr userDrawn="1"/>
            </p:nvSpPr>
            <p:spPr bwMode="gray">
              <a:xfrm>
                <a:off x="2116" y="1513"/>
                <a:ext cx="4" cy="9"/>
              </a:xfrm>
              <a:custGeom>
                <a:avLst/>
                <a:gdLst>
                  <a:gd name="T0" fmla="*/ 5 w 5"/>
                  <a:gd name="T1" fmla="*/ 9 h 9"/>
                  <a:gd name="T2" fmla="*/ 2 w 5"/>
                  <a:gd name="T3" fmla="*/ 7 h 9"/>
                  <a:gd name="T4" fmla="*/ 0 w 5"/>
                  <a:gd name="T5" fmla="*/ 5 h 9"/>
                  <a:gd name="T6" fmla="*/ 2 w 5"/>
                  <a:gd name="T7" fmla="*/ 2 h 9"/>
                  <a:gd name="T8" fmla="*/ 3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lnTo>
                      <a:pt x="2" y="7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3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93" name="Freeform 1700"/>
              <p:cNvSpPr>
                <a:spLocks/>
              </p:cNvSpPr>
              <p:nvPr userDrawn="1"/>
            </p:nvSpPr>
            <p:spPr bwMode="gray">
              <a:xfrm>
                <a:off x="3526" y="1214"/>
                <a:ext cx="14" cy="12"/>
              </a:xfrm>
              <a:custGeom>
                <a:avLst/>
                <a:gdLst>
                  <a:gd name="T0" fmla="*/ 14 w 14"/>
                  <a:gd name="T1" fmla="*/ 12 h 12"/>
                  <a:gd name="T2" fmla="*/ 14 w 14"/>
                  <a:gd name="T3" fmla="*/ 9 h 12"/>
                  <a:gd name="T4" fmla="*/ 10 w 14"/>
                  <a:gd name="T5" fmla="*/ 5 h 12"/>
                  <a:gd name="T6" fmla="*/ 8 w 14"/>
                  <a:gd name="T7" fmla="*/ 2 h 12"/>
                  <a:gd name="T8" fmla="*/ 5 w 14"/>
                  <a:gd name="T9" fmla="*/ 0 h 12"/>
                  <a:gd name="T10" fmla="*/ 0 w 1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2">
                    <a:moveTo>
                      <a:pt x="14" y="12"/>
                    </a:moveTo>
                    <a:lnTo>
                      <a:pt x="14" y="9"/>
                    </a:lnTo>
                    <a:lnTo>
                      <a:pt x="10" y="5"/>
                    </a:lnTo>
                    <a:lnTo>
                      <a:pt x="8" y="2"/>
                    </a:lnTo>
                    <a:lnTo>
                      <a:pt x="5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94" name="Freeform 1701"/>
              <p:cNvSpPr>
                <a:spLocks/>
              </p:cNvSpPr>
              <p:nvPr userDrawn="1"/>
            </p:nvSpPr>
            <p:spPr bwMode="gray">
              <a:xfrm>
                <a:off x="3533" y="1216"/>
                <a:ext cx="4" cy="8"/>
              </a:xfrm>
              <a:custGeom>
                <a:avLst/>
                <a:gdLst>
                  <a:gd name="T0" fmla="*/ 0 w 5"/>
                  <a:gd name="T1" fmla="*/ 0 h 8"/>
                  <a:gd name="T2" fmla="*/ 1 w 5"/>
                  <a:gd name="T3" fmla="*/ 0 h 8"/>
                  <a:gd name="T4" fmla="*/ 3 w 5"/>
                  <a:gd name="T5" fmla="*/ 1 h 8"/>
                  <a:gd name="T6" fmla="*/ 3 w 5"/>
                  <a:gd name="T7" fmla="*/ 3 h 8"/>
                  <a:gd name="T8" fmla="*/ 5 w 5"/>
                  <a:gd name="T9" fmla="*/ 5 h 8"/>
                  <a:gd name="T10" fmla="*/ 3 w 5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lnTo>
                      <a:pt x="1" y="0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5" y="5"/>
                    </a:lnTo>
                    <a:lnTo>
                      <a:pt x="3" y="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95" name="Freeform 1702"/>
              <p:cNvSpPr>
                <a:spLocks/>
              </p:cNvSpPr>
              <p:nvPr userDrawn="1"/>
            </p:nvSpPr>
            <p:spPr bwMode="gray">
              <a:xfrm>
                <a:off x="2142" y="1686"/>
                <a:ext cx="4" cy="16"/>
              </a:xfrm>
              <a:custGeom>
                <a:avLst/>
                <a:gdLst>
                  <a:gd name="T0" fmla="*/ 2 w 7"/>
                  <a:gd name="T1" fmla="*/ 0 h 16"/>
                  <a:gd name="T2" fmla="*/ 0 w 7"/>
                  <a:gd name="T3" fmla="*/ 4 h 16"/>
                  <a:gd name="T4" fmla="*/ 0 w 7"/>
                  <a:gd name="T5" fmla="*/ 7 h 16"/>
                  <a:gd name="T6" fmla="*/ 2 w 7"/>
                  <a:gd name="T7" fmla="*/ 12 h 16"/>
                  <a:gd name="T8" fmla="*/ 4 w 7"/>
                  <a:gd name="T9" fmla="*/ 14 h 16"/>
                  <a:gd name="T10" fmla="*/ 7 w 7"/>
                  <a:gd name="T11" fmla="*/ 1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16">
                    <a:moveTo>
                      <a:pt x="2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2" y="12"/>
                    </a:lnTo>
                    <a:lnTo>
                      <a:pt x="4" y="14"/>
                    </a:lnTo>
                    <a:lnTo>
                      <a:pt x="7" y="16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96" name="Freeform 1703"/>
              <p:cNvSpPr>
                <a:spLocks/>
              </p:cNvSpPr>
              <p:nvPr userDrawn="1"/>
            </p:nvSpPr>
            <p:spPr bwMode="gray">
              <a:xfrm>
                <a:off x="2142" y="1693"/>
                <a:ext cx="9" cy="4"/>
              </a:xfrm>
              <a:custGeom>
                <a:avLst/>
                <a:gdLst>
                  <a:gd name="T0" fmla="*/ 9 w 9"/>
                  <a:gd name="T1" fmla="*/ 5 h 5"/>
                  <a:gd name="T2" fmla="*/ 5 w 9"/>
                  <a:gd name="T3" fmla="*/ 5 h 5"/>
                  <a:gd name="T4" fmla="*/ 2 w 9"/>
                  <a:gd name="T5" fmla="*/ 5 h 5"/>
                  <a:gd name="T6" fmla="*/ 0 w 9"/>
                  <a:gd name="T7" fmla="*/ 2 h 5"/>
                  <a:gd name="T8" fmla="*/ 0 w 9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5">
                    <a:moveTo>
                      <a:pt x="9" y="5"/>
                    </a:moveTo>
                    <a:lnTo>
                      <a:pt x="5" y="5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97" name="Freeform 1704"/>
              <p:cNvSpPr>
                <a:spLocks/>
              </p:cNvSpPr>
              <p:nvPr userDrawn="1"/>
            </p:nvSpPr>
            <p:spPr bwMode="gray">
              <a:xfrm>
                <a:off x="2779" y="1933"/>
                <a:ext cx="17" cy="7"/>
              </a:xfrm>
              <a:custGeom>
                <a:avLst/>
                <a:gdLst>
                  <a:gd name="T0" fmla="*/ 0 w 17"/>
                  <a:gd name="T1" fmla="*/ 0 h 7"/>
                  <a:gd name="T2" fmla="*/ 2 w 17"/>
                  <a:gd name="T3" fmla="*/ 3 h 7"/>
                  <a:gd name="T4" fmla="*/ 5 w 17"/>
                  <a:gd name="T5" fmla="*/ 5 h 7"/>
                  <a:gd name="T6" fmla="*/ 10 w 17"/>
                  <a:gd name="T7" fmla="*/ 7 h 7"/>
                  <a:gd name="T8" fmla="*/ 14 w 17"/>
                  <a:gd name="T9" fmla="*/ 7 h 7"/>
                  <a:gd name="T10" fmla="*/ 17 w 17"/>
                  <a:gd name="T11" fmla="*/ 7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7">
                    <a:moveTo>
                      <a:pt x="0" y="0"/>
                    </a:moveTo>
                    <a:lnTo>
                      <a:pt x="2" y="3"/>
                    </a:lnTo>
                    <a:lnTo>
                      <a:pt x="5" y="5"/>
                    </a:lnTo>
                    <a:lnTo>
                      <a:pt x="10" y="7"/>
                    </a:lnTo>
                    <a:lnTo>
                      <a:pt x="14" y="7"/>
                    </a:lnTo>
                    <a:lnTo>
                      <a:pt x="17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98" name="Freeform 1705"/>
              <p:cNvSpPr>
                <a:spLocks/>
              </p:cNvSpPr>
              <p:nvPr userDrawn="1"/>
            </p:nvSpPr>
            <p:spPr bwMode="gray">
              <a:xfrm>
                <a:off x="2784" y="1933"/>
                <a:ext cx="13" cy="8"/>
              </a:xfrm>
              <a:custGeom>
                <a:avLst/>
                <a:gdLst>
                  <a:gd name="T0" fmla="*/ 0 w 11"/>
                  <a:gd name="T1" fmla="*/ 8 h 8"/>
                  <a:gd name="T2" fmla="*/ 2 w 11"/>
                  <a:gd name="T3" fmla="*/ 8 h 8"/>
                  <a:gd name="T4" fmla="*/ 5 w 11"/>
                  <a:gd name="T5" fmla="*/ 7 h 8"/>
                  <a:gd name="T6" fmla="*/ 7 w 11"/>
                  <a:gd name="T7" fmla="*/ 5 h 8"/>
                  <a:gd name="T8" fmla="*/ 11 w 11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8">
                    <a:moveTo>
                      <a:pt x="0" y="8"/>
                    </a:moveTo>
                    <a:lnTo>
                      <a:pt x="2" y="8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1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299" name="Freeform 1706"/>
              <p:cNvSpPr>
                <a:spLocks/>
              </p:cNvSpPr>
              <p:nvPr userDrawn="1"/>
            </p:nvSpPr>
            <p:spPr bwMode="gray">
              <a:xfrm>
                <a:off x="2135" y="1452"/>
                <a:ext cx="12" cy="14"/>
              </a:xfrm>
              <a:custGeom>
                <a:avLst/>
                <a:gdLst>
                  <a:gd name="T0" fmla="*/ 0 w 12"/>
                  <a:gd name="T1" fmla="*/ 14 h 14"/>
                  <a:gd name="T2" fmla="*/ 0 w 12"/>
                  <a:gd name="T3" fmla="*/ 8 h 14"/>
                  <a:gd name="T4" fmla="*/ 4 w 12"/>
                  <a:gd name="T5" fmla="*/ 3 h 14"/>
                  <a:gd name="T6" fmla="*/ 7 w 12"/>
                  <a:gd name="T7" fmla="*/ 2 h 14"/>
                  <a:gd name="T8" fmla="*/ 12 w 12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4">
                    <a:moveTo>
                      <a:pt x="0" y="14"/>
                    </a:moveTo>
                    <a:lnTo>
                      <a:pt x="0" y="8"/>
                    </a:lnTo>
                    <a:lnTo>
                      <a:pt x="4" y="3"/>
                    </a:lnTo>
                    <a:lnTo>
                      <a:pt x="7" y="2"/>
                    </a:lnTo>
                    <a:lnTo>
                      <a:pt x="1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00" name="Freeform 1707"/>
              <p:cNvSpPr>
                <a:spLocks/>
              </p:cNvSpPr>
              <p:nvPr userDrawn="1"/>
            </p:nvSpPr>
            <p:spPr bwMode="gray">
              <a:xfrm>
                <a:off x="2137" y="1455"/>
                <a:ext cx="3" cy="7"/>
              </a:xfrm>
              <a:custGeom>
                <a:avLst/>
                <a:gdLst>
                  <a:gd name="T0" fmla="*/ 3 w 3"/>
                  <a:gd name="T1" fmla="*/ 7 h 7"/>
                  <a:gd name="T2" fmla="*/ 2 w 3"/>
                  <a:gd name="T3" fmla="*/ 5 h 7"/>
                  <a:gd name="T4" fmla="*/ 0 w 3"/>
                  <a:gd name="T5" fmla="*/ 2 h 7"/>
                  <a:gd name="T6" fmla="*/ 0 w 3"/>
                  <a:gd name="T7" fmla="*/ 0 h 7"/>
                  <a:gd name="T8" fmla="*/ 2 w 3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7">
                    <a:moveTo>
                      <a:pt x="3" y="7"/>
                    </a:move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01" name="Freeform 1708"/>
              <p:cNvSpPr>
                <a:spLocks/>
              </p:cNvSpPr>
              <p:nvPr userDrawn="1"/>
            </p:nvSpPr>
            <p:spPr bwMode="gray">
              <a:xfrm>
                <a:off x="2788" y="1683"/>
                <a:ext cx="1" cy="22"/>
              </a:xfrm>
              <a:custGeom>
                <a:avLst/>
                <a:gdLst>
                  <a:gd name="T0" fmla="*/ 1 w 1"/>
                  <a:gd name="T1" fmla="*/ 19 h 19"/>
                  <a:gd name="T2" fmla="*/ 1 w 1"/>
                  <a:gd name="T3" fmla="*/ 14 h 19"/>
                  <a:gd name="T4" fmla="*/ 1 w 1"/>
                  <a:gd name="T5" fmla="*/ 10 h 19"/>
                  <a:gd name="T6" fmla="*/ 0 w 1"/>
                  <a:gd name="T7" fmla="*/ 5 h 19"/>
                  <a:gd name="T8" fmla="*/ 0 w 1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19">
                    <a:moveTo>
                      <a:pt x="1" y="19"/>
                    </a:moveTo>
                    <a:lnTo>
                      <a:pt x="1" y="14"/>
                    </a:lnTo>
                    <a:lnTo>
                      <a:pt x="1" y="10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02" name="Freeform 1709"/>
              <p:cNvSpPr>
                <a:spLocks/>
              </p:cNvSpPr>
              <p:nvPr userDrawn="1"/>
            </p:nvSpPr>
            <p:spPr bwMode="gray">
              <a:xfrm>
                <a:off x="2779" y="1693"/>
                <a:ext cx="19" cy="1"/>
              </a:xfrm>
              <a:custGeom>
                <a:avLst/>
                <a:gdLst>
                  <a:gd name="T0" fmla="*/ 19 w 19"/>
                  <a:gd name="T1" fmla="*/ 0 h 1"/>
                  <a:gd name="T2" fmla="*/ 14 w 19"/>
                  <a:gd name="T3" fmla="*/ 0 h 1"/>
                  <a:gd name="T4" fmla="*/ 10 w 19"/>
                  <a:gd name="T5" fmla="*/ 0 h 1"/>
                  <a:gd name="T6" fmla="*/ 5 w 19"/>
                  <a:gd name="T7" fmla="*/ 0 h 1"/>
                  <a:gd name="T8" fmla="*/ 0 w 19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">
                    <a:moveTo>
                      <a:pt x="19" y="0"/>
                    </a:move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03" name="Freeform 1710"/>
              <p:cNvSpPr>
                <a:spLocks/>
              </p:cNvSpPr>
              <p:nvPr userDrawn="1"/>
            </p:nvSpPr>
            <p:spPr bwMode="gray">
              <a:xfrm>
                <a:off x="2359" y="2013"/>
                <a:ext cx="4" cy="22"/>
              </a:xfrm>
              <a:custGeom>
                <a:avLst/>
                <a:gdLst>
                  <a:gd name="T0" fmla="*/ 2 w 7"/>
                  <a:gd name="T1" fmla="*/ 0 h 18"/>
                  <a:gd name="T2" fmla="*/ 0 w 7"/>
                  <a:gd name="T3" fmla="*/ 5 h 18"/>
                  <a:gd name="T4" fmla="*/ 0 w 7"/>
                  <a:gd name="T5" fmla="*/ 9 h 18"/>
                  <a:gd name="T6" fmla="*/ 2 w 7"/>
                  <a:gd name="T7" fmla="*/ 12 h 18"/>
                  <a:gd name="T8" fmla="*/ 4 w 7"/>
                  <a:gd name="T9" fmla="*/ 16 h 18"/>
                  <a:gd name="T10" fmla="*/ 7 w 7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18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2" y="12"/>
                    </a:lnTo>
                    <a:lnTo>
                      <a:pt x="4" y="16"/>
                    </a:lnTo>
                    <a:lnTo>
                      <a:pt x="7" y="18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04" name="Freeform 1711"/>
              <p:cNvSpPr>
                <a:spLocks/>
              </p:cNvSpPr>
              <p:nvPr userDrawn="1"/>
            </p:nvSpPr>
            <p:spPr bwMode="gray">
              <a:xfrm>
                <a:off x="2359" y="2020"/>
                <a:ext cx="9" cy="7"/>
              </a:xfrm>
              <a:custGeom>
                <a:avLst/>
                <a:gdLst>
                  <a:gd name="T0" fmla="*/ 9 w 9"/>
                  <a:gd name="T1" fmla="*/ 7 h 7"/>
                  <a:gd name="T2" fmla="*/ 5 w 9"/>
                  <a:gd name="T3" fmla="*/ 7 h 7"/>
                  <a:gd name="T4" fmla="*/ 2 w 9"/>
                  <a:gd name="T5" fmla="*/ 5 h 7"/>
                  <a:gd name="T6" fmla="*/ 0 w 9"/>
                  <a:gd name="T7" fmla="*/ 4 h 7"/>
                  <a:gd name="T8" fmla="*/ 0 w 9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7">
                    <a:moveTo>
                      <a:pt x="9" y="7"/>
                    </a:moveTo>
                    <a:lnTo>
                      <a:pt x="5" y="7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05" name="Freeform 1712"/>
              <p:cNvSpPr>
                <a:spLocks/>
              </p:cNvSpPr>
              <p:nvPr userDrawn="1"/>
            </p:nvSpPr>
            <p:spPr bwMode="gray">
              <a:xfrm>
                <a:off x="2345" y="1277"/>
                <a:ext cx="7" cy="3"/>
              </a:xfrm>
              <a:custGeom>
                <a:avLst/>
                <a:gdLst>
                  <a:gd name="T0" fmla="*/ 2 w 7"/>
                  <a:gd name="T1" fmla="*/ 3 h 3"/>
                  <a:gd name="T2" fmla="*/ 2 w 7"/>
                  <a:gd name="T3" fmla="*/ 2 h 3"/>
                  <a:gd name="T4" fmla="*/ 0 w 7"/>
                  <a:gd name="T5" fmla="*/ 0 h 3"/>
                  <a:gd name="T6" fmla="*/ 0 w 7"/>
                  <a:gd name="T7" fmla="*/ 0 h 3"/>
                  <a:gd name="T8" fmla="*/ 2 w 7"/>
                  <a:gd name="T9" fmla="*/ 0 h 3"/>
                  <a:gd name="T10" fmla="*/ 4 w 7"/>
                  <a:gd name="T11" fmla="*/ 0 h 3"/>
                  <a:gd name="T12" fmla="*/ 7 w 7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3">
                    <a:moveTo>
                      <a:pt x="2" y="3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7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06" name="Freeform 1713"/>
              <p:cNvSpPr>
                <a:spLocks/>
              </p:cNvSpPr>
              <p:nvPr userDrawn="1"/>
            </p:nvSpPr>
            <p:spPr bwMode="gray">
              <a:xfrm>
                <a:off x="2345" y="1270"/>
                <a:ext cx="9" cy="16"/>
              </a:xfrm>
              <a:custGeom>
                <a:avLst/>
                <a:gdLst>
                  <a:gd name="T0" fmla="*/ 0 w 9"/>
                  <a:gd name="T1" fmla="*/ 16 h 16"/>
                  <a:gd name="T2" fmla="*/ 0 w 9"/>
                  <a:gd name="T3" fmla="*/ 10 h 16"/>
                  <a:gd name="T4" fmla="*/ 2 w 9"/>
                  <a:gd name="T5" fmla="*/ 7 h 16"/>
                  <a:gd name="T6" fmla="*/ 4 w 9"/>
                  <a:gd name="T7" fmla="*/ 3 h 16"/>
                  <a:gd name="T8" fmla="*/ 9 w 9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0" y="16"/>
                    </a:moveTo>
                    <a:lnTo>
                      <a:pt x="0" y="10"/>
                    </a:lnTo>
                    <a:lnTo>
                      <a:pt x="2" y="7"/>
                    </a:lnTo>
                    <a:lnTo>
                      <a:pt x="4" y="3"/>
                    </a:lnTo>
                    <a:lnTo>
                      <a:pt x="9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07" name="Freeform 1714"/>
              <p:cNvSpPr>
                <a:spLocks/>
              </p:cNvSpPr>
              <p:nvPr userDrawn="1"/>
            </p:nvSpPr>
            <p:spPr bwMode="gray">
              <a:xfrm>
                <a:off x="2565" y="2101"/>
                <a:ext cx="4" cy="4"/>
              </a:xfrm>
              <a:custGeom>
                <a:avLst/>
                <a:gdLst>
                  <a:gd name="T0" fmla="*/ 0 w 2"/>
                  <a:gd name="T1" fmla="*/ 5 h 7"/>
                  <a:gd name="T2" fmla="*/ 2 w 2"/>
                  <a:gd name="T3" fmla="*/ 7 h 7"/>
                  <a:gd name="T4" fmla="*/ 2 w 2"/>
                  <a:gd name="T5" fmla="*/ 7 h 7"/>
                  <a:gd name="T6" fmla="*/ 2 w 2"/>
                  <a:gd name="T7" fmla="*/ 7 h 7"/>
                  <a:gd name="T8" fmla="*/ 2 w 2"/>
                  <a:gd name="T9" fmla="*/ 7 h 7"/>
                  <a:gd name="T10" fmla="*/ 2 w 2"/>
                  <a:gd name="T11" fmla="*/ 5 h 7"/>
                  <a:gd name="T12" fmla="*/ 2 w 2"/>
                  <a:gd name="T13" fmla="*/ 3 h 7"/>
                  <a:gd name="T14" fmla="*/ 2 w 2"/>
                  <a:gd name="T15" fmla="*/ 0 h 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7">
                    <a:moveTo>
                      <a:pt x="0" y="5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08" name="Freeform 1715"/>
              <p:cNvSpPr>
                <a:spLocks/>
              </p:cNvSpPr>
              <p:nvPr userDrawn="1"/>
            </p:nvSpPr>
            <p:spPr bwMode="gray">
              <a:xfrm>
                <a:off x="2558" y="2102"/>
                <a:ext cx="22" cy="4"/>
              </a:xfrm>
              <a:custGeom>
                <a:avLst/>
                <a:gdLst>
                  <a:gd name="T0" fmla="*/ 18 w 18"/>
                  <a:gd name="T1" fmla="*/ 0 h 4"/>
                  <a:gd name="T2" fmla="*/ 14 w 18"/>
                  <a:gd name="T3" fmla="*/ 4 h 4"/>
                  <a:gd name="T4" fmla="*/ 9 w 18"/>
                  <a:gd name="T5" fmla="*/ 4 h 4"/>
                  <a:gd name="T6" fmla="*/ 4 w 18"/>
                  <a:gd name="T7" fmla="*/ 4 h 4"/>
                  <a:gd name="T8" fmla="*/ 0 w 18"/>
                  <a:gd name="T9" fmla="*/ 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">
                    <a:moveTo>
                      <a:pt x="18" y="0"/>
                    </a:moveTo>
                    <a:lnTo>
                      <a:pt x="14" y="4"/>
                    </a:lnTo>
                    <a:lnTo>
                      <a:pt x="9" y="4"/>
                    </a:lnTo>
                    <a:lnTo>
                      <a:pt x="4" y="4"/>
                    </a:lnTo>
                    <a:lnTo>
                      <a:pt x="0" y="2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09" name="Freeform 1716"/>
              <p:cNvSpPr>
                <a:spLocks/>
              </p:cNvSpPr>
              <p:nvPr userDrawn="1"/>
            </p:nvSpPr>
            <p:spPr bwMode="gray">
              <a:xfrm>
                <a:off x="2558" y="1340"/>
                <a:ext cx="4" cy="19"/>
              </a:xfrm>
              <a:custGeom>
                <a:avLst/>
                <a:gdLst>
                  <a:gd name="T0" fmla="*/ 2 w 2"/>
                  <a:gd name="T1" fmla="*/ 19 h 19"/>
                  <a:gd name="T2" fmla="*/ 2 w 2"/>
                  <a:gd name="T3" fmla="*/ 14 h 19"/>
                  <a:gd name="T4" fmla="*/ 2 w 2"/>
                  <a:gd name="T5" fmla="*/ 10 h 19"/>
                  <a:gd name="T6" fmla="*/ 2 w 2"/>
                  <a:gd name="T7" fmla="*/ 5 h 19"/>
                  <a:gd name="T8" fmla="*/ 0 w 2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9">
                    <a:moveTo>
                      <a:pt x="2" y="19"/>
                    </a:moveTo>
                    <a:lnTo>
                      <a:pt x="2" y="14"/>
                    </a:lnTo>
                    <a:lnTo>
                      <a:pt x="2" y="10"/>
                    </a:ln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10" name="Freeform 1717"/>
              <p:cNvSpPr>
                <a:spLocks/>
              </p:cNvSpPr>
              <p:nvPr userDrawn="1"/>
            </p:nvSpPr>
            <p:spPr bwMode="gray">
              <a:xfrm>
                <a:off x="2550" y="1350"/>
                <a:ext cx="19" cy="1"/>
              </a:xfrm>
              <a:custGeom>
                <a:avLst/>
                <a:gdLst>
                  <a:gd name="T0" fmla="*/ 19 w 19"/>
                  <a:gd name="T1" fmla="*/ 0 h 1"/>
                  <a:gd name="T2" fmla="*/ 14 w 19"/>
                  <a:gd name="T3" fmla="*/ 0 h 1"/>
                  <a:gd name="T4" fmla="*/ 10 w 19"/>
                  <a:gd name="T5" fmla="*/ 0 h 1"/>
                  <a:gd name="T6" fmla="*/ 5 w 19"/>
                  <a:gd name="T7" fmla="*/ 0 h 1"/>
                  <a:gd name="T8" fmla="*/ 0 w 19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">
                    <a:moveTo>
                      <a:pt x="19" y="0"/>
                    </a:move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11" name="Freeform 1718"/>
              <p:cNvSpPr>
                <a:spLocks/>
              </p:cNvSpPr>
              <p:nvPr userDrawn="1"/>
            </p:nvSpPr>
            <p:spPr bwMode="gray">
              <a:xfrm>
                <a:off x="3610" y="1212"/>
                <a:ext cx="12" cy="13"/>
              </a:xfrm>
              <a:custGeom>
                <a:avLst/>
                <a:gdLst>
                  <a:gd name="T0" fmla="*/ 12 w 12"/>
                  <a:gd name="T1" fmla="*/ 11 h 11"/>
                  <a:gd name="T2" fmla="*/ 12 w 12"/>
                  <a:gd name="T3" fmla="*/ 7 h 11"/>
                  <a:gd name="T4" fmla="*/ 10 w 12"/>
                  <a:gd name="T5" fmla="*/ 4 h 11"/>
                  <a:gd name="T6" fmla="*/ 7 w 12"/>
                  <a:gd name="T7" fmla="*/ 2 h 11"/>
                  <a:gd name="T8" fmla="*/ 3 w 12"/>
                  <a:gd name="T9" fmla="*/ 0 h 11"/>
                  <a:gd name="T10" fmla="*/ 0 w 12"/>
                  <a:gd name="T11" fmla="*/ 0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11">
                    <a:moveTo>
                      <a:pt x="12" y="11"/>
                    </a:moveTo>
                    <a:lnTo>
                      <a:pt x="12" y="7"/>
                    </a:lnTo>
                    <a:lnTo>
                      <a:pt x="10" y="4"/>
                    </a:lnTo>
                    <a:lnTo>
                      <a:pt x="7" y="2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12" name="Freeform 1719"/>
              <p:cNvSpPr>
                <a:spLocks/>
              </p:cNvSpPr>
              <p:nvPr userDrawn="1"/>
            </p:nvSpPr>
            <p:spPr bwMode="gray">
              <a:xfrm>
                <a:off x="3617" y="1214"/>
                <a:ext cx="4" cy="4"/>
              </a:xfrm>
              <a:custGeom>
                <a:avLst/>
                <a:gdLst>
                  <a:gd name="T0" fmla="*/ 0 w 3"/>
                  <a:gd name="T1" fmla="*/ 0 h 7"/>
                  <a:gd name="T2" fmla="*/ 0 w 3"/>
                  <a:gd name="T3" fmla="*/ 0 h 7"/>
                  <a:gd name="T4" fmla="*/ 1 w 3"/>
                  <a:gd name="T5" fmla="*/ 2 h 7"/>
                  <a:gd name="T6" fmla="*/ 3 w 3"/>
                  <a:gd name="T7" fmla="*/ 2 h 7"/>
                  <a:gd name="T8" fmla="*/ 3 w 3"/>
                  <a:gd name="T9" fmla="*/ 5 h 7"/>
                  <a:gd name="T10" fmla="*/ 1 w 3"/>
                  <a:gd name="T11" fmla="*/ 7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7">
                    <a:moveTo>
                      <a:pt x="0" y="0"/>
                    </a:moveTo>
                    <a:lnTo>
                      <a:pt x="0" y="0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3" y="5"/>
                    </a:lnTo>
                    <a:lnTo>
                      <a:pt x="1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13" name="Freeform 1720"/>
              <p:cNvSpPr>
                <a:spLocks/>
              </p:cNvSpPr>
              <p:nvPr userDrawn="1"/>
            </p:nvSpPr>
            <p:spPr bwMode="gray">
              <a:xfrm>
                <a:off x="3195" y="840"/>
                <a:ext cx="13" cy="4"/>
              </a:xfrm>
              <a:custGeom>
                <a:avLst/>
                <a:gdLst>
                  <a:gd name="T0" fmla="*/ 0 w 14"/>
                  <a:gd name="T1" fmla="*/ 0 h 7"/>
                  <a:gd name="T2" fmla="*/ 4 w 14"/>
                  <a:gd name="T3" fmla="*/ 0 h 7"/>
                  <a:gd name="T4" fmla="*/ 9 w 14"/>
                  <a:gd name="T5" fmla="*/ 1 h 7"/>
                  <a:gd name="T6" fmla="*/ 12 w 14"/>
                  <a:gd name="T7" fmla="*/ 5 h 7"/>
                  <a:gd name="T8" fmla="*/ 14 w 14"/>
                  <a:gd name="T9" fmla="*/ 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7">
                    <a:moveTo>
                      <a:pt x="0" y="0"/>
                    </a:moveTo>
                    <a:lnTo>
                      <a:pt x="4" y="0"/>
                    </a:lnTo>
                    <a:lnTo>
                      <a:pt x="9" y="1"/>
                    </a:lnTo>
                    <a:lnTo>
                      <a:pt x="12" y="5"/>
                    </a:lnTo>
                    <a:lnTo>
                      <a:pt x="14" y="7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14" name="Freeform 1721"/>
              <p:cNvSpPr>
                <a:spLocks/>
              </p:cNvSpPr>
              <p:nvPr userDrawn="1"/>
            </p:nvSpPr>
            <p:spPr bwMode="gray">
              <a:xfrm>
                <a:off x="3195" y="838"/>
                <a:ext cx="11" cy="9"/>
              </a:xfrm>
              <a:custGeom>
                <a:avLst/>
                <a:gdLst>
                  <a:gd name="T0" fmla="*/ 11 w 11"/>
                  <a:gd name="T1" fmla="*/ 0 h 9"/>
                  <a:gd name="T2" fmla="*/ 7 w 11"/>
                  <a:gd name="T3" fmla="*/ 0 h 9"/>
                  <a:gd name="T4" fmla="*/ 5 w 11"/>
                  <a:gd name="T5" fmla="*/ 2 h 9"/>
                  <a:gd name="T6" fmla="*/ 2 w 11"/>
                  <a:gd name="T7" fmla="*/ 5 h 9"/>
                  <a:gd name="T8" fmla="*/ 0 w 11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9">
                    <a:moveTo>
                      <a:pt x="11" y="0"/>
                    </a:moveTo>
                    <a:lnTo>
                      <a:pt x="7" y="0"/>
                    </a:lnTo>
                    <a:lnTo>
                      <a:pt x="5" y="2"/>
                    </a:lnTo>
                    <a:lnTo>
                      <a:pt x="2" y="5"/>
                    </a:lnTo>
                    <a:lnTo>
                      <a:pt x="0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15" name="Freeform 1722"/>
              <p:cNvSpPr>
                <a:spLocks/>
              </p:cNvSpPr>
              <p:nvPr userDrawn="1"/>
            </p:nvSpPr>
            <p:spPr bwMode="gray">
              <a:xfrm>
                <a:off x="3403" y="903"/>
                <a:ext cx="4" cy="3"/>
              </a:xfrm>
              <a:custGeom>
                <a:avLst/>
                <a:gdLst>
                  <a:gd name="T0" fmla="*/ 0 w 4"/>
                  <a:gd name="T1" fmla="*/ 1 h 3"/>
                  <a:gd name="T2" fmla="*/ 2 w 4"/>
                  <a:gd name="T3" fmla="*/ 0 h 3"/>
                  <a:gd name="T4" fmla="*/ 4 w 4"/>
                  <a:gd name="T5" fmla="*/ 0 h 3"/>
                  <a:gd name="T6" fmla="*/ 4 w 4"/>
                  <a:gd name="T7" fmla="*/ 0 h 3"/>
                  <a:gd name="T8" fmla="*/ 4 w 4"/>
                  <a:gd name="T9" fmla="*/ 1 h 3"/>
                  <a:gd name="T10" fmla="*/ 2 w 4"/>
                  <a:gd name="T11" fmla="*/ 1 h 3"/>
                  <a:gd name="T12" fmla="*/ 2 w 4"/>
                  <a:gd name="T13" fmla="*/ 1 h 3"/>
                  <a:gd name="T14" fmla="*/ 0 w 4"/>
                  <a:gd name="T15" fmla="*/ 3 h 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" h="3">
                    <a:moveTo>
                      <a:pt x="0" y="1"/>
                    </a:moveTo>
                    <a:lnTo>
                      <a:pt x="2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2" y="1"/>
                    </a:lnTo>
                    <a:lnTo>
                      <a:pt x="0" y="3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16" name="Freeform 1723"/>
              <p:cNvSpPr>
                <a:spLocks/>
              </p:cNvSpPr>
              <p:nvPr userDrawn="1"/>
            </p:nvSpPr>
            <p:spPr bwMode="gray">
              <a:xfrm>
                <a:off x="3400" y="897"/>
                <a:ext cx="8" cy="14"/>
              </a:xfrm>
              <a:custGeom>
                <a:avLst/>
                <a:gdLst>
                  <a:gd name="T0" fmla="*/ 8 w 8"/>
                  <a:gd name="T1" fmla="*/ 14 h 14"/>
                  <a:gd name="T2" fmla="*/ 8 w 8"/>
                  <a:gd name="T3" fmla="*/ 9 h 14"/>
                  <a:gd name="T4" fmla="*/ 7 w 8"/>
                  <a:gd name="T5" fmla="*/ 6 h 14"/>
                  <a:gd name="T6" fmla="*/ 3 w 8"/>
                  <a:gd name="T7" fmla="*/ 2 h 14"/>
                  <a:gd name="T8" fmla="*/ 0 w 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4">
                    <a:moveTo>
                      <a:pt x="8" y="14"/>
                    </a:moveTo>
                    <a:lnTo>
                      <a:pt x="8" y="9"/>
                    </a:lnTo>
                    <a:lnTo>
                      <a:pt x="7" y="6"/>
                    </a:lnTo>
                    <a:lnTo>
                      <a:pt x="3" y="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17" name="Freeform 1724"/>
              <p:cNvSpPr>
                <a:spLocks/>
              </p:cNvSpPr>
              <p:nvPr userDrawn="1"/>
            </p:nvSpPr>
            <p:spPr bwMode="gray">
              <a:xfrm>
                <a:off x="3186" y="1910"/>
                <a:ext cx="20" cy="9"/>
              </a:xfrm>
              <a:custGeom>
                <a:avLst/>
                <a:gdLst>
                  <a:gd name="T0" fmla="*/ 0 w 20"/>
                  <a:gd name="T1" fmla="*/ 9 h 9"/>
                  <a:gd name="T2" fmla="*/ 7 w 20"/>
                  <a:gd name="T3" fmla="*/ 9 h 9"/>
                  <a:gd name="T4" fmla="*/ 11 w 20"/>
                  <a:gd name="T5" fmla="*/ 7 h 9"/>
                  <a:gd name="T6" fmla="*/ 16 w 20"/>
                  <a:gd name="T7" fmla="*/ 3 h 9"/>
                  <a:gd name="T8" fmla="*/ 20 w 20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9">
                    <a:moveTo>
                      <a:pt x="0" y="9"/>
                    </a:moveTo>
                    <a:lnTo>
                      <a:pt x="7" y="9"/>
                    </a:lnTo>
                    <a:lnTo>
                      <a:pt x="11" y="7"/>
                    </a:lnTo>
                    <a:lnTo>
                      <a:pt x="16" y="3"/>
                    </a:lnTo>
                    <a:lnTo>
                      <a:pt x="2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18" name="Freeform 1725"/>
              <p:cNvSpPr>
                <a:spLocks/>
              </p:cNvSpPr>
              <p:nvPr userDrawn="1"/>
            </p:nvSpPr>
            <p:spPr bwMode="gray">
              <a:xfrm>
                <a:off x="3192" y="1912"/>
                <a:ext cx="7" cy="7"/>
              </a:xfrm>
              <a:custGeom>
                <a:avLst/>
                <a:gdLst>
                  <a:gd name="T0" fmla="*/ 7 w 7"/>
                  <a:gd name="T1" fmla="*/ 7 h 7"/>
                  <a:gd name="T2" fmla="*/ 5 w 7"/>
                  <a:gd name="T3" fmla="*/ 7 h 7"/>
                  <a:gd name="T4" fmla="*/ 5 w 7"/>
                  <a:gd name="T5" fmla="*/ 7 h 7"/>
                  <a:gd name="T6" fmla="*/ 3 w 7"/>
                  <a:gd name="T7" fmla="*/ 7 h 7"/>
                  <a:gd name="T8" fmla="*/ 1 w 7"/>
                  <a:gd name="T9" fmla="*/ 3 h 7"/>
                  <a:gd name="T10" fmla="*/ 0 w 7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7">
                    <a:moveTo>
                      <a:pt x="7" y="7"/>
                    </a:moveTo>
                    <a:lnTo>
                      <a:pt x="5" y="7"/>
                    </a:lnTo>
                    <a:lnTo>
                      <a:pt x="3" y="7"/>
                    </a:lnTo>
                    <a:lnTo>
                      <a:pt x="1" y="3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19" name="Freeform 1726"/>
              <p:cNvSpPr>
                <a:spLocks/>
              </p:cNvSpPr>
              <p:nvPr userDrawn="1"/>
            </p:nvSpPr>
            <p:spPr bwMode="gray">
              <a:xfrm>
                <a:off x="3669" y="1609"/>
                <a:ext cx="14" cy="14"/>
              </a:xfrm>
              <a:custGeom>
                <a:avLst/>
                <a:gdLst>
                  <a:gd name="T0" fmla="*/ 0 w 14"/>
                  <a:gd name="T1" fmla="*/ 14 h 14"/>
                  <a:gd name="T2" fmla="*/ 5 w 14"/>
                  <a:gd name="T3" fmla="*/ 12 h 14"/>
                  <a:gd name="T4" fmla="*/ 11 w 14"/>
                  <a:gd name="T5" fmla="*/ 11 h 14"/>
                  <a:gd name="T6" fmla="*/ 12 w 14"/>
                  <a:gd name="T7" fmla="*/ 5 h 14"/>
                  <a:gd name="T8" fmla="*/ 14 w 14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0" y="14"/>
                    </a:moveTo>
                    <a:lnTo>
                      <a:pt x="5" y="12"/>
                    </a:lnTo>
                    <a:lnTo>
                      <a:pt x="11" y="11"/>
                    </a:lnTo>
                    <a:lnTo>
                      <a:pt x="12" y="5"/>
                    </a:lnTo>
                    <a:lnTo>
                      <a:pt x="14" y="0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  <p:sp>
            <p:nvSpPr>
              <p:cNvPr id="1320" name="Freeform 1727"/>
              <p:cNvSpPr>
                <a:spLocks/>
              </p:cNvSpPr>
              <p:nvPr userDrawn="1"/>
            </p:nvSpPr>
            <p:spPr bwMode="gray">
              <a:xfrm>
                <a:off x="3676" y="1611"/>
                <a:ext cx="5" cy="9"/>
              </a:xfrm>
              <a:custGeom>
                <a:avLst/>
                <a:gdLst>
                  <a:gd name="T0" fmla="*/ 0 w 5"/>
                  <a:gd name="T1" fmla="*/ 0 h 9"/>
                  <a:gd name="T2" fmla="*/ 4 w 5"/>
                  <a:gd name="T3" fmla="*/ 3 h 9"/>
                  <a:gd name="T4" fmla="*/ 5 w 5"/>
                  <a:gd name="T5" fmla="*/ 7 h 9"/>
                  <a:gd name="T6" fmla="*/ 5 w 5"/>
                  <a:gd name="T7" fmla="*/ 7 h 9"/>
                  <a:gd name="T8" fmla="*/ 5 w 5"/>
                  <a:gd name="T9" fmla="*/ 9 h 9"/>
                  <a:gd name="T10" fmla="*/ 4 w 5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0" y="0"/>
                    </a:moveTo>
                    <a:lnTo>
                      <a:pt x="4" y="3"/>
                    </a:lnTo>
                    <a:lnTo>
                      <a:pt x="5" y="7"/>
                    </a:lnTo>
                    <a:lnTo>
                      <a:pt x="5" y="9"/>
                    </a:lnTo>
                    <a:lnTo>
                      <a:pt x="4" y="9"/>
                    </a:lnTo>
                  </a:path>
                </a:pathLst>
              </a:custGeom>
              <a:noFill/>
              <a:ln w="3175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b="1">
                  <a:solidFill>
                    <a:srgbClr val="024631"/>
                  </a:solidFill>
                  <a:ea typeface="新細明體" pitchFamily="18" charset="-120"/>
                </a:endParaRPr>
              </a:p>
            </p:txBody>
          </p:sp>
        </p:grpSp>
        <p:sp>
          <p:nvSpPr>
            <p:cNvPr id="1067" name="Freeform 1728"/>
            <p:cNvSpPr>
              <a:spLocks/>
            </p:cNvSpPr>
            <p:nvPr userDrawn="1"/>
          </p:nvSpPr>
          <p:spPr bwMode="gray">
            <a:xfrm>
              <a:off x="5145" y="3604"/>
              <a:ext cx="2" cy="19"/>
            </a:xfrm>
            <a:custGeom>
              <a:avLst/>
              <a:gdLst>
                <a:gd name="T0" fmla="*/ 2 w 2"/>
                <a:gd name="T1" fmla="*/ 19 h 19"/>
                <a:gd name="T2" fmla="*/ 2 w 2"/>
                <a:gd name="T3" fmla="*/ 16 h 19"/>
                <a:gd name="T4" fmla="*/ 2 w 2"/>
                <a:gd name="T5" fmla="*/ 10 h 19"/>
                <a:gd name="T6" fmla="*/ 2 w 2"/>
                <a:gd name="T7" fmla="*/ 5 h 19"/>
                <a:gd name="T8" fmla="*/ 0 w 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9">
                  <a:moveTo>
                    <a:pt x="2" y="19"/>
                  </a:moveTo>
                  <a:lnTo>
                    <a:pt x="2" y="16"/>
                  </a:lnTo>
                  <a:lnTo>
                    <a:pt x="2" y="10"/>
                  </a:lnTo>
                  <a:lnTo>
                    <a:pt x="2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68" name="Freeform 1729"/>
            <p:cNvSpPr>
              <a:spLocks/>
            </p:cNvSpPr>
            <p:nvPr userDrawn="1"/>
          </p:nvSpPr>
          <p:spPr bwMode="gray">
            <a:xfrm>
              <a:off x="5138" y="3614"/>
              <a:ext cx="17" cy="2"/>
            </a:xfrm>
            <a:custGeom>
              <a:avLst/>
              <a:gdLst>
                <a:gd name="T0" fmla="*/ 17 w 17"/>
                <a:gd name="T1" fmla="*/ 0 h 2"/>
                <a:gd name="T2" fmla="*/ 14 w 17"/>
                <a:gd name="T3" fmla="*/ 0 h 2"/>
                <a:gd name="T4" fmla="*/ 9 w 17"/>
                <a:gd name="T5" fmla="*/ 0 h 2"/>
                <a:gd name="T6" fmla="*/ 5 w 17"/>
                <a:gd name="T7" fmla="*/ 2 h 2"/>
                <a:gd name="T8" fmla="*/ 0 w 17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">
                  <a:moveTo>
                    <a:pt x="17" y="0"/>
                  </a:moveTo>
                  <a:lnTo>
                    <a:pt x="14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69" name="Freeform 1730"/>
            <p:cNvSpPr>
              <a:spLocks/>
            </p:cNvSpPr>
            <p:nvPr userDrawn="1"/>
          </p:nvSpPr>
          <p:spPr bwMode="gray">
            <a:xfrm>
              <a:off x="5635" y="3324"/>
              <a:ext cx="4" cy="2"/>
            </a:xfrm>
            <a:custGeom>
              <a:avLst/>
              <a:gdLst>
                <a:gd name="T0" fmla="*/ 0 w 3"/>
                <a:gd name="T1" fmla="*/ 2 h 2"/>
                <a:gd name="T2" fmla="*/ 1 w 3"/>
                <a:gd name="T3" fmla="*/ 0 h 2"/>
                <a:gd name="T4" fmla="*/ 3 w 3"/>
                <a:gd name="T5" fmla="*/ 0 h 2"/>
                <a:gd name="T6" fmla="*/ 3 w 3"/>
                <a:gd name="T7" fmla="*/ 0 h 2"/>
                <a:gd name="T8" fmla="*/ 3 w 3"/>
                <a:gd name="T9" fmla="*/ 0 h 2"/>
                <a:gd name="T10" fmla="*/ 1 w 3"/>
                <a:gd name="T11" fmla="*/ 0 h 2"/>
                <a:gd name="T12" fmla="*/ 1 w 3"/>
                <a:gd name="T13" fmla="*/ 2 h 2"/>
                <a:gd name="T14" fmla="*/ 0 w 3"/>
                <a:gd name="T15" fmla="*/ 2 h 2"/>
                <a:gd name="T16" fmla="*/ 0 w 3"/>
                <a:gd name="T17" fmla="*/ 2 h 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0" name="Freeform 1731"/>
            <p:cNvSpPr>
              <a:spLocks/>
            </p:cNvSpPr>
            <p:nvPr userDrawn="1"/>
          </p:nvSpPr>
          <p:spPr bwMode="gray">
            <a:xfrm>
              <a:off x="5629" y="3319"/>
              <a:ext cx="11" cy="14"/>
            </a:xfrm>
            <a:custGeom>
              <a:avLst/>
              <a:gdLst>
                <a:gd name="T0" fmla="*/ 11 w 11"/>
                <a:gd name="T1" fmla="*/ 14 h 14"/>
                <a:gd name="T2" fmla="*/ 11 w 11"/>
                <a:gd name="T3" fmla="*/ 9 h 14"/>
                <a:gd name="T4" fmla="*/ 9 w 11"/>
                <a:gd name="T5" fmla="*/ 5 h 14"/>
                <a:gd name="T6" fmla="*/ 6 w 11"/>
                <a:gd name="T7" fmla="*/ 2 h 14"/>
                <a:gd name="T8" fmla="*/ 0 w 1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6" y="2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1" name="Freeform 1732"/>
            <p:cNvSpPr>
              <a:spLocks/>
            </p:cNvSpPr>
            <p:nvPr userDrawn="1"/>
          </p:nvSpPr>
          <p:spPr bwMode="gray">
            <a:xfrm>
              <a:off x="5297" y="3999"/>
              <a:ext cx="13" cy="7"/>
            </a:xfrm>
            <a:custGeom>
              <a:avLst/>
              <a:gdLst>
                <a:gd name="T0" fmla="*/ 0 w 16"/>
                <a:gd name="T1" fmla="*/ 0 h 7"/>
                <a:gd name="T2" fmla="*/ 2 w 16"/>
                <a:gd name="T3" fmla="*/ 4 h 7"/>
                <a:gd name="T4" fmla="*/ 5 w 16"/>
                <a:gd name="T5" fmla="*/ 5 h 7"/>
                <a:gd name="T6" fmla="*/ 10 w 16"/>
                <a:gd name="T7" fmla="*/ 7 h 7"/>
                <a:gd name="T8" fmla="*/ 12 w 16"/>
                <a:gd name="T9" fmla="*/ 7 h 7"/>
                <a:gd name="T10" fmla="*/ 16 w 16"/>
                <a:gd name="T11" fmla="*/ 5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7">
                  <a:moveTo>
                    <a:pt x="0" y="0"/>
                  </a:moveTo>
                  <a:lnTo>
                    <a:pt x="2" y="4"/>
                  </a:lnTo>
                  <a:lnTo>
                    <a:pt x="5" y="5"/>
                  </a:lnTo>
                  <a:lnTo>
                    <a:pt x="10" y="7"/>
                  </a:lnTo>
                  <a:lnTo>
                    <a:pt x="12" y="7"/>
                  </a:lnTo>
                  <a:lnTo>
                    <a:pt x="16" y="5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2" name="Freeform 1733"/>
            <p:cNvSpPr>
              <a:spLocks/>
            </p:cNvSpPr>
            <p:nvPr userDrawn="1"/>
          </p:nvSpPr>
          <p:spPr bwMode="gray">
            <a:xfrm>
              <a:off x="5300" y="3999"/>
              <a:ext cx="11" cy="9"/>
            </a:xfrm>
            <a:custGeom>
              <a:avLst/>
              <a:gdLst>
                <a:gd name="T0" fmla="*/ 0 w 11"/>
                <a:gd name="T1" fmla="*/ 7 h 9"/>
                <a:gd name="T2" fmla="*/ 4 w 11"/>
                <a:gd name="T3" fmla="*/ 9 h 9"/>
                <a:gd name="T4" fmla="*/ 7 w 11"/>
                <a:gd name="T5" fmla="*/ 7 h 9"/>
                <a:gd name="T6" fmla="*/ 9 w 11"/>
                <a:gd name="T7" fmla="*/ 4 h 9"/>
                <a:gd name="T8" fmla="*/ 11 w 11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9">
                  <a:moveTo>
                    <a:pt x="0" y="7"/>
                  </a:moveTo>
                  <a:lnTo>
                    <a:pt x="4" y="9"/>
                  </a:lnTo>
                  <a:lnTo>
                    <a:pt x="7" y="7"/>
                  </a:lnTo>
                  <a:lnTo>
                    <a:pt x="9" y="4"/>
                  </a:lnTo>
                  <a:lnTo>
                    <a:pt x="11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3" name="Freeform 1734"/>
            <p:cNvSpPr>
              <a:spLocks/>
            </p:cNvSpPr>
            <p:nvPr userDrawn="1"/>
          </p:nvSpPr>
          <p:spPr bwMode="gray">
            <a:xfrm>
              <a:off x="5314" y="3249"/>
              <a:ext cx="22" cy="12"/>
            </a:xfrm>
            <a:custGeom>
              <a:avLst/>
              <a:gdLst>
                <a:gd name="T0" fmla="*/ 0 w 18"/>
                <a:gd name="T1" fmla="*/ 12 h 12"/>
                <a:gd name="T2" fmla="*/ 9 w 18"/>
                <a:gd name="T3" fmla="*/ 5 h 12"/>
                <a:gd name="T4" fmla="*/ 18 w 18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2">
                  <a:moveTo>
                    <a:pt x="0" y="12"/>
                  </a:moveTo>
                  <a:lnTo>
                    <a:pt x="9" y="5"/>
                  </a:lnTo>
                  <a:lnTo>
                    <a:pt x="18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4" name="Freeform 1735"/>
            <p:cNvSpPr>
              <a:spLocks/>
            </p:cNvSpPr>
            <p:nvPr userDrawn="1"/>
          </p:nvSpPr>
          <p:spPr bwMode="gray">
            <a:xfrm>
              <a:off x="5320" y="3247"/>
              <a:ext cx="10" cy="13"/>
            </a:xfrm>
            <a:custGeom>
              <a:avLst/>
              <a:gdLst>
                <a:gd name="T0" fmla="*/ 10 w 10"/>
                <a:gd name="T1" fmla="*/ 14 h 14"/>
                <a:gd name="T2" fmla="*/ 7 w 10"/>
                <a:gd name="T3" fmla="*/ 11 h 14"/>
                <a:gd name="T4" fmla="*/ 5 w 10"/>
                <a:gd name="T5" fmla="*/ 7 h 14"/>
                <a:gd name="T6" fmla="*/ 1 w 10"/>
                <a:gd name="T7" fmla="*/ 4 h 14"/>
                <a:gd name="T8" fmla="*/ 0 w 1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10" y="14"/>
                  </a:moveTo>
                  <a:lnTo>
                    <a:pt x="7" y="11"/>
                  </a:lnTo>
                  <a:lnTo>
                    <a:pt x="5" y="7"/>
                  </a:lnTo>
                  <a:lnTo>
                    <a:pt x="1" y="4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5" name="Freeform 1736"/>
            <p:cNvSpPr>
              <a:spLocks/>
            </p:cNvSpPr>
            <p:nvPr userDrawn="1"/>
          </p:nvSpPr>
          <p:spPr bwMode="gray">
            <a:xfrm>
              <a:off x="5451" y="3898"/>
              <a:ext cx="14" cy="13"/>
            </a:xfrm>
            <a:custGeom>
              <a:avLst/>
              <a:gdLst>
                <a:gd name="T0" fmla="*/ 0 w 14"/>
                <a:gd name="T1" fmla="*/ 14 h 14"/>
                <a:gd name="T2" fmla="*/ 5 w 14"/>
                <a:gd name="T3" fmla="*/ 12 h 14"/>
                <a:gd name="T4" fmla="*/ 10 w 14"/>
                <a:gd name="T5" fmla="*/ 10 h 14"/>
                <a:gd name="T6" fmla="*/ 12 w 14"/>
                <a:gd name="T7" fmla="*/ 5 h 14"/>
                <a:gd name="T8" fmla="*/ 14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lnTo>
                    <a:pt x="5" y="12"/>
                  </a:lnTo>
                  <a:lnTo>
                    <a:pt x="10" y="10"/>
                  </a:lnTo>
                  <a:lnTo>
                    <a:pt x="12" y="5"/>
                  </a:lnTo>
                  <a:lnTo>
                    <a:pt x="14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6" name="Freeform 1737"/>
            <p:cNvSpPr>
              <a:spLocks/>
            </p:cNvSpPr>
            <p:nvPr userDrawn="1"/>
          </p:nvSpPr>
          <p:spPr bwMode="gray">
            <a:xfrm>
              <a:off x="5458" y="3899"/>
              <a:ext cx="5" cy="9"/>
            </a:xfrm>
            <a:custGeom>
              <a:avLst/>
              <a:gdLst>
                <a:gd name="T0" fmla="*/ 0 w 5"/>
                <a:gd name="T1" fmla="*/ 0 h 9"/>
                <a:gd name="T2" fmla="*/ 3 w 5"/>
                <a:gd name="T3" fmla="*/ 4 h 9"/>
                <a:gd name="T4" fmla="*/ 5 w 5"/>
                <a:gd name="T5" fmla="*/ 7 h 9"/>
                <a:gd name="T6" fmla="*/ 5 w 5"/>
                <a:gd name="T7" fmla="*/ 7 h 9"/>
                <a:gd name="T8" fmla="*/ 5 w 5"/>
                <a:gd name="T9" fmla="*/ 9 h 9"/>
                <a:gd name="T10" fmla="*/ 3 w 5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9">
                  <a:moveTo>
                    <a:pt x="0" y="0"/>
                  </a:moveTo>
                  <a:lnTo>
                    <a:pt x="3" y="4"/>
                  </a:lnTo>
                  <a:lnTo>
                    <a:pt x="5" y="7"/>
                  </a:lnTo>
                  <a:lnTo>
                    <a:pt x="5" y="9"/>
                  </a:lnTo>
                  <a:lnTo>
                    <a:pt x="3" y="9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7" name="Freeform 1738"/>
            <p:cNvSpPr>
              <a:spLocks/>
            </p:cNvSpPr>
            <p:nvPr userDrawn="1"/>
          </p:nvSpPr>
          <p:spPr bwMode="gray">
            <a:xfrm>
              <a:off x="4232" y="2894"/>
              <a:ext cx="4" cy="16"/>
            </a:xfrm>
            <a:custGeom>
              <a:avLst/>
              <a:gdLst>
                <a:gd name="T0" fmla="*/ 3 w 5"/>
                <a:gd name="T1" fmla="*/ 16 h 16"/>
                <a:gd name="T2" fmla="*/ 2 w 5"/>
                <a:gd name="T3" fmla="*/ 12 h 16"/>
                <a:gd name="T4" fmla="*/ 0 w 5"/>
                <a:gd name="T5" fmla="*/ 9 h 16"/>
                <a:gd name="T6" fmla="*/ 2 w 5"/>
                <a:gd name="T7" fmla="*/ 3 h 16"/>
                <a:gd name="T8" fmla="*/ 2 w 5"/>
                <a:gd name="T9" fmla="*/ 2 h 16"/>
                <a:gd name="T10" fmla="*/ 5 w 5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16">
                  <a:moveTo>
                    <a:pt x="3" y="16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2" y="3"/>
                  </a:lnTo>
                  <a:lnTo>
                    <a:pt x="2" y="2"/>
                  </a:lnTo>
                  <a:lnTo>
                    <a:pt x="5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8" name="Freeform 1739"/>
            <p:cNvSpPr>
              <a:spLocks/>
            </p:cNvSpPr>
            <p:nvPr userDrawn="1"/>
          </p:nvSpPr>
          <p:spPr bwMode="gray">
            <a:xfrm>
              <a:off x="4232" y="2896"/>
              <a:ext cx="9" cy="8"/>
            </a:xfrm>
            <a:custGeom>
              <a:avLst/>
              <a:gdLst>
                <a:gd name="T0" fmla="*/ 9 w 9"/>
                <a:gd name="T1" fmla="*/ 0 h 8"/>
                <a:gd name="T2" fmla="*/ 5 w 9"/>
                <a:gd name="T3" fmla="*/ 0 h 8"/>
                <a:gd name="T4" fmla="*/ 2 w 9"/>
                <a:gd name="T5" fmla="*/ 1 h 8"/>
                <a:gd name="T6" fmla="*/ 0 w 9"/>
                <a:gd name="T7" fmla="*/ 5 h 8"/>
                <a:gd name="T8" fmla="*/ 0 w 9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9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8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79" name="Freeform 1740"/>
            <p:cNvSpPr>
              <a:spLocks/>
            </p:cNvSpPr>
            <p:nvPr userDrawn="1"/>
          </p:nvSpPr>
          <p:spPr bwMode="gray">
            <a:xfrm>
              <a:off x="4400" y="2817"/>
              <a:ext cx="2" cy="7"/>
            </a:xfrm>
            <a:custGeom>
              <a:avLst/>
              <a:gdLst>
                <a:gd name="T0" fmla="*/ 0 w 2"/>
                <a:gd name="T1" fmla="*/ 7 h 7"/>
                <a:gd name="T2" fmla="*/ 0 w 2"/>
                <a:gd name="T3" fmla="*/ 3 h 7"/>
                <a:gd name="T4" fmla="*/ 0 w 2"/>
                <a:gd name="T5" fmla="*/ 2 h 7"/>
                <a:gd name="T6" fmla="*/ 0 w 2"/>
                <a:gd name="T7" fmla="*/ 0 h 7"/>
                <a:gd name="T8" fmla="*/ 0 w 2"/>
                <a:gd name="T9" fmla="*/ 0 h 7"/>
                <a:gd name="T10" fmla="*/ 0 w 2"/>
                <a:gd name="T11" fmla="*/ 0 h 7"/>
                <a:gd name="T12" fmla="*/ 2 w 2"/>
                <a:gd name="T13" fmla="*/ 0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7">
                  <a:moveTo>
                    <a:pt x="0" y="7"/>
                  </a:moveTo>
                  <a:lnTo>
                    <a:pt x="0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0" name="Freeform 1741"/>
            <p:cNvSpPr>
              <a:spLocks/>
            </p:cNvSpPr>
            <p:nvPr userDrawn="1"/>
          </p:nvSpPr>
          <p:spPr bwMode="gray">
            <a:xfrm>
              <a:off x="4391" y="2819"/>
              <a:ext cx="18" cy="1"/>
            </a:xfrm>
            <a:custGeom>
              <a:avLst/>
              <a:gdLst>
                <a:gd name="T0" fmla="*/ 0 w 18"/>
                <a:gd name="T1" fmla="*/ 1 h 1"/>
                <a:gd name="T2" fmla="*/ 5 w 18"/>
                <a:gd name="T3" fmla="*/ 0 h 1"/>
                <a:gd name="T4" fmla="*/ 9 w 18"/>
                <a:gd name="T5" fmla="*/ 0 h 1"/>
                <a:gd name="T6" fmla="*/ 14 w 18"/>
                <a:gd name="T7" fmla="*/ 0 h 1"/>
                <a:gd name="T8" fmla="*/ 18 w 18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">
                  <a:moveTo>
                    <a:pt x="0" y="1"/>
                  </a:moveTo>
                  <a:lnTo>
                    <a:pt x="5" y="0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8" y="1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1" name="Freeform 1742"/>
            <p:cNvSpPr>
              <a:spLocks/>
            </p:cNvSpPr>
            <p:nvPr userDrawn="1"/>
          </p:nvSpPr>
          <p:spPr bwMode="gray">
            <a:xfrm>
              <a:off x="5071" y="4157"/>
              <a:ext cx="22" cy="8"/>
            </a:xfrm>
            <a:custGeom>
              <a:avLst/>
              <a:gdLst>
                <a:gd name="T0" fmla="*/ 0 w 18"/>
                <a:gd name="T1" fmla="*/ 7 h 8"/>
                <a:gd name="T2" fmla="*/ 6 w 18"/>
                <a:gd name="T3" fmla="*/ 8 h 8"/>
                <a:gd name="T4" fmla="*/ 11 w 18"/>
                <a:gd name="T5" fmla="*/ 7 h 8"/>
                <a:gd name="T6" fmla="*/ 14 w 18"/>
                <a:gd name="T7" fmla="*/ 3 h 8"/>
                <a:gd name="T8" fmla="*/ 18 w 1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8">
                  <a:moveTo>
                    <a:pt x="0" y="7"/>
                  </a:moveTo>
                  <a:lnTo>
                    <a:pt x="6" y="8"/>
                  </a:lnTo>
                  <a:lnTo>
                    <a:pt x="11" y="7"/>
                  </a:lnTo>
                  <a:lnTo>
                    <a:pt x="14" y="3"/>
                  </a:lnTo>
                  <a:lnTo>
                    <a:pt x="18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2" name="Freeform 1743"/>
            <p:cNvSpPr>
              <a:spLocks/>
            </p:cNvSpPr>
            <p:nvPr userDrawn="1"/>
          </p:nvSpPr>
          <p:spPr bwMode="gray">
            <a:xfrm>
              <a:off x="5075" y="4158"/>
              <a:ext cx="7" cy="4"/>
            </a:xfrm>
            <a:custGeom>
              <a:avLst/>
              <a:gdLst>
                <a:gd name="T0" fmla="*/ 7 w 7"/>
                <a:gd name="T1" fmla="*/ 6 h 7"/>
                <a:gd name="T2" fmla="*/ 5 w 7"/>
                <a:gd name="T3" fmla="*/ 7 h 7"/>
                <a:gd name="T4" fmla="*/ 3 w 7"/>
                <a:gd name="T5" fmla="*/ 6 h 7"/>
                <a:gd name="T6" fmla="*/ 2 w 7"/>
                <a:gd name="T7" fmla="*/ 4 h 7"/>
                <a:gd name="T8" fmla="*/ 0 w 7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7" y="6"/>
                  </a:moveTo>
                  <a:lnTo>
                    <a:pt x="5" y="7"/>
                  </a:lnTo>
                  <a:lnTo>
                    <a:pt x="3" y="6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3" name="Freeform 1744"/>
            <p:cNvSpPr>
              <a:spLocks/>
            </p:cNvSpPr>
            <p:nvPr userDrawn="1"/>
          </p:nvSpPr>
          <p:spPr bwMode="gray">
            <a:xfrm>
              <a:off x="5231" y="4052"/>
              <a:ext cx="3" cy="17"/>
            </a:xfrm>
            <a:custGeom>
              <a:avLst/>
              <a:gdLst>
                <a:gd name="T0" fmla="*/ 0 w 3"/>
                <a:gd name="T1" fmla="*/ 17 h 17"/>
                <a:gd name="T2" fmla="*/ 3 w 3"/>
                <a:gd name="T3" fmla="*/ 15 h 17"/>
                <a:gd name="T4" fmla="*/ 3 w 3"/>
                <a:gd name="T5" fmla="*/ 12 h 17"/>
                <a:gd name="T6" fmla="*/ 3 w 3"/>
                <a:gd name="T7" fmla="*/ 8 h 17"/>
                <a:gd name="T8" fmla="*/ 3 w 3"/>
                <a:gd name="T9" fmla="*/ 3 h 17"/>
                <a:gd name="T10" fmla="*/ 1 w 3"/>
                <a:gd name="T11" fmla="*/ 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" h="17">
                  <a:moveTo>
                    <a:pt x="0" y="17"/>
                  </a:moveTo>
                  <a:lnTo>
                    <a:pt x="3" y="15"/>
                  </a:lnTo>
                  <a:lnTo>
                    <a:pt x="3" y="12"/>
                  </a:lnTo>
                  <a:lnTo>
                    <a:pt x="3" y="8"/>
                  </a:lnTo>
                  <a:lnTo>
                    <a:pt x="3" y="3"/>
                  </a:lnTo>
                  <a:lnTo>
                    <a:pt x="1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4" name="Freeform 1745"/>
            <p:cNvSpPr>
              <a:spLocks/>
            </p:cNvSpPr>
            <p:nvPr userDrawn="1"/>
          </p:nvSpPr>
          <p:spPr bwMode="gray">
            <a:xfrm>
              <a:off x="5227" y="4059"/>
              <a:ext cx="13" cy="7"/>
            </a:xfrm>
            <a:custGeom>
              <a:avLst/>
              <a:gdLst>
                <a:gd name="T0" fmla="*/ 0 w 11"/>
                <a:gd name="T1" fmla="*/ 7 h 7"/>
                <a:gd name="T2" fmla="*/ 4 w 11"/>
                <a:gd name="T3" fmla="*/ 7 h 7"/>
                <a:gd name="T4" fmla="*/ 7 w 11"/>
                <a:gd name="T5" fmla="*/ 5 h 7"/>
                <a:gd name="T6" fmla="*/ 9 w 11"/>
                <a:gd name="T7" fmla="*/ 3 h 7"/>
                <a:gd name="T8" fmla="*/ 11 w 11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7">
                  <a:moveTo>
                    <a:pt x="0" y="7"/>
                  </a:moveTo>
                  <a:lnTo>
                    <a:pt x="4" y="7"/>
                  </a:lnTo>
                  <a:lnTo>
                    <a:pt x="7" y="5"/>
                  </a:lnTo>
                  <a:lnTo>
                    <a:pt x="9" y="3"/>
                  </a:lnTo>
                  <a:lnTo>
                    <a:pt x="11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5" name="Freeform 1746"/>
            <p:cNvSpPr>
              <a:spLocks/>
            </p:cNvSpPr>
            <p:nvPr userDrawn="1"/>
          </p:nvSpPr>
          <p:spPr bwMode="gray">
            <a:xfrm>
              <a:off x="4489" y="4094"/>
              <a:ext cx="4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5 h 17"/>
                <a:gd name="T4" fmla="*/ 0 w 5"/>
                <a:gd name="T5" fmla="*/ 8 h 17"/>
                <a:gd name="T6" fmla="*/ 0 w 5"/>
                <a:gd name="T7" fmla="*/ 12 h 17"/>
                <a:gd name="T8" fmla="*/ 2 w 5"/>
                <a:gd name="T9" fmla="*/ 15 h 17"/>
                <a:gd name="T10" fmla="*/ 5 w 5"/>
                <a:gd name="T11" fmla="*/ 17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17">
                  <a:moveTo>
                    <a:pt x="0" y="0"/>
                  </a:moveTo>
                  <a:lnTo>
                    <a:pt x="0" y="5"/>
                  </a:lnTo>
                  <a:lnTo>
                    <a:pt x="0" y="8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5" y="17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6" name="Freeform 1747"/>
            <p:cNvSpPr>
              <a:spLocks/>
            </p:cNvSpPr>
            <p:nvPr userDrawn="1"/>
          </p:nvSpPr>
          <p:spPr bwMode="gray">
            <a:xfrm>
              <a:off x="4487" y="4101"/>
              <a:ext cx="9" cy="7"/>
            </a:xfrm>
            <a:custGeom>
              <a:avLst/>
              <a:gdLst>
                <a:gd name="T0" fmla="*/ 9 w 9"/>
                <a:gd name="T1" fmla="*/ 7 h 7"/>
                <a:gd name="T2" fmla="*/ 5 w 9"/>
                <a:gd name="T3" fmla="*/ 7 h 7"/>
                <a:gd name="T4" fmla="*/ 2 w 9"/>
                <a:gd name="T5" fmla="*/ 5 h 7"/>
                <a:gd name="T6" fmla="*/ 0 w 9"/>
                <a:gd name="T7" fmla="*/ 3 h 7"/>
                <a:gd name="T8" fmla="*/ 0 w 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">
                  <a:moveTo>
                    <a:pt x="9" y="7"/>
                  </a:moveTo>
                  <a:lnTo>
                    <a:pt x="5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7" name="Freeform 1748"/>
            <p:cNvSpPr>
              <a:spLocks/>
            </p:cNvSpPr>
            <p:nvPr userDrawn="1"/>
          </p:nvSpPr>
          <p:spPr bwMode="gray">
            <a:xfrm>
              <a:off x="4692" y="4181"/>
              <a:ext cx="2" cy="7"/>
            </a:xfrm>
            <a:custGeom>
              <a:avLst/>
              <a:gdLst>
                <a:gd name="T0" fmla="*/ 0 w 2"/>
                <a:gd name="T1" fmla="*/ 5 h 7"/>
                <a:gd name="T2" fmla="*/ 0 w 2"/>
                <a:gd name="T3" fmla="*/ 5 h 7"/>
                <a:gd name="T4" fmla="*/ 0 w 2"/>
                <a:gd name="T5" fmla="*/ 7 h 7"/>
                <a:gd name="T6" fmla="*/ 0 w 2"/>
                <a:gd name="T7" fmla="*/ 7 h 7"/>
                <a:gd name="T8" fmla="*/ 0 w 2"/>
                <a:gd name="T9" fmla="*/ 5 h 7"/>
                <a:gd name="T10" fmla="*/ 2 w 2"/>
                <a:gd name="T11" fmla="*/ 5 h 7"/>
                <a:gd name="T12" fmla="*/ 2 w 2"/>
                <a:gd name="T13" fmla="*/ 2 h 7"/>
                <a:gd name="T14" fmla="*/ 2 w 2"/>
                <a:gd name="T15" fmla="*/ 0 h 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" h="7">
                  <a:moveTo>
                    <a:pt x="0" y="5"/>
                  </a:moveTo>
                  <a:lnTo>
                    <a:pt x="0" y="5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8" name="Freeform 1749"/>
            <p:cNvSpPr>
              <a:spLocks/>
            </p:cNvSpPr>
            <p:nvPr userDrawn="1"/>
          </p:nvSpPr>
          <p:spPr bwMode="gray">
            <a:xfrm>
              <a:off x="4683" y="4183"/>
              <a:ext cx="18" cy="4"/>
            </a:xfrm>
            <a:custGeom>
              <a:avLst/>
              <a:gdLst>
                <a:gd name="T0" fmla="*/ 18 w 18"/>
                <a:gd name="T1" fmla="*/ 0 h 3"/>
                <a:gd name="T2" fmla="*/ 14 w 18"/>
                <a:gd name="T3" fmla="*/ 3 h 3"/>
                <a:gd name="T4" fmla="*/ 11 w 18"/>
                <a:gd name="T5" fmla="*/ 3 h 3"/>
                <a:gd name="T6" fmla="*/ 5 w 18"/>
                <a:gd name="T7" fmla="*/ 3 h 3"/>
                <a:gd name="T8" fmla="*/ 0 w 18"/>
                <a:gd name="T9" fmla="*/ 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3">
                  <a:moveTo>
                    <a:pt x="18" y="0"/>
                  </a:moveTo>
                  <a:lnTo>
                    <a:pt x="14" y="3"/>
                  </a:lnTo>
                  <a:lnTo>
                    <a:pt x="11" y="3"/>
                  </a:lnTo>
                  <a:lnTo>
                    <a:pt x="5" y="3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89" name="Freeform 1750"/>
            <p:cNvSpPr>
              <a:spLocks/>
            </p:cNvSpPr>
            <p:nvPr userDrawn="1"/>
          </p:nvSpPr>
          <p:spPr bwMode="gray">
            <a:xfrm>
              <a:off x="4475" y="2866"/>
              <a:ext cx="4" cy="3"/>
            </a:xfrm>
            <a:custGeom>
              <a:avLst/>
              <a:gdLst>
                <a:gd name="T0" fmla="*/ 2 w 5"/>
                <a:gd name="T1" fmla="*/ 3 h 3"/>
                <a:gd name="T2" fmla="*/ 0 w 5"/>
                <a:gd name="T3" fmla="*/ 2 h 3"/>
                <a:gd name="T4" fmla="*/ 0 w 5"/>
                <a:gd name="T5" fmla="*/ 2 h 3"/>
                <a:gd name="T6" fmla="*/ 0 w 5"/>
                <a:gd name="T7" fmla="*/ 0 h 3"/>
                <a:gd name="T8" fmla="*/ 0 w 5"/>
                <a:gd name="T9" fmla="*/ 0 h 3"/>
                <a:gd name="T10" fmla="*/ 3 w 5"/>
                <a:gd name="T11" fmla="*/ 0 h 3"/>
                <a:gd name="T12" fmla="*/ 5 w 5"/>
                <a:gd name="T13" fmla="*/ 0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3">
                  <a:moveTo>
                    <a:pt x="2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0" name="Freeform 1751"/>
            <p:cNvSpPr>
              <a:spLocks/>
            </p:cNvSpPr>
            <p:nvPr userDrawn="1"/>
          </p:nvSpPr>
          <p:spPr bwMode="gray">
            <a:xfrm>
              <a:off x="4473" y="2859"/>
              <a:ext cx="9" cy="16"/>
            </a:xfrm>
            <a:custGeom>
              <a:avLst/>
              <a:gdLst>
                <a:gd name="T0" fmla="*/ 2 w 9"/>
                <a:gd name="T1" fmla="*/ 16 h 16"/>
                <a:gd name="T2" fmla="*/ 0 w 9"/>
                <a:gd name="T3" fmla="*/ 12 h 16"/>
                <a:gd name="T4" fmla="*/ 2 w 9"/>
                <a:gd name="T5" fmla="*/ 7 h 16"/>
                <a:gd name="T6" fmla="*/ 5 w 9"/>
                <a:gd name="T7" fmla="*/ 3 h 16"/>
                <a:gd name="T8" fmla="*/ 9 w 9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6">
                  <a:moveTo>
                    <a:pt x="2" y="16"/>
                  </a:moveTo>
                  <a:lnTo>
                    <a:pt x="0" y="12"/>
                  </a:lnTo>
                  <a:lnTo>
                    <a:pt x="2" y="7"/>
                  </a:lnTo>
                  <a:lnTo>
                    <a:pt x="5" y="3"/>
                  </a:lnTo>
                  <a:lnTo>
                    <a:pt x="9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1" name="Freeform 1752"/>
            <p:cNvSpPr>
              <a:spLocks/>
            </p:cNvSpPr>
            <p:nvPr userDrawn="1"/>
          </p:nvSpPr>
          <p:spPr bwMode="gray">
            <a:xfrm>
              <a:off x="4989" y="2614"/>
              <a:ext cx="2" cy="9"/>
            </a:xfrm>
            <a:custGeom>
              <a:avLst/>
              <a:gdLst>
                <a:gd name="T0" fmla="*/ 0 w 2"/>
                <a:gd name="T1" fmla="*/ 9 h 9"/>
                <a:gd name="T2" fmla="*/ 0 w 2"/>
                <a:gd name="T3" fmla="*/ 5 h 9"/>
                <a:gd name="T4" fmla="*/ 0 w 2"/>
                <a:gd name="T5" fmla="*/ 2 h 9"/>
                <a:gd name="T6" fmla="*/ 0 w 2"/>
                <a:gd name="T7" fmla="*/ 0 h 9"/>
                <a:gd name="T8" fmla="*/ 2 w 2"/>
                <a:gd name="T9" fmla="*/ 0 h 9"/>
                <a:gd name="T10" fmla="*/ 2 w 2"/>
                <a:gd name="T11" fmla="*/ 0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9">
                  <a:moveTo>
                    <a:pt x="0" y="9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2" name="Freeform 1753"/>
            <p:cNvSpPr>
              <a:spLocks/>
            </p:cNvSpPr>
            <p:nvPr userDrawn="1"/>
          </p:nvSpPr>
          <p:spPr bwMode="gray">
            <a:xfrm>
              <a:off x="4982" y="2616"/>
              <a:ext cx="16" cy="4"/>
            </a:xfrm>
            <a:custGeom>
              <a:avLst/>
              <a:gdLst>
                <a:gd name="T0" fmla="*/ 0 w 16"/>
                <a:gd name="T1" fmla="*/ 3 h 3"/>
                <a:gd name="T2" fmla="*/ 4 w 16"/>
                <a:gd name="T3" fmla="*/ 1 h 3"/>
                <a:gd name="T4" fmla="*/ 7 w 16"/>
                <a:gd name="T5" fmla="*/ 0 h 3"/>
                <a:gd name="T6" fmla="*/ 12 w 16"/>
                <a:gd name="T7" fmla="*/ 0 h 3"/>
                <a:gd name="T8" fmla="*/ 16 w 16"/>
                <a:gd name="T9" fmla="*/ 1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">
                  <a:moveTo>
                    <a:pt x="0" y="3"/>
                  </a:moveTo>
                  <a:lnTo>
                    <a:pt x="4" y="1"/>
                  </a:lnTo>
                  <a:lnTo>
                    <a:pt x="7" y="0"/>
                  </a:lnTo>
                  <a:lnTo>
                    <a:pt x="12" y="0"/>
                  </a:lnTo>
                  <a:lnTo>
                    <a:pt x="16" y="1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3" name="Freeform 1754"/>
            <p:cNvSpPr>
              <a:spLocks/>
            </p:cNvSpPr>
            <p:nvPr userDrawn="1"/>
          </p:nvSpPr>
          <p:spPr bwMode="gray">
            <a:xfrm>
              <a:off x="4688" y="2924"/>
              <a:ext cx="4" cy="19"/>
            </a:xfrm>
            <a:custGeom>
              <a:avLst/>
              <a:gdLst>
                <a:gd name="T0" fmla="*/ 2 w 2"/>
                <a:gd name="T1" fmla="*/ 19 h 19"/>
                <a:gd name="T2" fmla="*/ 2 w 2"/>
                <a:gd name="T3" fmla="*/ 15 h 19"/>
                <a:gd name="T4" fmla="*/ 2 w 2"/>
                <a:gd name="T5" fmla="*/ 10 h 19"/>
                <a:gd name="T6" fmla="*/ 2 w 2"/>
                <a:gd name="T7" fmla="*/ 5 h 19"/>
                <a:gd name="T8" fmla="*/ 0 w 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9">
                  <a:moveTo>
                    <a:pt x="2" y="19"/>
                  </a:moveTo>
                  <a:lnTo>
                    <a:pt x="2" y="15"/>
                  </a:lnTo>
                  <a:lnTo>
                    <a:pt x="2" y="10"/>
                  </a:lnTo>
                  <a:lnTo>
                    <a:pt x="2" y="5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4" name="Freeform 1755"/>
            <p:cNvSpPr>
              <a:spLocks/>
            </p:cNvSpPr>
            <p:nvPr userDrawn="1"/>
          </p:nvSpPr>
          <p:spPr bwMode="gray">
            <a:xfrm>
              <a:off x="4680" y="2934"/>
              <a:ext cx="22" cy="2"/>
            </a:xfrm>
            <a:custGeom>
              <a:avLst/>
              <a:gdLst>
                <a:gd name="T0" fmla="*/ 19 w 19"/>
                <a:gd name="T1" fmla="*/ 0 h 2"/>
                <a:gd name="T2" fmla="*/ 14 w 19"/>
                <a:gd name="T3" fmla="*/ 0 h 2"/>
                <a:gd name="T4" fmla="*/ 10 w 19"/>
                <a:gd name="T5" fmla="*/ 0 h 2"/>
                <a:gd name="T6" fmla="*/ 5 w 19"/>
                <a:gd name="T7" fmla="*/ 0 h 2"/>
                <a:gd name="T8" fmla="*/ 0 w 19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">
                  <a:moveTo>
                    <a:pt x="19" y="0"/>
                  </a:moveTo>
                  <a:lnTo>
                    <a:pt x="14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5" name="Freeform 1756"/>
            <p:cNvSpPr>
              <a:spLocks/>
            </p:cNvSpPr>
            <p:nvPr userDrawn="1"/>
          </p:nvSpPr>
          <p:spPr bwMode="gray">
            <a:xfrm>
              <a:off x="5197" y="2677"/>
              <a:ext cx="4" cy="5"/>
            </a:xfrm>
            <a:custGeom>
              <a:avLst/>
              <a:gdLst>
                <a:gd name="T0" fmla="*/ 0 w 4"/>
                <a:gd name="T1" fmla="*/ 2 h 5"/>
                <a:gd name="T2" fmla="*/ 0 w 4"/>
                <a:gd name="T3" fmla="*/ 2 h 5"/>
                <a:gd name="T4" fmla="*/ 2 w 4"/>
                <a:gd name="T5" fmla="*/ 0 h 5"/>
                <a:gd name="T6" fmla="*/ 4 w 4"/>
                <a:gd name="T7" fmla="*/ 2 h 5"/>
                <a:gd name="T8" fmla="*/ 2 w 4"/>
                <a:gd name="T9" fmla="*/ 2 h 5"/>
                <a:gd name="T10" fmla="*/ 2 w 4"/>
                <a:gd name="T11" fmla="*/ 3 h 5"/>
                <a:gd name="T12" fmla="*/ 0 w 4"/>
                <a:gd name="T13" fmla="*/ 3 h 5"/>
                <a:gd name="T14" fmla="*/ 0 w 4"/>
                <a:gd name="T15" fmla="*/ 5 h 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6" name="Freeform 1757"/>
            <p:cNvSpPr>
              <a:spLocks/>
            </p:cNvSpPr>
            <p:nvPr userDrawn="1"/>
          </p:nvSpPr>
          <p:spPr bwMode="gray">
            <a:xfrm>
              <a:off x="5192" y="2672"/>
              <a:ext cx="13" cy="13"/>
            </a:xfrm>
            <a:custGeom>
              <a:avLst/>
              <a:gdLst>
                <a:gd name="T0" fmla="*/ 11 w 11"/>
                <a:gd name="T1" fmla="*/ 15 h 15"/>
                <a:gd name="T2" fmla="*/ 11 w 11"/>
                <a:gd name="T3" fmla="*/ 10 h 15"/>
                <a:gd name="T4" fmla="*/ 7 w 11"/>
                <a:gd name="T5" fmla="*/ 5 h 15"/>
                <a:gd name="T6" fmla="*/ 5 w 11"/>
                <a:gd name="T7" fmla="*/ 1 h 15"/>
                <a:gd name="T8" fmla="*/ 0 w 11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5">
                  <a:moveTo>
                    <a:pt x="11" y="15"/>
                  </a:moveTo>
                  <a:lnTo>
                    <a:pt x="11" y="10"/>
                  </a:lnTo>
                  <a:lnTo>
                    <a:pt x="7" y="5"/>
                  </a:lnTo>
                  <a:lnTo>
                    <a:pt x="5" y="1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7" name="Freeform 1758"/>
            <p:cNvSpPr>
              <a:spLocks/>
            </p:cNvSpPr>
            <p:nvPr userDrawn="1"/>
          </p:nvSpPr>
          <p:spPr bwMode="gray">
            <a:xfrm>
              <a:off x="4438" y="2707"/>
              <a:ext cx="4" cy="13"/>
            </a:xfrm>
            <a:custGeom>
              <a:avLst/>
              <a:gdLst>
                <a:gd name="T0" fmla="*/ 4 w 4"/>
                <a:gd name="T1" fmla="*/ 15 h 15"/>
                <a:gd name="T2" fmla="*/ 0 w 4"/>
                <a:gd name="T3" fmla="*/ 12 h 15"/>
                <a:gd name="T4" fmla="*/ 0 w 4"/>
                <a:gd name="T5" fmla="*/ 8 h 15"/>
                <a:gd name="T6" fmla="*/ 0 w 4"/>
                <a:gd name="T7" fmla="*/ 5 h 15"/>
                <a:gd name="T8" fmla="*/ 2 w 4"/>
                <a:gd name="T9" fmla="*/ 1 h 15"/>
                <a:gd name="T10" fmla="*/ 4 w 4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15">
                  <a:moveTo>
                    <a:pt x="4" y="15"/>
                  </a:moveTo>
                  <a:lnTo>
                    <a:pt x="0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2" y="1"/>
                  </a:lnTo>
                  <a:lnTo>
                    <a:pt x="4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8" name="Freeform 1759"/>
            <p:cNvSpPr>
              <a:spLocks/>
            </p:cNvSpPr>
            <p:nvPr userDrawn="1"/>
          </p:nvSpPr>
          <p:spPr bwMode="gray">
            <a:xfrm>
              <a:off x="4437" y="2708"/>
              <a:ext cx="4" cy="9"/>
            </a:xfrm>
            <a:custGeom>
              <a:avLst/>
              <a:gdLst>
                <a:gd name="T0" fmla="*/ 8 w 8"/>
                <a:gd name="T1" fmla="*/ 0 h 9"/>
                <a:gd name="T2" fmla="*/ 5 w 8"/>
                <a:gd name="T3" fmla="*/ 2 h 9"/>
                <a:gd name="T4" fmla="*/ 1 w 8"/>
                <a:gd name="T5" fmla="*/ 4 h 9"/>
                <a:gd name="T6" fmla="*/ 0 w 8"/>
                <a:gd name="T7" fmla="*/ 6 h 9"/>
                <a:gd name="T8" fmla="*/ 0 w 8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">
                  <a:moveTo>
                    <a:pt x="8" y="0"/>
                  </a:moveTo>
                  <a:lnTo>
                    <a:pt x="5" y="2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9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099" name="Freeform 1760"/>
            <p:cNvSpPr>
              <a:spLocks/>
            </p:cNvSpPr>
            <p:nvPr userDrawn="1"/>
          </p:nvSpPr>
          <p:spPr bwMode="gray">
            <a:xfrm>
              <a:off x="5094" y="2904"/>
              <a:ext cx="2" cy="22"/>
            </a:xfrm>
            <a:custGeom>
              <a:avLst/>
              <a:gdLst>
                <a:gd name="T0" fmla="*/ 2 w 2"/>
                <a:gd name="T1" fmla="*/ 20 h 20"/>
                <a:gd name="T2" fmla="*/ 2 w 2"/>
                <a:gd name="T3" fmla="*/ 16 h 20"/>
                <a:gd name="T4" fmla="*/ 2 w 2"/>
                <a:gd name="T5" fmla="*/ 11 h 20"/>
                <a:gd name="T6" fmla="*/ 2 w 2"/>
                <a:gd name="T7" fmla="*/ 6 h 20"/>
                <a:gd name="T8" fmla="*/ 0 w 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0">
                  <a:moveTo>
                    <a:pt x="2" y="20"/>
                  </a:moveTo>
                  <a:lnTo>
                    <a:pt x="2" y="16"/>
                  </a:lnTo>
                  <a:lnTo>
                    <a:pt x="2" y="11"/>
                  </a:lnTo>
                  <a:lnTo>
                    <a:pt x="2" y="6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0" name="Freeform 1761"/>
            <p:cNvSpPr>
              <a:spLocks/>
            </p:cNvSpPr>
            <p:nvPr userDrawn="1"/>
          </p:nvSpPr>
          <p:spPr bwMode="gray">
            <a:xfrm>
              <a:off x="5087" y="2915"/>
              <a:ext cx="18" cy="2"/>
            </a:xfrm>
            <a:custGeom>
              <a:avLst/>
              <a:gdLst>
                <a:gd name="T0" fmla="*/ 18 w 18"/>
                <a:gd name="T1" fmla="*/ 0 h 2"/>
                <a:gd name="T2" fmla="*/ 14 w 18"/>
                <a:gd name="T3" fmla="*/ 0 h 2"/>
                <a:gd name="T4" fmla="*/ 9 w 18"/>
                <a:gd name="T5" fmla="*/ 0 h 2"/>
                <a:gd name="T6" fmla="*/ 5 w 18"/>
                <a:gd name="T7" fmla="*/ 0 h 2"/>
                <a:gd name="T8" fmla="*/ 0 w 18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">
                  <a:moveTo>
                    <a:pt x="18" y="0"/>
                  </a:moveTo>
                  <a:lnTo>
                    <a:pt x="14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1" name="Freeform 1762"/>
            <p:cNvSpPr>
              <a:spLocks/>
            </p:cNvSpPr>
            <p:nvPr userDrawn="1"/>
          </p:nvSpPr>
          <p:spPr bwMode="gray">
            <a:xfrm>
              <a:off x="4599" y="2631"/>
              <a:ext cx="18" cy="9"/>
            </a:xfrm>
            <a:custGeom>
              <a:avLst/>
              <a:gdLst>
                <a:gd name="T0" fmla="*/ 0 w 18"/>
                <a:gd name="T1" fmla="*/ 2 h 9"/>
                <a:gd name="T2" fmla="*/ 5 w 18"/>
                <a:gd name="T3" fmla="*/ 0 h 9"/>
                <a:gd name="T4" fmla="*/ 11 w 18"/>
                <a:gd name="T5" fmla="*/ 2 h 9"/>
                <a:gd name="T6" fmla="*/ 14 w 18"/>
                <a:gd name="T7" fmla="*/ 6 h 9"/>
                <a:gd name="T8" fmla="*/ 18 w 18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9">
                  <a:moveTo>
                    <a:pt x="0" y="2"/>
                  </a:moveTo>
                  <a:lnTo>
                    <a:pt x="5" y="0"/>
                  </a:lnTo>
                  <a:lnTo>
                    <a:pt x="11" y="2"/>
                  </a:lnTo>
                  <a:lnTo>
                    <a:pt x="14" y="6"/>
                  </a:lnTo>
                  <a:lnTo>
                    <a:pt x="18" y="9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2" name="Freeform 1763"/>
            <p:cNvSpPr>
              <a:spLocks/>
            </p:cNvSpPr>
            <p:nvPr userDrawn="1"/>
          </p:nvSpPr>
          <p:spPr bwMode="gray">
            <a:xfrm>
              <a:off x="4601" y="2631"/>
              <a:ext cx="13" cy="9"/>
            </a:xfrm>
            <a:custGeom>
              <a:avLst/>
              <a:gdLst>
                <a:gd name="T0" fmla="*/ 10 w 10"/>
                <a:gd name="T1" fmla="*/ 0 h 9"/>
                <a:gd name="T2" fmla="*/ 7 w 10"/>
                <a:gd name="T3" fmla="*/ 0 h 9"/>
                <a:gd name="T4" fmla="*/ 5 w 10"/>
                <a:gd name="T5" fmla="*/ 2 h 9"/>
                <a:gd name="T6" fmla="*/ 3 w 10"/>
                <a:gd name="T7" fmla="*/ 4 h 9"/>
                <a:gd name="T8" fmla="*/ 0 w 10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10" y="0"/>
                  </a:moveTo>
                  <a:lnTo>
                    <a:pt x="7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0" y="9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3" name="Freeform 1764"/>
            <p:cNvSpPr>
              <a:spLocks/>
            </p:cNvSpPr>
            <p:nvPr userDrawn="1"/>
          </p:nvSpPr>
          <p:spPr bwMode="gray">
            <a:xfrm>
              <a:off x="5248" y="2826"/>
              <a:ext cx="13" cy="13"/>
            </a:xfrm>
            <a:custGeom>
              <a:avLst/>
              <a:gdLst>
                <a:gd name="T0" fmla="*/ 14 w 14"/>
                <a:gd name="T1" fmla="*/ 12 h 12"/>
                <a:gd name="T2" fmla="*/ 14 w 14"/>
                <a:gd name="T3" fmla="*/ 7 h 12"/>
                <a:gd name="T4" fmla="*/ 12 w 14"/>
                <a:gd name="T5" fmla="*/ 3 h 12"/>
                <a:gd name="T6" fmla="*/ 9 w 14"/>
                <a:gd name="T7" fmla="*/ 1 h 12"/>
                <a:gd name="T8" fmla="*/ 5 w 14"/>
                <a:gd name="T9" fmla="*/ 0 h 12"/>
                <a:gd name="T10" fmla="*/ 0 w 14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2">
                  <a:moveTo>
                    <a:pt x="14" y="12"/>
                  </a:moveTo>
                  <a:lnTo>
                    <a:pt x="14" y="7"/>
                  </a:lnTo>
                  <a:lnTo>
                    <a:pt x="12" y="3"/>
                  </a:lnTo>
                  <a:lnTo>
                    <a:pt x="9" y="1"/>
                  </a:lnTo>
                  <a:lnTo>
                    <a:pt x="5" y="0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4" name="Freeform 1765"/>
            <p:cNvSpPr>
              <a:spLocks/>
            </p:cNvSpPr>
            <p:nvPr userDrawn="1"/>
          </p:nvSpPr>
          <p:spPr bwMode="gray">
            <a:xfrm>
              <a:off x="5255" y="2829"/>
              <a:ext cx="4" cy="7"/>
            </a:xfrm>
            <a:custGeom>
              <a:avLst/>
              <a:gdLst>
                <a:gd name="T0" fmla="*/ 0 w 5"/>
                <a:gd name="T1" fmla="*/ 0 h 7"/>
                <a:gd name="T2" fmla="*/ 3 w 5"/>
                <a:gd name="T3" fmla="*/ 0 h 7"/>
                <a:gd name="T4" fmla="*/ 5 w 5"/>
                <a:gd name="T5" fmla="*/ 2 h 7"/>
                <a:gd name="T6" fmla="*/ 5 w 5"/>
                <a:gd name="T7" fmla="*/ 4 h 7"/>
                <a:gd name="T8" fmla="*/ 3 w 5"/>
                <a:gd name="T9" fmla="*/ 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lnTo>
                    <a:pt x="3" y="7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5" name="Freeform 1766"/>
            <p:cNvSpPr>
              <a:spLocks/>
            </p:cNvSpPr>
            <p:nvPr userDrawn="1"/>
          </p:nvSpPr>
          <p:spPr bwMode="gray">
            <a:xfrm>
              <a:off x="4066" y="3457"/>
              <a:ext cx="4" cy="16"/>
            </a:xfrm>
            <a:custGeom>
              <a:avLst/>
              <a:gdLst>
                <a:gd name="T0" fmla="*/ 1 w 5"/>
                <a:gd name="T1" fmla="*/ 0 h 16"/>
                <a:gd name="T2" fmla="*/ 0 w 5"/>
                <a:gd name="T3" fmla="*/ 3 h 16"/>
                <a:gd name="T4" fmla="*/ 0 w 5"/>
                <a:gd name="T5" fmla="*/ 7 h 16"/>
                <a:gd name="T6" fmla="*/ 1 w 5"/>
                <a:gd name="T7" fmla="*/ 12 h 16"/>
                <a:gd name="T8" fmla="*/ 3 w 5"/>
                <a:gd name="T9" fmla="*/ 14 h 16"/>
                <a:gd name="T10" fmla="*/ 5 w 5"/>
                <a:gd name="T11" fmla="*/ 16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16">
                  <a:moveTo>
                    <a:pt x="1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1" y="12"/>
                  </a:lnTo>
                  <a:lnTo>
                    <a:pt x="3" y="14"/>
                  </a:lnTo>
                  <a:lnTo>
                    <a:pt x="5" y="16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6" name="Freeform 1767"/>
            <p:cNvSpPr>
              <a:spLocks/>
            </p:cNvSpPr>
            <p:nvPr userDrawn="1"/>
          </p:nvSpPr>
          <p:spPr bwMode="gray">
            <a:xfrm>
              <a:off x="4066" y="3464"/>
              <a:ext cx="7" cy="7"/>
            </a:xfrm>
            <a:custGeom>
              <a:avLst/>
              <a:gdLst>
                <a:gd name="T0" fmla="*/ 7 w 7"/>
                <a:gd name="T1" fmla="*/ 7 h 7"/>
                <a:gd name="T2" fmla="*/ 3 w 7"/>
                <a:gd name="T3" fmla="*/ 5 h 7"/>
                <a:gd name="T4" fmla="*/ 1 w 7"/>
                <a:gd name="T5" fmla="*/ 5 h 7"/>
                <a:gd name="T6" fmla="*/ 0 w 7"/>
                <a:gd name="T7" fmla="*/ 2 h 7"/>
                <a:gd name="T8" fmla="*/ 0 w 7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7" y="7"/>
                  </a:moveTo>
                  <a:lnTo>
                    <a:pt x="3" y="5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7" name="Freeform 1768"/>
            <p:cNvSpPr>
              <a:spLocks/>
            </p:cNvSpPr>
            <p:nvPr userDrawn="1"/>
          </p:nvSpPr>
          <p:spPr bwMode="gray">
            <a:xfrm>
              <a:off x="4059" y="3228"/>
              <a:ext cx="12" cy="13"/>
            </a:xfrm>
            <a:custGeom>
              <a:avLst/>
              <a:gdLst>
                <a:gd name="T0" fmla="*/ 0 w 12"/>
                <a:gd name="T1" fmla="*/ 14 h 14"/>
                <a:gd name="T2" fmla="*/ 0 w 12"/>
                <a:gd name="T3" fmla="*/ 9 h 14"/>
                <a:gd name="T4" fmla="*/ 3 w 12"/>
                <a:gd name="T5" fmla="*/ 3 h 14"/>
                <a:gd name="T6" fmla="*/ 7 w 12"/>
                <a:gd name="T7" fmla="*/ 2 h 14"/>
                <a:gd name="T8" fmla="*/ 12 w 12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">
                  <a:moveTo>
                    <a:pt x="0" y="14"/>
                  </a:moveTo>
                  <a:lnTo>
                    <a:pt x="0" y="9"/>
                  </a:lnTo>
                  <a:lnTo>
                    <a:pt x="3" y="3"/>
                  </a:lnTo>
                  <a:lnTo>
                    <a:pt x="7" y="2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8" name="Freeform 1769"/>
            <p:cNvSpPr>
              <a:spLocks/>
            </p:cNvSpPr>
            <p:nvPr userDrawn="1"/>
          </p:nvSpPr>
          <p:spPr bwMode="gray">
            <a:xfrm>
              <a:off x="4060" y="3231"/>
              <a:ext cx="4" cy="7"/>
            </a:xfrm>
            <a:custGeom>
              <a:avLst/>
              <a:gdLst>
                <a:gd name="T0" fmla="*/ 4 w 4"/>
                <a:gd name="T1" fmla="*/ 7 h 7"/>
                <a:gd name="T2" fmla="*/ 2 w 4"/>
                <a:gd name="T3" fmla="*/ 6 h 7"/>
                <a:gd name="T4" fmla="*/ 0 w 4"/>
                <a:gd name="T5" fmla="*/ 2 h 7"/>
                <a:gd name="T6" fmla="*/ 0 w 4"/>
                <a:gd name="T7" fmla="*/ 2 h 7"/>
                <a:gd name="T8" fmla="*/ 2 w 4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">
                  <a:moveTo>
                    <a:pt x="4" y="7"/>
                  </a:moveTo>
                  <a:lnTo>
                    <a:pt x="2" y="6"/>
                  </a:lnTo>
                  <a:lnTo>
                    <a:pt x="0" y="2"/>
                  </a:lnTo>
                  <a:lnTo>
                    <a:pt x="2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09" name="Line 1770"/>
            <p:cNvSpPr>
              <a:spLocks noChangeShapeType="1"/>
            </p:cNvSpPr>
            <p:nvPr userDrawn="1"/>
          </p:nvSpPr>
          <p:spPr bwMode="gray">
            <a:xfrm flipH="1" flipV="1">
              <a:off x="5262" y="2875"/>
              <a:ext cx="13" cy="5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0" name="Line 1771"/>
            <p:cNvSpPr>
              <a:spLocks noChangeShapeType="1"/>
            </p:cNvSpPr>
            <p:nvPr userDrawn="1"/>
          </p:nvSpPr>
          <p:spPr bwMode="gray">
            <a:xfrm flipV="1">
              <a:off x="5196" y="3831"/>
              <a:ext cx="1" cy="13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1" name="Freeform 1772"/>
            <p:cNvSpPr>
              <a:spLocks/>
            </p:cNvSpPr>
            <p:nvPr userDrawn="1"/>
          </p:nvSpPr>
          <p:spPr bwMode="gray">
            <a:xfrm>
              <a:off x="5094" y="3924"/>
              <a:ext cx="9" cy="9"/>
            </a:xfrm>
            <a:custGeom>
              <a:avLst/>
              <a:gdLst>
                <a:gd name="T0" fmla="*/ 0 w 9"/>
                <a:gd name="T1" fmla="*/ 0 h 9"/>
                <a:gd name="T2" fmla="*/ 0 w 9"/>
                <a:gd name="T3" fmla="*/ 3 h 9"/>
                <a:gd name="T4" fmla="*/ 2 w 9"/>
                <a:gd name="T5" fmla="*/ 5 h 9"/>
                <a:gd name="T6" fmla="*/ 4 w 9"/>
                <a:gd name="T7" fmla="*/ 7 h 9"/>
                <a:gd name="T8" fmla="*/ 5 w 9"/>
                <a:gd name="T9" fmla="*/ 9 h 9"/>
                <a:gd name="T10" fmla="*/ 9 w 9"/>
                <a:gd name="T11" fmla="*/ 7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9">
                  <a:moveTo>
                    <a:pt x="0" y="0"/>
                  </a:move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5" y="9"/>
                  </a:lnTo>
                  <a:lnTo>
                    <a:pt x="9" y="7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2" name="Line 1773"/>
            <p:cNvSpPr>
              <a:spLocks noChangeShapeType="1"/>
            </p:cNvSpPr>
            <p:nvPr userDrawn="1"/>
          </p:nvSpPr>
          <p:spPr bwMode="gray">
            <a:xfrm flipV="1">
              <a:off x="5089" y="3845"/>
              <a:ext cx="2" cy="7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3" name="Line 1774"/>
            <p:cNvSpPr>
              <a:spLocks noChangeShapeType="1"/>
            </p:cNvSpPr>
            <p:nvPr userDrawn="1"/>
          </p:nvSpPr>
          <p:spPr bwMode="gray">
            <a:xfrm flipV="1">
              <a:off x="5094" y="3847"/>
              <a:ext cx="2" cy="77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4" name="Line 1775"/>
            <p:cNvSpPr>
              <a:spLocks noChangeShapeType="1"/>
            </p:cNvSpPr>
            <p:nvPr userDrawn="1"/>
          </p:nvSpPr>
          <p:spPr bwMode="gray">
            <a:xfrm>
              <a:off x="5092" y="3847"/>
              <a:ext cx="1" cy="6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5" name="Freeform 1776"/>
            <p:cNvSpPr>
              <a:spLocks/>
            </p:cNvSpPr>
            <p:nvPr userDrawn="1"/>
          </p:nvSpPr>
          <p:spPr bwMode="gray">
            <a:xfrm>
              <a:off x="5089" y="3915"/>
              <a:ext cx="4" cy="9"/>
            </a:xfrm>
            <a:custGeom>
              <a:avLst/>
              <a:gdLst>
                <a:gd name="T0" fmla="*/ 5 w 5"/>
                <a:gd name="T1" fmla="*/ 9 h 9"/>
                <a:gd name="T2" fmla="*/ 2 w 5"/>
                <a:gd name="T3" fmla="*/ 7 h 9"/>
                <a:gd name="T4" fmla="*/ 0 w 5"/>
                <a:gd name="T5" fmla="*/ 5 h 9"/>
                <a:gd name="T6" fmla="*/ 0 w 5"/>
                <a:gd name="T7" fmla="*/ 2 h 9"/>
                <a:gd name="T8" fmla="*/ 3 w 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9">
                  <a:moveTo>
                    <a:pt x="5" y="9"/>
                  </a:moveTo>
                  <a:lnTo>
                    <a:pt x="2" y="7"/>
                  </a:lnTo>
                  <a:lnTo>
                    <a:pt x="0" y="5"/>
                  </a:lnTo>
                  <a:lnTo>
                    <a:pt x="0" y="2"/>
                  </a:lnTo>
                  <a:lnTo>
                    <a:pt x="3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6" name="Freeform 1777"/>
            <p:cNvSpPr>
              <a:spLocks/>
            </p:cNvSpPr>
            <p:nvPr userDrawn="1"/>
          </p:nvSpPr>
          <p:spPr bwMode="gray">
            <a:xfrm>
              <a:off x="5091" y="3929"/>
              <a:ext cx="12" cy="11"/>
            </a:xfrm>
            <a:custGeom>
              <a:avLst/>
              <a:gdLst>
                <a:gd name="T0" fmla="*/ 12 w 12"/>
                <a:gd name="T1" fmla="*/ 2 h 11"/>
                <a:gd name="T2" fmla="*/ 8 w 12"/>
                <a:gd name="T3" fmla="*/ 0 h 11"/>
                <a:gd name="T4" fmla="*/ 5 w 12"/>
                <a:gd name="T5" fmla="*/ 2 h 11"/>
                <a:gd name="T6" fmla="*/ 1 w 12"/>
                <a:gd name="T7" fmla="*/ 4 h 11"/>
                <a:gd name="T8" fmla="*/ 1 w 12"/>
                <a:gd name="T9" fmla="*/ 5 h 11"/>
                <a:gd name="T10" fmla="*/ 0 w 12"/>
                <a:gd name="T11" fmla="*/ 1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1">
                  <a:moveTo>
                    <a:pt x="12" y="2"/>
                  </a:moveTo>
                  <a:lnTo>
                    <a:pt x="8" y="0"/>
                  </a:lnTo>
                  <a:lnTo>
                    <a:pt x="5" y="2"/>
                  </a:lnTo>
                  <a:lnTo>
                    <a:pt x="1" y="4"/>
                  </a:lnTo>
                  <a:lnTo>
                    <a:pt x="1" y="5"/>
                  </a:lnTo>
                  <a:lnTo>
                    <a:pt x="0" y="11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7" name="Freeform 1778"/>
            <p:cNvSpPr>
              <a:spLocks/>
            </p:cNvSpPr>
            <p:nvPr userDrawn="1"/>
          </p:nvSpPr>
          <p:spPr bwMode="gray">
            <a:xfrm>
              <a:off x="5080" y="3915"/>
              <a:ext cx="12" cy="9"/>
            </a:xfrm>
            <a:custGeom>
              <a:avLst/>
              <a:gdLst>
                <a:gd name="T0" fmla="*/ 12 w 12"/>
                <a:gd name="T1" fmla="*/ 0 h 9"/>
                <a:gd name="T2" fmla="*/ 11 w 12"/>
                <a:gd name="T3" fmla="*/ 4 h 9"/>
                <a:gd name="T4" fmla="*/ 11 w 12"/>
                <a:gd name="T5" fmla="*/ 7 h 9"/>
                <a:gd name="T6" fmla="*/ 7 w 12"/>
                <a:gd name="T7" fmla="*/ 9 h 9"/>
                <a:gd name="T8" fmla="*/ 4 w 12"/>
                <a:gd name="T9" fmla="*/ 9 h 9"/>
                <a:gd name="T10" fmla="*/ 0 w 12"/>
                <a:gd name="T11" fmla="*/ 7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9">
                  <a:moveTo>
                    <a:pt x="12" y="0"/>
                  </a:moveTo>
                  <a:lnTo>
                    <a:pt x="11" y="4"/>
                  </a:lnTo>
                  <a:lnTo>
                    <a:pt x="11" y="7"/>
                  </a:lnTo>
                  <a:lnTo>
                    <a:pt x="7" y="9"/>
                  </a:lnTo>
                  <a:lnTo>
                    <a:pt x="4" y="9"/>
                  </a:lnTo>
                  <a:lnTo>
                    <a:pt x="0" y="7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8" name="Freeform 1779"/>
            <p:cNvSpPr>
              <a:spLocks/>
            </p:cNvSpPr>
            <p:nvPr userDrawn="1"/>
          </p:nvSpPr>
          <p:spPr bwMode="gray">
            <a:xfrm>
              <a:off x="5071" y="3922"/>
              <a:ext cx="13" cy="18"/>
            </a:xfrm>
            <a:custGeom>
              <a:avLst/>
              <a:gdLst>
                <a:gd name="T0" fmla="*/ 0 w 9"/>
                <a:gd name="T1" fmla="*/ 18 h 18"/>
                <a:gd name="T2" fmla="*/ 2 w 9"/>
                <a:gd name="T3" fmla="*/ 14 h 18"/>
                <a:gd name="T4" fmla="*/ 4 w 9"/>
                <a:gd name="T5" fmla="*/ 9 h 18"/>
                <a:gd name="T6" fmla="*/ 6 w 9"/>
                <a:gd name="T7" fmla="*/ 4 h 18"/>
                <a:gd name="T8" fmla="*/ 9 w 9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8">
                  <a:moveTo>
                    <a:pt x="0" y="18"/>
                  </a:moveTo>
                  <a:lnTo>
                    <a:pt x="2" y="14"/>
                  </a:lnTo>
                  <a:lnTo>
                    <a:pt x="4" y="9"/>
                  </a:lnTo>
                  <a:lnTo>
                    <a:pt x="6" y="4"/>
                  </a:lnTo>
                  <a:lnTo>
                    <a:pt x="9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19" name="Freeform 1780"/>
            <p:cNvSpPr>
              <a:spLocks/>
            </p:cNvSpPr>
            <p:nvPr userDrawn="1"/>
          </p:nvSpPr>
          <p:spPr bwMode="gray">
            <a:xfrm>
              <a:off x="5071" y="3940"/>
              <a:ext cx="22" cy="4"/>
            </a:xfrm>
            <a:custGeom>
              <a:avLst/>
              <a:gdLst>
                <a:gd name="T0" fmla="*/ 0 w 20"/>
                <a:gd name="T1" fmla="*/ 0 h 1"/>
                <a:gd name="T2" fmla="*/ 6 w 20"/>
                <a:gd name="T3" fmla="*/ 1 h 1"/>
                <a:gd name="T4" fmla="*/ 11 w 20"/>
                <a:gd name="T5" fmla="*/ 1 h 1"/>
                <a:gd name="T6" fmla="*/ 16 w 20"/>
                <a:gd name="T7" fmla="*/ 1 h 1"/>
                <a:gd name="T8" fmla="*/ 20 w 20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">
                  <a:moveTo>
                    <a:pt x="0" y="0"/>
                  </a:moveTo>
                  <a:lnTo>
                    <a:pt x="6" y="1"/>
                  </a:lnTo>
                  <a:lnTo>
                    <a:pt x="11" y="1"/>
                  </a:lnTo>
                  <a:lnTo>
                    <a:pt x="16" y="1"/>
                  </a:lnTo>
                  <a:lnTo>
                    <a:pt x="20" y="0"/>
                  </a:lnTo>
                </a:path>
              </a:pathLst>
            </a:custGeom>
            <a:no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  <p:sp>
          <p:nvSpPr>
            <p:cNvPr id="1120" name="Line 1781"/>
            <p:cNvSpPr>
              <a:spLocks noChangeShapeType="1"/>
            </p:cNvSpPr>
            <p:nvPr userDrawn="1"/>
          </p:nvSpPr>
          <p:spPr bwMode="gray">
            <a:xfrm>
              <a:off x="4785" y="3160"/>
              <a:ext cx="314" cy="103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b="1">
                <a:solidFill>
                  <a:srgbClr val="024631"/>
                </a:solidFill>
                <a:ea typeface="新細明體" pitchFamily="18" charset="-120"/>
              </a:endParaRPr>
            </a:p>
          </p:txBody>
        </p:sp>
      </p:grpSp>
      <p:sp>
        <p:nvSpPr>
          <p:cNvPr id="1721" name="Text Box 64"/>
          <p:cNvSpPr txBox="1">
            <a:spLocks noChangeArrowheads="1"/>
          </p:cNvSpPr>
          <p:nvPr/>
        </p:nvSpPr>
        <p:spPr bwMode="auto">
          <a:xfrm>
            <a:off x="3962400" y="22860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TW" sz="2800">
                <a:solidFill>
                  <a:srgbClr val="FFFFFF"/>
                </a:solidFill>
                <a:latin typeface="Verdana" pitchFamily="34" charset="0"/>
              </a:rPr>
              <a:t>LOGO</a:t>
            </a:r>
          </a:p>
        </p:txBody>
      </p:sp>
      <p:sp>
        <p:nvSpPr>
          <p:cNvPr id="1722" name="Freeform 1790"/>
          <p:cNvSpPr>
            <a:spLocks/>
          </p:cNvSpPr>
          <p:nvPr userDrawn="1"/>
        </p:nvSpPr>
        <p:spPr bwMode="gray">
          <a:xfrm>
            <a:off x="-26988" y="3017838"/>
            <a:ext cx="9175751" cy="579437"/>
          </a:xfrm>
          <a:custGeom>
            <a:avLst/>
            <a:gdLst>
              <a:gd name="T0" fmla="*/ 3001 w 5780"/>
              <a:gd name="T1" fmla="*/ 12 h 365"/>
              <a:gd name="T2" fmla="*/ 5777 w 5780"/>
              <a:gd name="T3" fmla="*/ 342 h 365"/>
              <a:gd name="T4" fmla="*/ 0 w 5780"/>
              <a:gd name="T5" fmla="*/ 365 h 365"/>
              <a:gd name="T6" fmla="*/ 3001 w 5780"/>
              <a:gd name="T7" fmla="*/ 12 h 36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80" h="365">
                <a:moveTo>
                  <a:pt x="3001" y="12"/>
                </a:moveTo>
                <a:cubicBezTo>
                  <a:pt x="5072" y="24"/>
                  <a:pt x="5780" y="322"/>
                  <a:pt x="5777" y="342"/>
                </a:cubicBezTo>
                <a:lnTo>
                  <a:pt x="0" y="365"/>
                </a:lnTo>
                <a:cubicBezTo>
                  <a:pt x="295" y="258"/>
                  <a:pt x="930" y="0"/>
                  <a:pt x="3001" y="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b="1">
              <a:solidFill>
                <a:srgbClr val="024631"/>
              </a:solidFill>
              <a:ea typeface="新細明體" pitchFamily="18" charset="-12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1219200" y="4800600"/>
            <a:ext cx="6705600" cy="533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 b="1"/>
            </a:lvl1pPr>
          </a:lstStyle>
          <a:p>
            <a:r>
              <a:rPr lang="zh-TW" altLang="en-US"/>
              <a:t>按一下以編輯母片副標題樣式</a:t>
            </a:r>
            <a:endParaRPr lang="en-US" altLang="zh-TW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3657600"/>
            <a:ext cx="7467600" cy="762000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382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5BA963-6969-4F6B-8DE5-3C6FC7508B31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5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30F2A-2C29-489D-950B-1126EABEA6CE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299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3D1F8-3A3C-4463-829B-9258F2D1154E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431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DEB658-FECB-4F5F-98DD-6439027BE86B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024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51200-DC1E-41BC-89B7-FE518F1AECB2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86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906D95-0565-49C2-B080-92CD34324DD4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989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748AA-B035-4351-B295-9997ED634263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9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F45070-950A-449A-B138-2513DA360BD4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93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A47BFF-0257-4756-8756-C63CB8B9E7EA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00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91300" y="46038"/>
            <a:ext cx="2095500" cy="635476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46038"/>
            <a:ext cx="6134100" cy="635476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3D207-1539-49B0-90FB-A7A5B35C5D37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929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4800" y="46038"/>
            <a:ext cx="8382000" cy="56356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10200"/>
          </a:xfrm>
        </p:spPr>
        <p:txBody>
          <a:bodyPr/>
          <a:lstStyle/>
          <a:p>
            <a:pPr lvl="0"/>
            <a:r>
              <a:rPr lang="zh-TW" altLang="en-US" noProof="0"/>
              <a:t>按一下圖示以新增表格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DE470-C80C-432C-9B52-BF420BAC9BAE}" type="slidenum">
              <a:rPr lang="en-US" altLang="zh-TW">
                <a:solidFill>
                  <a:srgbClr val="02463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438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880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805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890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815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988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9076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2363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072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519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4682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208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Rectangle 72"/>
          <p:cNvSpPr>
            <a:spLocks noChangeArrowheads="1"/>
          </p:cNvSpPr>
          <p:nvPr/>
        </p:nvSpPr>
        <p:spPr bwMode="ltGray">
          <a:xfrm>
            <a:off x="838200" y="0"/>
            <a:ext cx="7426325" cy="88265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b="1">
              <a:solidFill>
                <a:srgbClr val="024631"/>
              </a:solidFill>
              <a:ea typeface="新細明體" pitchFamily="18" charset="-120"/>
            </a:endParaRPr>
          </a:p>
        </p:txBody>
      </p:sp>
      <p:graphicFrame>
        <p:nvGraphicFramePr>
          <p:cNvPr id="1027" name="Object 67"/>
          <p:cNvGraphicFramePr>
            <a:graphicFrameLocks noChangeAspect="1"/>
          </p:cNvGraphicFramePr>
          <p:nvPr/>
        </p:nvGraphicFramePr>
        <p:xfrm>
          <a:off x="8261350" y="0"/>
          <a:ext cx="88265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3809524" imgH="4673016" progId="">
                  <p:embed/>
                </p:oleObj>
              </mc:Choice>
              <mc:Fallback>
                <p:oleObj name="Image" r:id="rId14" imgW="3809524" imgH="467301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8261350" y="0"/>
                        <a:ext cx="88265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8E0B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2463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8"/>
          <p:cNvGraphicFramePr>
            <a:graphicFrameLocks noChangeAspect="1"/>
          </p:cNvGraphicFramePr>
          <p:nvPr/>
        </p:nvGraphicFramePr>
        <p:xfrm>
          <a:off x="3175" y="0"/>
          <a:ext cx="88582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6" imgW="3809524" imgH="4507937" progId="">
                  <p:embed/>
                </p:oleObj>
              </mc:Choice>
              <mc:Fallback>
                <p:oleObj name="Image" r:id="rId16" imgW="3809524" imgH="450793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3175" y="0"/>
                        <a:ext cx="885825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8E0B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2463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943600" y="6477000"/>
            <a:ext cx="281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latin typeface="Verdana" pitchFamily="34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024631"/>
                </a:solidFill>
              </a:rPr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448425"/>
            <a:ext cx="7620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>
                <a:latin typeface="Verdana" pitchFamily="34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AB957DA-46EF-4436-B887-92B0484DA23F}" type="slidenum">
              <a:rPr lang="en-US" altLang="zh-TW">
                <a:solidFill>
                  <a:srgbClr val="02463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TW">
              <a:solidFill>
                <a:srgbClr val="024631"/>
              </a:solidFill>
            </a:endParaRPr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304800" y="46038"/>
            <a:ext cx="83820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32" name="Freeform 73"/>
          <p:cNvSpPr>
            <a:spLocks/>
          </p:cNvSpPr>
          <p:nvPr/>
        </p:nvSpPr>
        <p:spPr bwMode="gray">
          <a:xfrm>
            <a:off x="611188" y="609600"/>
            <a:ext cx="7793037" cy="339725"/>
          </a:xfrm>
          <a:custGeom>
            <a:avLst/>
            <a:gdLst>
              <a:gd name="T0" fmla="*/ 3001 w 5780"/>
              <a:gd name="T1" fmla="*/ 12 h 365"/>
              <a:gd name="T2" fmla="*/ 5777 w 5780"/>
              <a:gd name="T3" fmla="*/ 342 h 365"/>
              <a:gd name="T4" fmla="*/ 0 w 5780"/>
              <a:gd name="T5" fmla="*/ 365 h 365"/>
              <a:gd name="T6" fmla="*/ 3001 w 5780"/>
              <a:gd name="T7" fmla="*/ 12 h 36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80" h="365">
                <a:moveTo>
                  <a:pt x="3001" y="12"/>
                </a:moveTo>
                <a:cubicBezTo>
                  <a:pt x="5072" y="24"/>
                  <a:pt x="5780" y="322"/>
                  <a:pt x="5777" y="342"/>
                </a:cubicBezTo>
                <a:lnTo>
                  <a:pt x="0" y="365"/>
                </a:lnTo>
                <a:cubicBezTo>
                  <a:pt x="295" y="258"/>
                  <a:pt x="930" y="0"/>
                  <a:pt x="3001" y="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b="1">
              <a:solidFill>
                <a:srgbClr val="024631"/>
              </a:solidFill>
              <a:ea typeface="新細明體" pitchFamily="18" charset="-120"/>
            </a:endParaRPr>
          </a:p>
        </p:txBody>
      </p:sp>
      <p:sp>
        <p:nvSpPr>
          <p:cNvPr id="10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49095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  <p:sldLayoutId id="2147484236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FF996-788E-4F72-8D7F-9802D8F64215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8B27A-815D-4C45-9D5A-684A88265CB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526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8" r:id="rId1"/>
    <p:sldLayoutId id="2147484239" r:id="rId2"/>
    <p:sldLayoutId id="2147484240" r:id="rId3"/>
    <p:sldLayoutId id="2147484241" r:id="rId4"/>
    <p:sldLayoutId id="2147484242" r:id="rId5"/>
    <p:sldLayoutId id="2147484243" r:id="rId6"/>
    <p:sldLayoutId id="2147484244" r:id="rId7"/>
    <p:sldLayoutId id="2147484245" r:id="rId8"/>
    <p:sldLayoutId id="2147484246" r:id="rId9"/>
    <p:sldLayoutId id="2147484247" r:id="rId10"/>
    <p:sldLayoutId id="214748424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57200" y="6783"/>
            <a:ext cx="8229600" cy="1143000"/>
          </a:xfrm>
        </p:spPr>
        <p:txBody>
          <a:bodyPr>
            <a:normAutofit/>
          </a:bodyPr>
          <a:lstStyle/>
          <a:p>
            <a:r>
              <a:rPr lang="zh-TW" altLang="en-US" b="1" dirty="0"/>
              <a:t>認識福利化社區旗艦計畫</a:t>
            </a:r>
          </a:p>
        </p:txBody>
      </p:sp>
      <p:pic>
        <p:nvPicPr>
          <p:cNvPr id="7" name="161224B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8051" y="1153440"/>
            <a:ext cx="6887897" cy="387444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A20AC21-674F-FC9E-143F-29D7F696671A}"/>
              </a:ext>
            </a:extLst>
          </p:cNvPr>
          <p:cNvSpPr/>
          <p:nvPr/>
        </p:nvSpPr>
        <p:spPr>
          <a:xfrm>
            <a:off x="539552" y="5704560"/>
            <a:ext cx="77586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TW" altLang="en-US" sz="24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簡報人：南投縣竹山鎮富州社區發展協會執行長楊麗娜</a:t>
            </a:r>
          </a:p>
        </p:txBody>
      </p:sp>
    </p:spTree>
    <p:extLst>
      <p:ext uri="{BB962C8B-B14F-4D97-AF65-F5344CB8AC3E}">
        <p14:creationId xmlns:p14="http://schemas.microsoft.com/office/powerpoint/2010/main" val="277088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3CEAE1-1F5B-FA3D-0444-E8EB72F2D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003232" cy="964704"/>
          </a:xfrm>
        </p:spPr>
        <p:txBody>
          <a:bodyPr/>
          <a:lstStyle/>
          <a:p>
            <a:r>
              <a:rPr lang="zh-TW" altLang="en-US" dirty="0"/>
              <a:t>本簡報內容參考李易駿教授及張淑慧老師</a:t>
            </a:r>
          </a:p>
        </p:txBody>
      </p:sp>
    </p:spTree>
    <p:extLst>
      <p:ext uri="{BB962C8B-B14F-4D97-AF65-F5344CB8AC3E}">
        <p14:creationId xmlns:p14="http://schemas.microsoft.com/office/powerpoint/2010/main" val="410885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02559C-ACD2-1C88-231C-4471E231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44624"/>
            <a:ext cx="4824536" cy="563562"/>
          </a:xfrm>
        </p:spPr>
        <p:txBody>
          <a:bodyPr/>
          <a:lstStyle/>
          <a:p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旗艦計畫的認識</a:t>
            </a:r>
            <a:br>
              <a:rPr lang="zh-TW" altLang="en-US" dirty="0"/>
            </a:br>
            <a:br>
              <a:rPr lang="zh-TW" altLang="en-US" dirty="0"/>
            </a:br>
            <a:endParaRPr lang="zh-TW" altLang="en-US" dirty="0"/>
          </a:p>
        </p:txBody>
      </p:sp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2BA0854F-8591-98F0-46B8-CBE9209E5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7859216" cy="2726432"/>
          </a:xfrm>
        </p:spPr>
        <p:txBody>
          <a:bodyPr/>
          <a:lstStyle/>
          <a:p>
            <a:r>
              <a:rPr lang="zh-TW" altLang="en-US" sz="2800" b="1" kern="1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參考衛福部獎助要點補助項目</a:t>
            </a:r>
            <a:r>
              <a:rPr lang="en-US" altLang="zh-TW" sz="2800" b="1" kern="1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，</a:t>
            </a:r>
            <a:r>
              <a:rPr lang="zh-TW" altLang="en-US" sz="2800" b="1" kern="1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撰寫旗艦計畫的各子計畫。</a:t>
            </a:r>
          </a:p>
          <a:p>
            <a:r>
              <a:rPr lang="zh-TW" altLang="en-US" sz="2800" b="1" kern="1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旗艦計畫中的專案人員：為何有專案人員</a:t>
            </a:r>
            <a:r>
              <a:rPr lang="zh-TW" altLang="zh-TW" sz="2800" b="1" kern="1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。</a:t>
            </a:r>
            <a:r>
              <a:rPr lang="zh-TW" altLang="en-US" sz="2800" b="1" kern="1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 </a:t>
            </a:r>
          </a:p>
          <a:p>
            <a:r>
              <a:rPr lang="zh-TW" altLang="en-US" sz="2800" b="1" kern="1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專案人員的責任、專業活動內容</a:t>
            </a:r>
            <a:r>
              <a:rPr kumimoji="0" lang="zh-TW" altLang="zh-TW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。</a:t>
            </a:r>
            <a:r>
              <a:rPr lang="zh-TW" altLang="en-US" sz="2800" b="1" kern="1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 </a:t>
            </a:r>
          </a:p>
          <a:p>
            <a:r>
              <a:rPr lang="zh-TW" altLang="en-US" sz="2800" b="1" kern="1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專案人員的實務能力 </a:t>
            </a:r>
            <a:r>
              <a:rPr lang="zh-TW" altLang="zh-TW" sz="2800" b="1" kern="1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。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圖形 6" descr="農業 以實心填滿">
            <a:extLst>
              <a:ext uri="{FF2B5EF4-FFF2-40B4-BE49-F238E27FC236}">
                <a16:creationId xmlns:a16="http://schemas.microsoft.com/office/drawing/2014/main" id="{4EFD2818-AFE2-6D84-3E26-2C7F2187B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22100" y="5013176"/>
            <a:ext cx="1731640" cy="1731640"/>
          </a:xfrm>
          <a:prstGeom prst="rect">
            <a:avLst/>
          </a:prstGeom>
        </p:spPr>
      </p:pic>
      <p:pic>
        <p:nvPicPr>
          <p:cNvPr id="8" name="圖形 7" descr="農業 以實心填滿">
            <a:extLst>
              <a:ext uri="{FF2B5EF4-FFF2-40B4-BE49-F238E27FC236}">
                <a16:creationId xmlns:a16="http://schemas.microsoft.com/office/drawing/2014/main" id="{D9694B03-B8CE-FD32-4C88-D7A83B675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3968" y="3933056"/>
            <a:ext cx="2066528" cy="2066528"/>
          </a:xfrm>
          <a:prstGeom prst="rect">
            <a:avLst/>
          </a:prstGeom>
        </p:spPr>
      </p:pic>
      <p:pic>
        <p:nvPicPr>
          <p:cNvPr id="9" name="圖形 8" descr="農業 以實心填滿">
            <a:extLst>
              <a:ext uri="{FF2B5EF4-FFF2-40B4-BE49-F238E27FC236}">
                <a16:creationId xmlns:a16="http://schemas.microsoft.com/office/drawing/2014/main" id="{9E4E60B2-F5FC-66B6-53A2-66298F86E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44208" y="4323184"/>
            <a:ext cx="2329408" cy="2329408"/>
          </a:xfrm>
          <a:prstGeom prst="rect">
            <a:avLst/>
          </a:prstGeom>
        </p:spPr>
      </p:pic>
      <p:pic>
        <p:nvPicPr>
          <p:cNvPr id="10" name="圖形 9" descr="農業 以實心填滿">
            <a:extLst>
              <a:ext uri="{FF2B5EF4-FFF2-40B4-BE49-F238E27FC236}">
                <a16:creationId xmlns:a16="http://schemas.microsoft.com/office/drawing/2014/main" id="{BB58A593-4400-5920-FA61-98D4D63AC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2803" y="4323184"/>
            <a:ext cx="2066528" cy="206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98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2D80A6-5887-CB9C-9849-ABE982A0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656" y="24090"/>
            <a:ext cx="5635352" cy="563562"/>
          </a:xfrm>
        </p:spPr>
        <p:txBody>
          <a:bodyPr/>
          <a:lstStyle/>
          <a:p>
            <a:r>
              <a:rPr lang="zh-TW" altLang="en-US" dirty="0"/>
              <a:t>旗艦計畫的認識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EEEE6C-E50D-1023-E938-3F98E04CF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7931224" cy="3158480"/>
          </a:xfrm>
        </p:spPr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申請計畫書內應載明當地社區特性、資源狀況、服務對象、服務內容、與現有服務體系分工狀況與網絡聯結情形、專業輔導團隊架構、計畫預期效益與計畫評估指標。 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領航社區及專業服務人員應同時擔任該直轄市、縣（市）、鄉鎮等社區提案培力輔導工作，另外輔導一個社區提案及推動。</a:t>
            </a:r>
          </a:p>
        </p:txBody>
      </p:sp>
      <p:pic>
        <p:nvPicPr>
          <p:cNvPr id="6" name="圖片 5" descr="擊掌的蜜蜂">
            <a:extLst>
              <a:ext uri="{FF2B5EF4-FFF2-40B4-BE49-F238E27FC236}">
                <a16:creationId xmlns:a16="http://schemas.microsoft.com/office/drawing/2014/main" id="{5A1BD859-AF11-5636-4312-4993B1A6A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4293096"/>
            <a:ext cx="2420888" cy="2420888"/>
          </a:xfrm>
          <a:prstGeom prst="rect">
            <a:avLst/>
          </a:prstGeom>
        </p:spPr>
      </p:pic>
      <p:pic>
        <p:nvPicPr>
          <p:cNvPr id="7" name="圖片 6" descr="擊掌的蜜蜂">
            <a:extLst>
              <a:ext uri="{FF2B5EF4-FFF2-40B4-BE49-F238E27FC236}">
                <a16:creationId xmlns:a16="http://schemas.microsoft.com/office/drawing/2014/main" id="{1DB97D83-E7B2-7713-C4FD-CA0CFC3C8B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4293096"/>
            <a:ext cx="2420888" cy="2420888"/>
          </a:xfrm>
          <a:prstGeom prst="rect">
            <a:avLst/>
          </a:prstGeom>
        </p:spPr>
      </p:pic>
      <p:pic>
        <p:nvPicPr>
          <p:cNvPr id="8" name="圖片 7" descr="擊掌的蜜蜂">
            <a:extLst>
              <a:ext uri="{FF2B5EF4-FFF2-40B4-BE49-F238E27FC236}">
                <a16:creationId xmlns:a16="http://schemas.microsoft.com/office/drawing/2014/main" id="{3A3306D4-9019-C027-ACB6-BCDC46D72F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266805"/>
            <a:ext cx="2420888" cy="242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939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11A1A5-9A01-4384-7809-013E08DE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補助計畫事項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431EB4-EA79-9D12-93FE-93061DAAC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2366392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補助內容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專業人力 薪資及勞健保費用     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輔導協力社區     推動全縣旗艦計畫     執行及控管計畫</a:t>
            </a:r>
            <a:r>
              <a:rPr kumimoji="0" lang="zh-TW" altLang="zh-TW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。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執行方案計畫費用</a:t>
            </a:r>
            <a:r>
              <a:rPr kumimoji="0" lang="zh-TW" altLang="zh-TW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。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1AC6B97D-8DAE-0A0D-019D-EA58410CFC70}"/>
              </a:ext>
            </a:extLst>
          </p:cNvPr>
          <p:cNvSpPr/>
          <p:nvPr/>
        </p:nvSpPr>
        <p:spPr bwMode="auto">
          <a:xfrm>
            <a:off x="5271368" y="1604590"/>
            <a:ext cx="504056" cy="26860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1BCCC045-A23C-4081-01CC-7943BA75F85D}"/>
              </a:ext>
            </a:extLst>
          </p:cNvPr>
          <p:cNvSpPr/>
          <p:nvPr/>
        </p:nvSpPr>
        <p:spPr bwMode="auto">
          <a:xfrm>
            <a:off x="8100392" y="1604590"/>
            <a:ext cx="504056" cy="26860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A721AE10-0C84-4B25-3C0A-F57FACCC8087}"/>
              </a:ext>
            </a:extLst>
          </p:cNvPr>
          <p:cNvSpPr/>
          <p:nvPr/>
        </p:nvSpPr>
        <p:spPr bwMode="auto">
          <a:xfrm>
            <a:off x="3707904" y="2013200"/>
            <a:ext cx="504056" cy="26860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0" name="圖片 9" descr="生產力 Team Sasquatch">
            <a:extLst>
              <a:ext uri="{FF2B5EF4-FFF2-40B4-BE49-F238E27FC236}">
                <a16:creationId xmlns:a16="http://schemas.microsoft.com/office/drawing/2014/main" id="{4F39CF61-FB5B-847B-8776-B2D4B7874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814" y="3212976"/>
            <a:ext cx="3598986" cy="359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71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1F8DC4-A4A7-BF74-BD0E-B72EC357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旗艦計畫特性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90A4EE-10BD-6B9C-B02D-62496D584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3950568"/>
          </a:xfrm>
        </p:spPr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依旗艦計畫政策目標撰寫計畫。 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能力提昇： 領航（提案社區）帶動新興（協力社區） 專業人力輔導協力社區。 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實質：聯合服務、創新服務、增加服務量。 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具體目標：協力社區能力提昇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--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如能自力申請計畫、參加全國評鑑。 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服務：協力社區開設關懷據點、社區間持續聯合服務 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大手牽小手、聯合服務。</a:t>
            </a:r>
          </a:p>
        </p:txBody>
      </p:sp>
      <p:pic>
        <p:nvPicPr>
          <p:cNvPr id="8" name="圖片 7" descr="擊拳蜜蜂">
            <a:extLst>
              <a:ext uri="{FF2B5EF4-FFF2-40B4-BE49-F238E27FC236}">
                <a16:creationId xmlns:a16="http://schemas.microsoft.com/office/drawing/2014/main" id="{79D2E60E-FD4A-2354-988D-0E75F5D556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032" y="3567032"/>
            <a:ext cx="3290968" cy="3290968"/>
          </a:xfrm>
          <a:prstGeom prst="rect">
            <a:avLst/>
          </a:prstGeom>
        </p:spPr>
      </p:pic>
      <p:pic>
        <p:nvPicPr>
          <p:cNvPr id="10" name="圖片 9" descr="擊拳花椰菜">
            <a:extLst>
              <a:ext uri="{FF2B5EF4-FFF2-40B4-BE49-F238E27FC236}">
                <a16:creationId xmlns:a16="http://schemas.microsoft.com/office/drawing/2014/main" id="{71443027-F10B-FCF0-A4AD-D216414064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3717032"/>
            <a:ext cx="3290968" cy="329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34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EB50AA-E4B1-E477-0DEE-86EA754C9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旗艦計畫的認知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C06A7C9-E538-8A34-F65B-CC9AC7477F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43"/>
          <a:stretch>
            <a:fillRect/>
          </a:stretch>
        </p:blipFill>
        <p:spPr>
          <a:xfrm>
            <a:off x="137493" y="1340768"/>
            <a:ext cx="8869013" cy="3176473"/>
          </a:xfrm>
          <a:prstGeom prst="rect">
            <a:avLst/>
          </a:prstGeom>
        </p:spPr>
      </p:pic>
      <p:pic>
        <p:nvPicPr>
          <p:cNvPr id="8" name="圖形 7" descr="原子 以實心填滿">
            <a:extLst>
              <a:ext uri="{FF2B5EF4-FFF2-40B4-BE49-F238E27FC236}">
                <a16:creationId xmlns:a16="http://schemas.microsoft.com/office/drawing/2014/main" id="{8292D6DC-F57D-23AE-9743-8DCD96C9F3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325" y="4528329"/>
            <a:ext cx="1440160" cy="1440160"/>
          </a:xfrm>
          <a:prstGeom prst="rect">
            <a:avLst/>
          </a:prstGeom>
        </p:spPr>
      </p:pic>
      <p:pic>
        <p:nvPicPr>
          <p:cNvPr id="9" name="圖形 8" descr="原子 以實心填滿">
            <a:extLst>
              <a:ext uri="{FF2B5EF4-FFF2-40B4-BE49-F238E27FC236}">
                <a16:creationId xmlns:a16="http://schemas.microsoft.com/office/drawing/2014/main" id="{7260525C-F514-FBE0-8991-191AA811EE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5656" y="5157192"/>
            <a:ext cx="1440160" cy="1440160"/>
          </a:xfrm>
          <a:prstGeom prst="rect">
            <a:avLst/>
          </a:prstGeom>
        </p:spPr>
      </p:pic>
      <p:pic>
        <p:nvPicPr>
          <p:cNvPr id="10" name="圖形 9" descr="原子 以實心填滿">
            <a:extLst>
              <a:ext uri="{FF2B5EF4-FFF2-40B4-BE49-F238E27FC236}">
                <a16:creationId xmlns:a16="http://schemas.microsoft.com/office/drawing/2014/main" id="{44FEE6AC-3A6D-9F4D-38AB-2E7087E6F1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5003" y="4653136"/>
            <a:ext cx="1440160" cy="1440160"/>
          </a:xfrm>
          <a:prstGeom prst="rect">
            <a:avLst/>
          </a:prstGeom>
        </p:spPr>
      </p:pic>
      <p:pic>
        <p:nvPicPr>
          <p:cNvPr id="11" name="圖形 10" descr="原子 以實心填滿">
            <a:extLst>
              <a:ext uri="{FF2B5EF4-FFF2-40B4-BE49-F238E27FC236}">
                <a16:creationId xmlns:a16="http://schemas.microsoft.com/office/drawing/2014/main" id="{64EA9400-B489-3CCF-E562-1A103DE1E0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8147" y="5353043"/>
            <a:ext cx="1440160" cy="1440160"/>
          </a:xfrm>
          <a:prstGeom prst="rect">
            <a:avLst/>
          </a:prstGeom>
        </p:spPr>
      </p:pic>
      <p:pic>
        <p:nvPicPr>
          <p:cNvPr id="12" name="圖形 11" descr="原子 以實心填滿">
            <a:extLst>
              <a:ext uri="{FF2B5EF4-FFF2-40B4-BE49-F238E27FC236}">
                <a16:creationId xmlns:a16="http://schemas.microsoft.com/office/drawing/2014/main" id="{7DE8E813-FD02-D346-32BA-78DD536557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203" y="4654732"/>
            <a:ext cx="1440160" cy="1440160"/>
          </a:xfrm>
          <a:prstGeom prst="rect">
            <a:avLst/>
          </a:prstGeom>
        </p:spPr>
      </p:pic>
      <p:pic>
        <p:nvPicPr>
          <p:cNvPr id="13" name="圖形 12" descr="原子 以實心填滿">
            <a:extLst>
              <a:ext uri="{FF2B5EF4-FFF2-40B4-BE49-F238E27FC236}">
                <a16:creationId xmlns:a16="http://schemas.microsoft.com/office/drawing/2014/main" id="{9711F9E9-E29E-4379-1C21-CE5F1EBE3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6591" y="5264712"/>
            <a:ext cx="144016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30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7AFFB4-A0FF-F487-A14D-E2C445A3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旗艦計畫的常見內容與架構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FDC75C1-46EB-F5EA-4BDF-F50CC688F660}"/>
              </a:ext>
            </a:extLst>
          </p:cNvPr>
          <p:cNvSpPr txBox="1"/>
          <p:nvPr/>
        </p:nvSpPr>
        <p:spPr>
          <a:xfrm>
            <a:off x="303808" y="1843083"/>
            <a:ext cx="3888432" cy="390235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1.</a:t>
            </a:r>
            <a:r>
              <a:rPr lang="zh-TW" altLang="en-US" sz="2400" b="1" dirty="0">
                <a:solidFill>
                  <a:srgbClr val="000000"/>
                </a:solidFill>
              </a:rPr>
              <a:t>服務： 聯合送餐或據點服務、 聯合課後照顧、 青少年志工團隊、 治安（防災）、 實物銀行（堪用物資整理分送）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zh-TW" altLang="en-US" sz="2400" b="1" dirty="0">
                <a:solidFill>
                  <a:srgbClr val="000000"/>
                </a:solidFill>
              </a:rPr>
              <a:t> </a:t>
            </a:r>
            <a:endParaRPr lang="en-US" altLang="zh-TW" sz="24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2.</a:t>
            </a:r>
            <a:r>
              <a:rPr lang="zh-TW" altLang="en-US" sz="2400" b="1" dirty="0">
                <a:solidFill>
                  <a:srgbClr val="000000"/>
                </a:solidFill>
              </a:rPr>
              <a:t>協調：聯繫會報、定期工作 會議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6B2FDE3-B2F3-0F63-99F9-4E8AC8EB8B1A}"/>
              </a:ext>
            </a:extLst>
          </p:cNvPr>
          <p:cNvSpPr txBox="1"/>
          <p:nvPr/>
        </p:nvSpPr>
        <p:spPr>
          <a:xfrm>
            <a:off x="755576" y="1038818"/>
            <a:ext cx="2141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聯合服務 </a:t>
            </a:r>
            <a:endParaRPr lang="en-US" altLang="zh-TW" sz="3600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92B6C8E-9072-3673-FC7D-68BA84BB8C38}"/>
              </a:ext>
            </a:extLst>
          </p:cNvPr>
          <p:cNvSpPr txBox="1"/>
          <p:nvPr/>
        </p:nvSpPr>
        <p:spPr>
          <a:xfrm>
            <a:off x="5943600" y="980728"/>
            <a:ext cx="2141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能力提昇</a:t>
            </a:r>
            <a:endParaRPr lang="en-US" altLang="zh-TW" sz="3600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B3FD604-5DA7-EB4B-C8BB-B166F132B278}"/>
              </a:ext>
            </a:extLst>
          </p:cNvPr>
          <p:cNvSpPr txBox="1"/>
          <p:nvPr/>
        </p:nvSpPr>
        <p:spPr>
          <a:xfrm>
            <a:off x="4355976" y="1843083"/>
            <a:ext cx="4680520" cy="445634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1.</a:t>
            </a:r>
            <a:r>
              <a:rPr lang="zh-TW" altLang="en-US" sz="2400" b="1" dirty="0">
                <a:solidFill>
                  <a:srgbClr val="000000"/>
                </a:solidFill>
              </a:rPr>
              <a:t> 能力提昇：志工訓練（第一年）、幹部研訓 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4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2.</a:t>
            </a:r>
            <a:r>
              <a:rPr lang="zh-TW" altLang="en-US" sz="2400" b="1" dirty="0">
                <a:solidFill>
                  <a:srgbClr val="000000"/>
                </a:solidFill>
              </a:rPr>
              <a:t>幹部實作：共同指導擬寫計畫書、籌辦工作各細節的帶領 志工團隊實習、演練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zh-TW" altLang="en-US" sz="2400" b="1" dirty="0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3.</a:t>
            </a:r>
            <a:r>
              <a:rPr lang="zh-TW" altLang="en-US" sz="2400" b="1" dirty="0">
                <a:solidFill>
                  <a:srgbClr val="000000"/>
                </a:solidFill>
              </a:rPr>
              <a:t>工作團隊建立：藉由固定的工作會議，或共識團體，形成工作團隊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38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0DDC20-3765-CD9C-6047-E22ABF66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認識執行旗艦計畫內涵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EF683C9-F59C-B5E7-083B-F46DEC255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898903"/>
              </p:ext>
            </p:extLst>
          </p:nvPr>
        </p:nvGraphicFramePr>
        <p:xfrm>
          <a:off x="562999" y="1412776"/>
          <a:ext cx="8136904" cy="4728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8452">
                  <a:extLst>
                    <a:ext uri="{9D8B030D-6E8A-4147-A177-3AD203B41FA5}">
                      <a16:colId xmlns:a16="http://schemas.microsoft.com/office/drawing/2014/main" val="1407922623"/>
                    </a:ext>
                  </a:extLst>
                </a:gridCol>
                <a:gridCol w="4068452">
                  <a:extLst>
                    <a:ext uri="{9D8B030D-6E8A-4147-A177-3AD203B41FA5}">
                      <a16:colId xmlns:a16="http://schemas.microsoft.com/office/drawing/2014/main" val="1973296818"/>
                    </a:ext>
                  </a:extLst>
                </a:gridCol>
              </a:tblGrid>
              <a:tr h="18448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400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團康聯誼社團很受老人、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400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婦女歡迎，帶給居民福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400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利</a:t>
                      </a:r>
                      <a:endParaRPr lang="zh-TW" sz="2400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4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團康聯誼社團對居民是小確性福利，但不是社區發展中的福利概念</a:t>
                      </a:r>
                      <a:endParaRPr lang="zh-TW" sz="2400" b="1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154515"/>
                  </a:ext>
                </a:extLst>
              </a:tr>
              <a:tr h="14417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400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幾個社區一起提出聯合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400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（團康）活動</a:t>
                      </a:r>
                      <a:endParaRPr lang="zh-TW" sz="2400" kern="100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400" b="1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團康原不在獎補助範圍內，如何更多的聯合反而可獲補助呢</a:t>
                      </a:r>
                      <a:r>
                        <a:rPr lang="en-US" altLang="zh-TW" sz="2400" b="1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?</a:t>
                      </a:r>
                      <a:endParaRPr lang="zh-TW" sz="2400" b="1" kern="100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512436"/>
                  </a:ext>
                </a:extLst>
              </a:tr>
              <a:tr h="14417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400" kern="1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成長課程對長者增長知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400" kern="1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識有助益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400" b="1" kern="1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以提供服務為必要、組織幹部進行組織運作所必要的人力培育為重</a:t>
                      </a:r>
                      <a:endParaRPr lang="zh-TW" sz="2400" b="1" kern="1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189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2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8724-EC9B-69BE-D19A-34229414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2223BD-3212-42B0-6497-1BACEB7B4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認識執行旗艦計畫內涵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3BFB98F-E79D-DB84-C0D1-7563A053A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92208"/>
              </p:ext>
            </p:extLst>
          </p:nvPr>
        </p:nvGraphicFramePr>
        <p:xfrm>
          <a:off x="395536" y="1412776"/>
          <a:ext cx="7992888" cy="5024464"/>
        </p:xfrm>
        <a:graphic>
          <a:graphicData uri="http://schemas.openxmlformats.org/drawingml/2006/table">
            <a:tbl>
              <a:tblPr firstRow="1" firstCol="1" bandRow="1"/>
              <a:tblGrid>
                <a:gridCol w="2541787">
                  <a:extLst>
                    <a:ext uri="{9D8B030D-6E8A-4147-A177-3AD203B41FA5}">
                      <a16:colId xmlns:a16="http://schemas.microsoft.com/office/drawing/2014/main" val="169429206"/>
                    </a:ext>
                  </a:extLst>
                </a:gridCol>
                <a:gridCol w="5451101">
                  <a:extLst>
                    <a:ext uri="{9D8B030D-6E8A-4147-A177-3AD203B41FA5}">
                      <a16:colId xmlns:a16="http://schemas.microsoft.com/office/drawing/2014/main" val="1725090733"/>
                    </a:ext>
                  </a:extLst>
                </a:gridCol>
              </a:tblGrid>
              <a:tr h="17325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多少社區居民參加了本案所辦理的共同活動</a:t>
                      </a:r>
                    </a:p>
                  </a:txBody>
                  <a:tcPr marL="56101" marR="561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那些潛力社區幹部學會了管理會務財務，健全了。</a:t>
                      </a:r>
                      <a:r>
                        <a:rPr lang="en-US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sz="2200" b="1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訓練了多少志工，且成為常態的服務團隊才是焦點。</a:t>
                      </a:r>
                    </a:p>
                  </a:txBody>
                  <a:tcPr marL="56101" marR="561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13733"/>
                  </a:ext>
                </a:extLst>
              </a:tr>
              <a:tr h="11226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社區共同認為需要某些體建設</a:t>
                      </a:r>
                    </a:p>
                  </a:txBody>
                  <a:tcPr marL="56101" marR="561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那些潛力社區幹部學會了申請、執行方案。</a:t>
                      </a:r>
                      <a:r>
                        <a:rPr lang="en-US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sz="2200" b="1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那些社區從潛力型提昇為發展型、活躍型。</a:t>
                      </a:r>
                    </a:p>
                  </a:txBody>
                  <a:tcPr marL="56101" marR="561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16618"/>
                  </a:ext>
                </a:extLst>
              </a:tr>
              <a:tr h="5127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參與的社區及幹部都很有經驗</a:t>
                      </a:r>
                    </a:p>
                  </a:txBody>
                  <a:tcPr marL="56101" marR="561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要大手帶小手</a:t>
                      </a:r>
                      <a:r>
                        <a:rPr lang="zh-TW" altLang="en-US" sz="2200" b="1" kern="100" dirty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不期待夢幻組合</a:t>
                      </a:r>
                    </a:p>
                  </a:txBody>
                  <a:tcPr marL="56101" marR="561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210300"/>
                  </a:ext>
                </a:extLst>
              </a:tr>
              <a:tr h="14276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各社區分別辦活動，幾個社區居民一起參加</a:t>
                      </a:r>
                    </a:p>
                  </a:txBody>
                  <a:tcPr marL="56101" marR="561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如協力社區幹部已有能力獨立辦活動，未必需要指導及放入旗艦計畫，重點是藉由執行方案「作中學」</a:t>
                      </a:r>
                    </a:p>
                  </a:txBody>
                  <a:tcPr marL="56101" marR="561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05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346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534E1B-EA78-E709-4A2A-08C8144E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認識執行旗艦計畫內涵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A201D5-B7D3-0868-4CFE-32196B644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207163"/>
              </p:ext>
            </p:extLst>
          </p:nvPr>
        </p:nvGraphicFramePr>
        <p:xfrm>
          <a:off x="755576" y="1340768"/>
          <a:ext cx="7416824" cy="5040561"/>
        </p:xfrm>
        <a:graphic>
          <a:graphicData uri="http://schemas.openxmlformats.org/drawingml/2006/table">
            <a:tbl>
              <a:tblPr firstRow="1" firstCol="1" bandRow="1"/>
              <a:tblGrid>
                <a:gridCol w="3708412">
                  <a:extLst>
                    <a:ext uri="{9D8B030D-6E8A-4147-A177-3AD203B41FA5}">
                      <a16:colId xmlns:a16="http://schemas.microsoft.com/office/drawing/2014/main" val="3402030748"/>
                    </a:ext>
                  </a:extLst>
                </a:gridCol>
                <a:gridCol w="3708412">
                  <a:extLst>
                    <a:ext uri="{9D8B030D-6E8A-4147-A177-3AD203B41FA5}">
                      <a16:colId xmlns:a16="http://schemas.microsoft.com/office/drawing/2014/main" val="1143051975"/>
                    </a:ext>
                  </a:extLst>
                </a:gridCol>
              </a:tblGrid>
              <a:tr h="12954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提案社區幹部在各社區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辦理活動，很熱心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幹部熱心是必要的。更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要有開放心胸，能指導、帶動其他社區幹部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267378"/>
                  </a:ext>
                </a:extLst>
              </a:tr>
              <a:tr h="14231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社工員連辦公室燈泡都</a:t>
                      </a:r>
                      <a:endParaRPr lang="zh-TW" sz="2200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不會換，不應限制社工</a:t>
                      </a:r>
                      <a:endParaRPr lang="zh-TW" sz="2200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專業</a:t>
                      </a:r>
                      <a:endParaRPr lang="zh-TW" sz="2200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社工是專業者</a:t>
                      </a:r>
                      <a:endParaRPr lang="zh-TW" sz="2200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913419"/>
                  </a:ext>
                </a:extLst>
              </a:tr>
              <a:tr h="898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社工人力聘任不易，來</a:t>
                      </a:r>
                      <a:endParaRPr lang="zh-TW" sz="2200" kern="100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源不普遍</a:t>
                      </a:r>
                      <a:endParaRPr lang="zh-TW" sz="2200" kern="100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要大手帶小手。不期待</a:t>
                      </a:r>
                      <a:endParaRPr lang="zh-TW" sz="2200" kern="100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夢幻組合</a:t>
                      </a:r>
                      <a:endParaRPr lang="zh-TW" sz="2200" kern="100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797175"/>
                  </a:ext>
                </a:extLst>
              </a:tr>
              <a:tr h="14231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社工的工作在於執行所</a:t>
                      </a:r>
                      <a:endParaRPr lang="zh-TW" sz="2200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提案計畫</a:t>
                      </a:r>
                      <a:endParaRPr lang="zh-TW" sz="2200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社工在於指導帶動協力</a:t>
                      </a:r>
                      <a:endParaRPr lang="zh-TW" sz="2200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社區、全縣宣導、執行</a:t>
                      </a:r>
                      <a:endParaRPr lang="zh-TW" sz="2200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計畫是一部分工作。</a:t>
                      </a:r>
                      <a:endParaRPr lang="zh-TW" sz="2200" kern="100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20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08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BA9D-9119-7B14-A7BF-AD3D428E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547DF9-BEA2-BEA2-F4C2-9B82D00B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認識執行旗艦計畫內涵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55F8A12-A87B-CB4A-2144-37C9EEAB5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325225"/>
              </p:ext>
            </p:extLst>
          </p:nvPr>
        </p:nvGraphicFramePr>
        <p:xfrm>
          <a:off x="827584" y="1412775"/>
          <a:ext cx="7776864" cy="3744420"/>
        </p:xfrm>
        <a:graphic>
          <a:graphicData uri="http://schemas.openxmlformats.org/drawingml/2006/table">
            <a:tbl>
              <a:tblPr firstRow="1" firstCol="1" bandRow="1"/>
              <a:tblGrid>
                <a:gridCol w="3910681">
                  <a:extLst>
                    <a:ext uri="{9D8B030D-6E8A-4147-A177-3AD203B41FA5}">
                      <a16:colId xmlns:a16="http://schemas.microsoft.com/office/drawing/2014/main" val="1433429473"/>
                    </a:ext>
                  </a:extLst>
                </a:gridCol>
                <a:gridCol w="3866183">
                  <a:extLst>
                    <a:ext uri="{9D8B030D-6E8A-4147-A177-3AD203B41FA5}">
                      <a16:colId xmlns:a16="http://schemas.microsoft.com/office/drawing/2014/main" val="19855695"/>
                    </a:ext>
                  </a:extLst>
                </a:gridCol>
              </a:tblGrid>
              <a:tr h="1152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人力費太多，不如不給人力，多給方案費。</a:t>
                      </a:r>
                      <a:endParaRPr lang="zh-TW" sz="2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能力提昇是本案核心，需要專業人力，亦帶動全縣。</a:t>
                      </a:r>
                      <a:endParaRPr lang="zh-TW" sz="2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397023"/>
                  </a:ext>
                </a:extLst>
              </a:tr>
              <a:tr h="1440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altLang="en-US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成</a:t>
                      </a: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長課程很重要，需要很多講師費。</a:t>
                      </a:r>
                      <a:endParaRPr lang="zh-TW" sz="2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志工的專業服務訓練有其必要，團康型的課程不直接有助於能力提昇。</a:t>
                      </a:r>
                      <a:endParaRPr lang="zh-TW" sz="2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999533"/>
                  </a:ext>
                </a:extLst>
              </a:tr>
              <a:tr h="11516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辦理送餐符合政策及需民需求，由這個方案支應食材費。</a:t>
                      </a:r>
                      <a:endParaRPr lang="zh-TW" sz="2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2200" b="1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送餐等費用仍回到獎補助要點的規範。</a:t>
                      </a:r>
                      <a:endParaRPr lang="zh-TW" sz="2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176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857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FDF42-EB1F-5182-0345-94BD17D4A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第一年計畫方向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F15A2DE-BA86-861E-2007-F1EF121912E1}"/>
              </a:ext>
            </a:extLst>
          </p:cNvPr>
          <p:cNvSpPr txBox="1"/>
          <p:nvPr/>
        </p:nvSpPr>
        <p:spPr>
          <a:xfrm>
            <a:off x="273426" y="1738172"/>
            <a:ext cx="8382000" cy="453739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合作架構： 相關人員有正確的認識 提案社區幹部</a:t>
            </a:r>
            <a:endParaRPr lang="en-US" altLang="zh-TW" sz="2800" b="1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的熱忱 協力社區幹部</a:t>
            </a:r>
            <a:r>
              <a:rPr lang="en-US" altLang="zh-TW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領袖級及幹事級</a:t>
            </a:r>
            <a:r>
              <a:rPr lang="en-US" altLang="zh-TW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積極指導。 </a:t>
            </a:r>
            <a:endParaRPr lang="en-US" altLang="zh-TW" sz="2800" b="1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專案人員指導（在社區帶領團體、方案指導）。 </a:t>
            </a:r>
            <a:endParaRPr lang="en-US" altLang="zh-TW" sz="2800" b="1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經費配置合理性。 </a:t>
            </a:r>
            <a:endParaRPr lang="en-US" altLang="zh-TW" sz="2800" b="1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計畫書適當性： 跨年規劃的不同進度、充足性 </a:t>
            </a:r>
            <a:endParaRPr lang="en-US" altLang="zh-TW" sz="2800" b="1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公所角色：行政指導、陪伴（穩定情緒）、藉以帶</a:t>
            </a:r>
            <a:endParaRPr lang="en-US" altLang="zh-TW" sz="2800" b="1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動其他社區 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ED40292-4E92-4392-00AE-EDD9FB1CA38E}"/>
              </a:ext>
            </a:extLst>
          </p:cNvPr>
          <p:cNvSpPr txBox="1"/>
          <p:nvPr/>
        </p:nvSpPr>
        <p:spPr>
          <a:xfrm>
            <a:off x="1367644" y="912276"/>
            <a:ext cx="6408712" cy="523220"/>
          </a:xfrm>
          <a:prstGeom prst="rect">
            <a:avLst/>
          </a:prstGeom>
          <a:solidFill>
            <a:srgbClr val="CCEC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rgbClr val="000000"/>
                </a:solidFill>
              </a:rPr>
              <a:t>呈現三年架構，著重第一年的培育訓練</a:t>
            </a:r>
          </a:p>
        </p:txBody>
      </p:sp>
    </p:spTree>
    <p:extLst>
      <p:ext uri="{BB962C8B-B14F-4D97-AF65-F5344CB8AC3E}">
        <p14:creationId xmlns:p14="http://schemas.microsoft.com/office/powerpoint/2010/main" val="2952037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78382F-3B01-9E66-0BB0-C11345F8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第二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solidFill>
                  <a:srgbClr val="FFFFFF"/>
                </a:solidFill>
                <a:latin typeface="Arial"/>
              </a:rPr>
              <a:t>三</a:t>
            </a:r>
            <a:r>
              <a:rPr lang="zh-TW" altLang="en-US" dirty="0"/>
              <a:t>年計畫方向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6A4236-46CF-CA7A-CCEB-ACAE39EFE6AC}"/>
              </a:ext>
            </a:extLst>
          </p:cNvPr>
          <p:cNvSpPr txBox="1"/>
          <p:nvPr/>
        </p:nvSpPr>
        <p:spPr>
          <a:xfrm>
            <a:off x="1371600" y="1466355"/>
            <a:ext cx="626093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 </a:t>
            </a:r>
            <a:r>
              <a:rPr lang="en-US" altLang="zh-TW" sz="2800" dirty="0"/>
              <a:t>2.</a:t>
            </a:r>
            <a:r>
              <a:rPr lang="zh-TW" altLang="en-US" sz="2800" dirty="0"/>
              <a:t>說明過去的成果，接續的工作。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D869CE7-D5AF-4B02-7BF6-A4E6EE554831}"/>
              </a:ext>
            </a:extLst>
          </p:cNvPr>
          <p:cNvSpPr txBox="1"/>
          <p:nvPr/>
        </p:nvSpPr>
        <p:spPr>
          <a:xfrm>
            <a:off x="1367834" y="2024477"/>
            <a:ext cx="6264696" cy="1379975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en-US" altLang="zh-TW" sz="2800" dirty="0"/>
              <a:t>3.</a:t>
            </a:r>
            <a:r>
              <a:rPr lang="zh-TW" altLang="en-US" sz="2800" dirty="0"/>
              <a:t>第二年 重於實作演練、實習，及部</a:t>
            </a:r>
            <a:endParaRPr lang="en-US" altLang="zh-TW" sz="2800" dirty="0"/>
          </a:p>
          <a:p>
            <a:r>
              <a:rPr lang="zh-TW" altLang="en-US" sz="2800" dirty="0"/>
              <a:t>   分計畫的調整， 為第三年協力社區</a:t>
            </a:r>
            <a:endParaRPr lang="en-US" altLang="zh-TW" sz="2800" dirty="0"/>
          </a:p>
          <a:p>
            <a:r>
              <a:rPr lang="zh-TW" altLang="en-US" sz="2800" dirty="0"/>
              <a:t>   的獨立操作及永續準備。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8B65758-2440-6EF0-3087-11E4F784EBF8}"/>
              </a:ext>
            </a:extLst>
          </p:cNvPr>
          <p:cNvSpPr txBox="1"/>
          <p:nvPr/>
        </p:nvSpPr>
        <p:spPr>
          <a:xfrm>
            <a:off x="1376001" y="3404452"/>
            <a:ext cx="6264696" cy="1384995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altLang="zh-TW" sz="2800" dirty="0"/>
              <a:t>4.</a:t>
            </a:r>
            <a:r>
              <a:rPr lang="zh-TW" altLang="en-US" sz="2800" dirty="0"/>
              <a:t>第三年 達成協力社區獨立運作的效</a:t>
            </a:r>
            <a:endParaRPr lang="en-US" altLang="zh-TW" sz="2800" dirty="0"/>
          </a:p>
          <a:p>
            <a:r>
              <a:rPr lang="zh-TW" altLang="en-US" sz="2800" dirty="0"/>
              <a:t>   果、 持續永續聯合服務的機制與資</a:t>
            </a:r>
            <a:endParaRPr lang="en-US" altLang="zh-TW" sz="2800" dirty="0"/>
          </a:p>
          <a:p>
            <a:r>
              <a:rPr lang="zh-TW" altLang="en-US" sz="2800" dirty="0"/>
              <a:t>   源。 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FED71E3-4B86-5029-F777-BE2785EAD6DB}"/>
              </a:ext>
            </a:extLst>
          </p:cNvPr>
          <p:cNvSpPr txBox="1"/>
          <p:nvPr/>
        </p:nvSpPr>
        <p:spPr>
          <a:xfrm>
            <a:off x="1371599" y="921504"/>
            <a:ext cx="6269097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 </a:t>
            </a:r>
            <a:r>
              <a:rPr lang="en-US" altLang="zh-TW" sz="2800" dirty="0"/>
              <a:t>1.</a:t>
            </a:r>
            <a:r>
              <a:rPr lang="zh-TW" altLang="en-US" sz="2800" dirty="0"/>
              <a:t>呈現三年架構。 </a:t>
            </a:r>
          </a:p>
        </p:txBody>
      </p:sp>
      <p:pic>
        <p:nvPicPr>
          <p:cNvPr id="15" name="圖片 14" descr="正在閱讀的卡通蜜蜂">
            <a:extLst>
              <a:ext uri="{FF2B5EF4-FFF2-40B4-BE49-F238E27FC236}">
                <a16:creationId xmlns:a16="http://schemas.microsoft.com/office/drawing/2014/main" id="{05FEF0AB-172D-0C8A-CD8B-47A1EBD02A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90" y="4768037"/>
            <a:ext cx="1557587" cy="2071389"/>
          </a:xfrm>
          <a:prstGeom prst="rect">
            <a:avLst/>
          </a:prstGeom>
        </p:spPr>
      </p:pic>
      <p:pic>
        <p:nvPicPr>
          <p:cNvPr id="16" name="圖片 15" descr="正在閱讀的卡通蜜蜂">
            <a:extLst>
              <a:ext uri="{FF2B5EF4-FFF2-40B4-BE49-F238E27FC236}">
                <a16:creationId xmlns:a16="http://schemas.microsoft.com/office/drawing/2014/main" id="{7BEC9364-2339-0A5E-CFB9-019EDA8395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254" y="4740572"/>
            <a:ext cx="1557587" cy="2071389"/>
          </a:xfrm>
          <a:prstGeom prst="rect">
            <a:avLst/>
          </a:prstGeom>
        </p:spPr>
      </p:pic>
      <p:pic>
        <p:nvPicPr>
          <p:cNvPr id="17" name="圖片 16" descr="正在閱讀的卡通蜜蜂">
            <a:extLst>
              <a:ext uri="{FF2B5EF4-FFF2-40B4-BE49-F238E27FC236}">
                <a16:creationId xmlns:a16="http://schemas.microsoft.com/office/drawing/2014/main" id="{1F191C87-411D-4A2C-51E0-72D836E5EC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208" y="4740573"/>
            <a:ext cx="1557587" cy="2071389"/>
          </a:xfrm>
          <a:prstGeom prst="rect">
            <a:avLst/>
          </a:prstGeom>
        </p:spPr>
      </p:pic>
      <p:pic>
        <p:nvPicPr>
          <p:cNvPr id="18" name="圖片 17" descr="正在閱讀的卡通蜜蜂">
            <a:extLst>
              <a:ext uri="{FF2B5EF4-FFF2-40B4-BE49-F238E27FC236}">
                <a16:creationId xmlns:a16="http://schemas.microsoft.com/office/drawing/2014/main" id="{5FD5AE10-9AB2-6440-C5F7-0E6FB27470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121" y="4581128"/>
            <a:ext cx="1557587" cy="2071389"/>
          </a:xfrm>
          <a:prstGeom prst="rect">
            <a:avLst/>
          </a:prstGeom>
        </p:spPr>
      </p:pic>
      <p:pic>
        <p:nvPicPr>
          <p:cNvPr id="19" name="圖片 18" descr="正在閱讀的卡通蜜蜂">
            <a:extLst>
              <a:ext uri="{FF2B5EF4-FFF2-40B4-BE49-F238E27FC236}">
                <a16:creationId xmlns:a16="http://schemas.microsoft.com/office/drawing/2014/main" id="{7BA60155-16D9-775C-4F4B-18893CAAFF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073" y="4739751"/>
            <a:ext cx="1557587" cy="207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49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AFF05E-5882-3DEB-DC14-62143482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方案管理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B5968CB-B7C1-F1D7-C072-87CB0344D523}"/>
              </a:ext>
            </a:extLst>
          </p:cNvPr>
          <p:cNvSpPr txBox="1"/>
          <p:nvPr/>
        </p:nvSpPr>
        <p:spPr>
          <a:xfrm>
            <a:off x="1552600" y="739844"/>
            <a:ext cx="5886400" cy="2598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chemeClr val="bg2">
                    <a:lumMod val="10000"/>
                  </a:schemeClr>
                </a:solidFill>
              </a:rPr>
              <a:t>1.</a:t>
            </a:r>
            <a:r>
              <a:rPr lang="zh-TW" altLang="en-US" sz="2800" b="1" dirty="0">
                <a:solidFill>
                  <a:schemeClr val="bg2">
                    <a:lumMod val="10000"/>
                  </a:schemeClr>
                </a:solidFill>
              </a:rPr>
              <a:t>內部的管控表單 </a:t>
            </a:r>
            <a:endParaRPr lang="en-US" altLang="zh-TW" sz="2800" b="1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chemeClr val="bg2">
                    <a:lumMod val="10000"/>
                  </a:schemeClr>
                </a:solidFill>
              </a:rPr>
              <a:t>2.</a:t>
            </a:r>
            <a:r>
              <a:rPr lang="zh-TW" altLang="en-US" sz="2800" b="1" dirty="0">
                <a:solidFill>
                  <a:schemeClr val="bg2">
                    <a:lumMod val="10000"/>
                  </a:schemeClr>
                </a:solidFill>
              </a:rPr>
              <a:t>執行過程的方案記錄與檔案建置 </a:t>
            </a:r>
            <a:endParaRPr lang="en-US" altLang="zh-TW" sz="2800" b="1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chemeClr val="bg2">
                    <a:lumMod val="10000"/>
                  </a:schemeClr>
                </a:solidFill>
              </a:rPr>
              <a:t>3.</a:t>
            </a:r>
            <a:r>
              <a:rPr lang="zh-TW" altLang="en-US" sz="2800" b="1" dirty="0">
                <a:solidFill>
                  <a:schemeClr val="bg2">
                    <a:lumMod val="10000"/>
                  </a:schemeClr>
                </a:solidFill>
              </a:rPr>
              <a:t>經費協調 </a:t>
            </a:r>
            <a:endParaRPr lang="en-US" altLang="zh-TW" sz="2800" b="1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chemeClr val="bg2">
                    <a:lumMod val="10000"/>
                  </a:schemeClr>
                </a:solidFill>
              </a:rPr>
              <a:t>4.</a:t>
            </a:r>
            <a:r>
              <a:rPr lang="zh-TW" altLang="en-US" sz="2800" b="1" dirty="0">
                <a:solidFill>
                  <a:schemeClr val="bg2">
                    <a:lumMod val="10000"/>
                  </a:schemeClr>
                </a:solidFill>
              </a:rPr>
              <a:t>固定工作會議協調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AB6DAA8-9C49-34C3-278E-D2F4755B9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351" y="3519751"/>
            <a:ext cx="4614649" cy="259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E4DBCA48-77C7-5E44-0479-0CE3BA5657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82"/>
          <a:stretch>
            <a:fillRect/>
          </a:stretch>
        </p:blipFill>
        <p:spPr bwMode="auto">
          <a:xfrm>
            <a:off x="0" y="3519751"/>
            <a:ext cx="4476009" cy="259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5120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6C7DEA-EFE3-4255-31F6-D41B5964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方案執行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D9116E-93A9-B3AF-5702-BAFF657CD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700" b="1" dirty="0">
                <a:solidFill>
                  <a:schemeClr val="bg2">
                    <a:lumMod val="10000"/>
                  </a:schemeClr>
                </a:solidFill>
              </a:rPr>
              <a:t>1.</a:t>
            </a:r>
            <a:r>
              <a:rPr lang="zh-TW" altLang="en-US" sz="2700" b="1" dirty="0">
                <a:solidFill>
                  <a:schemeClr val="bg2">
                    <a:lumMod val="10000"/>
                  </a:schemeClr>
                </a:solidFill>
              </a:rPr>
              <a:t>子計畫的擬寫 </a:t>
            </a:r>
          </a:p>
          <a:p>
            <a:pPr marL="0" indent="0">
              <a:buNone/>
            </a:pPr>
            <a:r>
              <a:rPr lang="en-US" altLang="zh-TW" sz="2700" b="1" dirty="0">
                <a:solidFill>
                  <a:schemeClr val="bg2">
                    <a:lumMod val="10000"/>
                  </a:schemeClr>
                </a:solidFill>
              </a:rPr>
              <a:t>2.</a:t>
            </a:r>
            <a:r>
              <a:rPr lang="zh-TW" altLang="en-US" sz="2700" b="1" dirty="0">
                <a:solidFill>
                  <a:schemeClr val="bg2">
                    <a:lumMod val="10000"/>
                  </a:schemeClr>
                </a:solidFill>
              </a:rPr>
              <a:t>配搭（混合編組）執行子計畫，學習計畫執行方法 </a:t>
            </a:r>
          </a:p>
          <a:p>
            <a:pPr marL="0" indent="0">
              <a:buNone/>
            </a:pPr>
            <a:r>
              <a:rPr lang="en-US" altLang="zh-TW" sz="2700" b="1" dirty="0">
                <a:solidFill>
                  <a:schemeClr val="bg2">
                    <a:lumMod val="10000"/>
                  </a:schemeClr>
                </a:solidFill>
              </a:rPr>
              <a:t>3.</a:t>
            </a:r>
            <a:r>
              <a:rPr lang="zh-TW" altLang="en-US" sz="2700" b="1" dirty="0">
                <a:solidFill>
                  <a:schemeClr val="bg2">
                    <a:lumMod val="10000"/>
                  </a:schemeClr>
                </a:solidFill>
              </a:rPr>
              <a:t>人員組織與分工安排（志工實習或演練工作安排） </a:t>
            </a:r>
          </a:p>
          <a:p>
            <a:pPr marL="0" indent="0">
              <a:buNone/>
            </a:pPr>
            <a:r>
              <a:rPr lang="en-US" altLang="zh-TW" sz="2700" b="1" dirty="0">
                <a:solidFill>
                  <a:schemeClr val="bg2">
                    <a:lumMod val="10000"/>
                  </a:schemeClr>
                </a:solidFill>
              </a:rPr>
              <a:t>4.</a:t>
            </a:r>
            <a:r>
              <a:rPr lang="zh-TW" altLang="en-US" sz="2700" b="1" dirty="0">
                <a:solidFill>
                  <a:schemeClr val="bg2">
                    <a:lumMod val="10000"/>
                  </a:schemeClr>
                </a:solidFill>
              </a:rPr>
              <a:t>子計畫執行成果記錄及檔案管理（學習檔案管理） </a:t>
            </a:r>
          </a:p>
          <a:p>
            <a:pPr marL="0" indent="0">
              <a:buNone/>
            </a:pPr>
            <a:r>
              <a:rPr lang="en-US" altLang="zh-TW" sz="2700" b="1" dirty="0">
                <a:solidFill>
                  <a:schemeClr val="bg2">
                    <a:lumMod val="10000"/>
                  </a:schemeClr>
                </a:solidFill>
              </a:rPr>
              <a:t>5.</a:t>
            </a:r>
            <a:r>
              <a:rPr lang="zh-TW" altLang="en-US" sz="2700" b="1" dirty="0">
                <a:solidFill>
                  <a:schemeClr val="bg2">
                    <a:lumMod val="10000"/>
                  </a:schemeClr>
                </a:solidFill>
              </a:rPr>
              <a:t>核銷實務（學習） </a:t>
            </a:r>
          </a:p>
          <a:p>
            <a:pPr marL="0" indent="0">
              <a:buNone/>
            </a:pPr>
            <a:r>
              <a:rPr lang="en-US" altLang="zh-TW" sz="2700" b="1" dirty="0">
                <a:solidFill>
                  <a:schemeClr val="bg2">
                    <a:lumMod val="10000"/>
                  </a:schemeClr>
                </a:solidFill>
              </a:rPr>
              <a:t>6.</a:t>
            </a:r>
            <a:r>
              <a:rPr lang="zh-TW" altLang="en-US" sz="2700" b="1" dirty="0">
                <a:solidFill>
                  <a:schemeClr val="bg2">
                    <a:lumMod val="10000"/>
                  </a:schemeClr>
                </a:solidFill>
              </a:rPr>
              <a:t>志工帶領、激勵與情緒支持（學習） </a:t>
            </a:r>
          </a:p>
          <a:p>
            <a:pPr marL="0" indent="0">
              <a:buNone/>
            </a:pPr>
            <a:r>
              <a:rPr lang="en-US" altLang="zh-TW" sz="2700" b="1" dirty="0">
                <a:solidFill>
                  <a:schemeClr val="bg2">
                    <a:lumMod val="10000"/>
                  </a:schemeClr>
                </a:solidFill>
              </a:rPr>
              <a:t>7.</a:t>
            </a:r>
            <a:r>
              <a:rPr lang="zh-TW" altLang="en-US" sz="2700" b="1" dirty="0">
                <a:solidFill>
                  <a:schemeClr val="bg2">
                    <a:lumMod val="10000"/>
                  </a:schemeClr>
                </a:solidFill>
              </a:rPr>
              <a:t>衝突管理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11C027D-5740-0B63-A227-052956058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097959"/>
            <a:ext cx="3638391" cy="2714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 descr="好奇的雞">
            <a:extLst>
              <a:ext uri="{FF2B5EF4-FFF2-40B4-BE49-F238E27FC236}">
                <a16:creationId xmlns:a16="http://schemas.microsoft.com/office/drawing/2014/main" id="{C638F2C6-0352-1E4A-3B8B-7E1EA7121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4528766"/>
            <a:ext cx="2677267" cy="2677267"/>
          </a:xfrm>
          <a:prstGeom prst="rect">
            <a:avLst/>
          </a:prstGeom>
        </p:spPr>
      </p:pic>
      <p:pic>
        <p:nvPicPr>
          <p:cNvPr id="8" name="圖片 7" descr="好奇的雞">
            <a:extLst>
              <a:ext uri="{FF2B5EF4-FFF2-40B4-BE49-F238E27FC236}">
                <a16:creationId xmlns:a16="http://schemas.microsoft.com/office/drawing/2014/main" id="{0920B1BA-FEBA-910D-13B4-08758B71C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08" y="4528766"/>
            <a:ext cx="2677267" cy="267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34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166358-D4D5-E09F-6969-06567AB91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形成協力社區工作團隊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387B75-FF92-EBCE-683A-33936733E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7931224" cy="2222376"/>
          </a:xfrm>
        </p:spPr>
        <p:txBody>
          <a:bodyPr/>
          <a:lstStyle/>
          <a:p>
            <a:r>
              <a:rPr lang="zh-TW" altLang="en-US" b="1" dirty="0"/>
              <a:t>帶領各協力社區幹部共識團體 </a:t>
            </a:r>
          </a:p>
          <a:p>
            <a:r>
              <a:rPr lang="zh-TW" altLang="en-US" b="1" dirty="0"/>
              <a:t>透過各協力社區之會議習慣民主議事規則 </a:t>
            </a:r>
          </a:p>
          <a:p>
            <a:r>
              <a:rPr lang="zh-TW" altLang="en-US" b="1" dirty="0"/>
              <a:t>各協力社區之固定工作會議，形成工作協調平台 </a:t>
            </a:r>
          </a:p>
          <a:p>
            <a:r>
              <a:rPr lang="zh-TW" altLang="en-US" b="1" dirty="0"/>
              <a:t>各協力社區之固定工作會議，形成工作團隊 </a:t>
            </a:r>
          </a:p>
        </p:txBody>
      </p:sp>
      <p:pic>
        <p:nvPicPr>
          <p:cNvPr id="6" name="圖片 5" descr="無聊蜂">
            <a:extLst>
              <a:ext uri="{FF2B5EF4-FFF2-40B4-BE49-F238E27FC236}">
                <a16:creationId xmlns:a16="http://schemas.microsoft.com/office/drawing/2014/main" id="{4F23EDDB-595B-7275-1B5E-0E8858B164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781" y="3861048"/>
            <a:ext cx="3322712" cy="3322712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6817CE57-18CE-04EA-110D-FA35D520A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624808"/>
            <a:ext cx="4026421" cy="3006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5072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817BD4-CDAA-DF62-FFEA-8E0E11AC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政府人員的角色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A796248-4332-F817-12AC-A6A84F28684A}"/>
              </a:ext>
            </a:extLst>
          </p:cNvPr>
          <p:cNvSpPr txBox="1"/>
          <p:nvPr/>
        </p:nvSpPr>
        <p:spPr>
          <a:xfrm>
            <a:off x="1475656" y="1124744"/>
            <a:ext cx="1637928" cy="52322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zh-TW" altLang="en-US" sz="2800" b="1" dirty="0">
                <a:solidFill>
                  <a:schemeClr val="bg2">
                    <a:lumMod val="10000"/>
                  </a:schemeClr>
                </a:solidFill>
              </a:rPr>
              <a:t>縣市政府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0496502-02E0-F6A4-E004-953A601A4D9C}"/>
              </a:ext>
            </a:extLst>
          </p:cNvPr>
          <p:cNvSpPr txBox="1"/>
          <p:nvPr/>
        </p:nvSpPr>
        <p:spPr>
          <a:xfrm>
            <a:off x="5436096" y="1124744"/>
            <a:ext cx="1512168" cy="52322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zh-TW" altLang="en-US" sz="2800" b="1" dirty="0">
                <a:solidFill>
                  <a:schemeClr val="bg2">
                    <a:lumMod val="10000"/>
                  </a:schemeClr>
                </a:solidFill>
              </a:rPr>
              <a:t>鎮公所</a:t>
            </a:r>
            <a:r>
              <a:rPr lang="zh-TW" altLang="en-US" dirty="0"/>
              <a:t> 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4378620-16CC-ECA5-120B-14FB6EEDCD7F}"/>
              </a:ext>
            </a:extLst>
          </p:cNvPr>
          <p:cNvSpPr txBox="1"/>
          <p:nvPr/>
        </p:nvSpPr>
        <p:spPr>
          <a:xfrm>
            <a:off x="303808" y="1843083"/>
            <a:ext cx="3888432" cy="279435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1.</a:t>
            </a:r>
            <a:r>
              <a:rPr lang="zh-TW" altLang="en-US" sz="2400" b="1" dirty="0">
                <a:solidFill>
                  <a:srgbClr val="000000"/>
                </a:solidFill>
              </a:rPr>
              <a:t> 觀念導引及政策說明 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2.</a:t>
            </a:r>
            <a:r>
              <a:rPr lang="zh-TW" altLang="en-US" sz="2400" b="1" dirty="0">
                <a:solidFill>
                  <a:srgbClr val="000000"/>
                </a:solidFill>
              </a:rPr>
              <a:t>與縣市政策相融合 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3.</a:t>
            </a:r>
            <a:r>
              <a:rPr lang="zh-TW" altLang="en-US" sz="2400" b="1" dirty="0">
                <a:solidFill>
                  <a:srgbClr val="000000"/>
                </a:solidFill>
              </a:rPr>
              <a:t> 跨部門協調 </a:t>
            </a:r>
            <a:endParaRPr lang="en-US" altLang="zh-TW" sz="24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4.</a:t>
            </a:r>
            <a:r>
              <a:rPr lang="zh-TW" altLang="en-US" sz="2400" b="1" dirty="0">
                <a:solidFill>
                  <a:srgbClr val="000000"/>
                </a:solidFill>
              </a:rPr>
              <a:t>資源挹助</a:t>
            </a:r>
            <a:r>
              <a:rPr lang="en-US" altLang="zh-TW" sz="2400" b="1" dirty="0">
                <a:solidFill>
                  <a:srgbClr val="000000"/>
                </a:solidFill>
              </a:rPr>
              <a:t>(</a:t>
            </a:r>
            <a:r>
              <a:rPr lang="zh-TW" altLang="en-US" sz="2400" b="1" dirty="0">
                <a:solidFill>
                  <a:srgbClr val="000000"/>
                </a:solidFill>
              </a:rPr>
              <a:t>如補助部分自籌款</a:t>
            </a:r>
            <a:r>
              <a:rPr lang="en-US" altLang="zh-TW" sz="2400" b="1" dirty="0">
                <a:solidFill>
                  <a:srgbClr val="000000"/>
                </a:solidFill>
              </a:rPr>
              <a:t>)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087AA0F-5461-51DD-2675-68CED68D347C}"/>
              </a:ext>
            </a:extLst>
          </p:cNvPr>
          <p:cNvSpPr txBox="1"/>
          <p:nvPr/>
        </p:nvSpPr>
        <p:spPr>
          <a:xfrm>
            <a:off x="4798368" y="1843083"/>
            <a:ext cx="3888432" cy="334835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1.</a:t>
            </a:r>
            <a:r>
              <a:rPr lang="zh-TW" altLang="en-US" sz="2400" b="1" dirty="0">
                <a:solidFill>
                  <a:srgbClr val="000000"/>
                </a:solidFill>
              </a:rPr>
              <a:t>觀念導引 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2.</a:t>
            </a:r>
            <a:r>
              <a:rPr lang="zh-TW" altLang="en-US" sz="2400" b="1" dirty="0">
                <a:solidFill>
                  <a:srgbClr val="000000"/>
                </a:solidFill>
              </a:rPr>
              <a:t> 關心與情緒支持 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3.</a:t>
            </a:r>
            <a:r>
              <a:rPr lang="zh-TW" altLang="en-US" sz="2400" b="1" dirty="0">
                <a:solidFill>
                  <a:srgbClr val="000000"/>
                </a:solidFill>
              </a:rPr>
              <a:t>行政技術指導 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4.</a:t>
            </a:r>
            <a:r>
              <a:rPr lang="zh-TW" altLang="en-US" sz="2400" b="1" dirty="0">
                <a:solidFill>
                  <a:srgbClr val="000000"/>
                </a:solidFill>
              </a:rPr>
              <a:t>小型衝突處理 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5.</a:t>
            </a:r>
            <a:r>
              <a:rPr lang="zh-TW" altLang="en-US" sz="2400" b="1" dirty="0">
                <a:solidFill>
                  <a:srgbClr val="000000"/>
                </a:solidFill>
              </a:rPr>
              <a:t>會議召集 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000000"/>
                </a:solidFill>
              </a:rPr>
              <a:t>6.</a:t>
            </a:r>
            <a:r>
              <a:rPr lang="zh-TW" altLang="en-US" sz="2400" b="1" dirty="0">
                <a:solidFill>
                  <a:srgbClr val="000000"/>
                </a:solidFill>
              </a:rPr>
              <a:t>時程掌控及提醒 </a:t>
            </a:r>
          </a:p>
        </p:txBody>
      </p:sp>
    </p:spTree>
    <p:extLst>
      <p:ext uri="{BB962C8B-B14F-4D97-AF65-F5344CB8AC3E}">
        <p14:creationId xmlns:p14="http://schemas.microsoft.com/office/powerpoint/2010/main" val="3261404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D820B9-7615-BF14-E008-52F89BB3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TW" dirty="0"/>
            </a:br>
            <a:r>
              <a:rPr lang="zh-TW" altLang="en-US" dirty="0"/>
              <a:t>計畫撰寫</a:t>
            </a:r>
            <a:r>
              <a:rPr lang="en-US" altLang="zh-TW" dirty="0"/>
              <a:t>-</a:t>
            </a:r>
            <a:r>
              <a:rPr lang="zh-TW" altLang="en-US" dirty="0"/>
              <a:t>問題及需求方面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8FBC19E-D028-CB9F-3E34-F3C4182D92FE}"/>
              </a:ext>
            </a:extLst>
          </p:cNvPr>
          <p:cNvSpPr txBox="1"/>
          <p:nvPr/>
        </p:nvSpPr>
        <p:spPr>
          <a:xfrm>
            <a:off x="331084" y="1052736"/>
            <a:ext cx="8227640" cy="4459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835" indent="-457835">
              <a:lnSpc>
                <a:spcPct val="150000"/>
              </a:lnSpc>
              <a:buNone/>
            </a:pP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一、方案通常過於偏向經費補助、方案的持續及擴展。</a:t>
            </a:r>
          </a:p>
          <a:p>
            <a:pPr marL="838200" indent="-457200">
              <a:lnSpc>
                <a:spcPct val="150000"/>
              </a:lnSpc>
              <a:buNone/>
            </a:pP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zh-TW" altLang="en-US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只強調政策補助，很少回顧檢視服務需求及目的。</a:t>
            </a:r>
          </a:p>
          <a:p>
            <a:pPr marL="838200" indent="-457200">
              <a:lnSpc>
                <a:spcPct val="150000"/>
              </a:lnSpc>
              <a:buNone/>
            </a:pP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zh-TW" altLang="en-US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案主與服務方案的直接聯想及反應。</a:t>
            </a:r>
          </a:p>
          <a:p>
            <a:pPr marL="838200" indent="-457200">
              <a:lnSpc>
                <a:spcPct val="150000"/>
              </a:lnSpc>
              <a:buNone/>
            </a:pP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四</a:t>
            </a:r>
            <a:r>
              <a:rPr lang="zh-TW" altLang="en-US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帶著答案找問題</a:t>
            </a:r>
          </a:p>
          <a:p>
            <a:pPr marL="838200" indent="-457200">
              <a:lnSpc>
                <a:spcPct val="150000"/>
              </a:lnSpc>
              <a:buNone/>
            </a:pP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五</a:t>
            </a:r>
            <a:r>
              <a:rPr lang="zh-TW" altLang="en-US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對問題的陳述不清或缺乏具體力證</a:t>
            </a:r>
          </a:p>
          <a:p>
            <a:pPr marL="838200" indent="-457200">
              <a:lnSpc>
                <a:spcPct val="150000"/>
              </a:lnSpc>
              <a:buNone/>
            </a:pP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六</a:t>
            </a:r>
            <a:r>
              <a:rPr lang="zh-TW" altLang="en-US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未進行當地人文、生態、經濟、地理等資源調查</a:t>
            </a:r>
          </a:p>
          <a:p>
            <a:pPr marL="838200" indent="-457200">
              <a:lnSpc>
                <a:spcPct val="150000"/>
              </a:lnSpc>
              <a:buNone/>
            </a:pP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七</a:t>
            </a:r>
            <a:r>
              <a:rPr lang="zh-TW" altLang="en-US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未建立需求人口基本資料，或資料錯誤</a:t>
            </a:r>
          </a:p>
          <a:p>
            <a:pPr marL="838200" indent="-457200">
              <a:lnSpc>
                <a:spcPct val="150000"/>
              </a:lnSpc>
              <a:buNone/>
            </a:pP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八</a:t>
            </a:r>
            <a:r>
              <a:rPr lang="zh-TW" altLang="en-US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缺乏對整體社區環境的評估，</a:t>
            </a:r>
            <a:r>
              <a:rPr lang="en-US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SWOT</a:t>
            </a:r>
            <a:r>
              <a:rPr lang="zh-TW" altLang="zh-TW" sz="24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撰寫錯誤</a:t>
            </a:r>
          </a:p>
        </p:txBody>
      </p:sp>
    </p:spTree>
    <p:extLst>
      <p:ext uri="{BB962C8B-B14F-4D97-AF65-F5344CB8AC3E}">
        <p14:creationId xmlns:p14="http://schemas.microsoft.com/office/powerpoint/2010/main" val="3529953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F871-AC85-66F8-9785-C377C0E23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8AA40B-B131-BB92-F6FA-F01FB04D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TW" dirty="0"/>
            </a:br>
            <a:r>
              <a:rPr lang="zh-TW" altLang="en-US" dirty="0"/>
              <a:t>計畫撰寫</a:t>
            </a:r>
            <a:r>
              <a:rPr lang="en-US" altLang="zh-TW" dirty="0"/>
              <a:t>-</a:t>
            </a:r>
            <a:r>
              <a:rPr lang="zh-TW" altLang="en-US" dirty="0"/>
              <a:t>計畫方面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1AFE34A-6777-2AE3-67DA-DD37306E7C27}"/>
              </a:ext>
            </a:extLst>
          </p:cNvPr>
          <p:cNvSpPr txBox="1"/>
          <p:nvPr/>
        </p:nvSpPr>
        <p:spPr>
          <a:xfrm>
            <a:off x="331084" y="1052736"/>
            <a:ext cx="8227640" cy="501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一、各計畫與服務人口、需求、</a:t>
            </a:r>
            <a:r>
              <a:rPr kumimoji="0" lang="en-US" altLang="zh-TW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SWOT</a:t>
            </a: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有落差。 </a:t>
            </a:r>
          </a:p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二、缺乏具體目標。</a:t>
            </a:r>
          </a:p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三、缺乏方案實施方式的描述需求、目標、計畫內容和成效並未具邏輯性</a:t>
            </a:r>
            <a:r>
              <a:rPr kumimoji="0" lang="en-US" altLang="zh-TW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一致性</a:t>
            </a:r>
            <a:r>
              <a:rPr kumimoji="0" lang="en-US" altLang="zh-TW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kumimoji="0" lang="en-US" altLang="zh-TW" sz="2400" b="1" i="0" u="none" strike="noStrike" kern="100" cap="none" spc="0" normalizeH="0" baseline="0" noProof="0" dirty="0">
              <a:ln>
                <a:noFill/>
              </a:ln>
              <a:solidFill>
                <a:srgbClr val="024631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b="1" kern="100" dirty="0">
                <a:solidFill>
                  <a:srgbClr val="02463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四、</a:t>
            </a: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經費控制不當或經費編列不足。</a:t>
            </a:r>
            <a:endParaRPr kumimoji="0" lang="en-US" altLang="zh-TW" sz="2400" b="1" i="0" u="none" strike="noStrike" kern="100" cap="none" spc="0" normalizeH="0" baseline="0" noProof="0" dirty="0">
              <a:ln>
                <a:noFill/>
              </a:ln>
              <a:solidFill>
                <a:srgbClr val="024631"/>
              </a:solidFill>
              <a:effectLst/>
              <a:uLnTx/>
              <a:uFillTx/>
              <a:latin typeface="PMingLiU" panose="02020500000000000000" pitchFamily="18" charset="-12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五、對實施方式的描述三年旗艦方案，無法了解計畫主軸及發展階段，無法了解深耕發展、服務網絡及特色，乃至近、中、遠程目標之脈絡性。</a:t>
            </a:r>
          </a:p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b="1" kern="100" dirty="0">
                <a:solidFill>
                  <a:srgbClr val="02463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六</a:t>
            </a: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、不要將文化部、農委會或環保方案送衛福部。</a:t>
            </a:r>
          </a:p>
        </p:txBody>
      </p:sp>
    </p:spTree>
    <p:extLst>
      <p:ext uri="{BB962C8B-B14F-4D97-AF65-F5344CB8AC3E}">
        <p14:creationId xmlns:p14="http://schemas.microsoft.com/office/powerpoint/2010/main" val="4108494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22CBD-96E9-E46C-1E93-16E0340D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EB7D51-BE01-BAEB-D3DD-4C2D3A04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TW" dirty="0"/>
            </a:br>
            <a:r>
              <a:rPr lang="zh-TW" altLang="en-US" dirty="0"/>
              <a:t>計畫撰寫</a:t>
            </a:r>
            <a:r>
              <a:rPr lang="en-US" altLang="zh-TW" dirty="0"/>
              <a:t>-</a:t>
            </a:r>
            <a:r>
              <a:rPr lang="zh-TW" altLang="en-US" dirty="0"/>
              <a:t>評估方面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F24F741-89FF-3BE2-276C-FFA550C155A0}"/>
              </a:ext>
            </a:extLst>
          </p:cNvPr>
          <p:cNvSpPr txBox="1"/>
          <p:nvPr/>
        </p:nvSpPr>
        <p:spPr>
          <a:xfrm>
            <a:off x="331084" y="1052736"/>
            <a:ext cx="8227640" cy="279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一、缺乏評估的方式與工具</a:t>
            </a:r>
          </a:p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二、評估指標未明列</a:t>
            </a:r>
          </a:p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三、預期效益模糊不清或過份籠統</a:t>
            </a:r>
          </a:p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四、成果及效益未區別。 </a:t>
            </a:r>
          </a:p>
          <a:p>
            <a:pPr marL="838835" marR="0" lvl="0" indent="-45783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24631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五、未見前一年度成效評估</a:t>
            </a:r>
          </a:p>
        </p:txBody>
      </p:sp>
      <p:pic>
        <p:nvPicPr>
          <p:cNvPr id="4" name="圖形 3" descr="教室 以實心填滿">
            <a:extLst>
              <a:ext uri="{FF2B5EF4-FFF2-40B4-BE49-F238E27FC236}">
                <a16:creationId xmlns:a16="http://schemas.microsoft.com/office/drawing/2014/main" id="{54810F63-2F42-3218-CFB5-72C1CB07F9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84398" y="3937884"/>
            <a:ext cx="2123728" cy="2123728"/>
          </a:xfrm>
          <a:prstGeom prst="rect">
            <a:avLst/>
          </a:prstGeom>
        </p:spPr>
      </p:pic>
      <p:pic>
        <p:nvPicPr>
          <p:cNvPr id="5" name="圖形 4" descr="教室 以實心填滿">
            <a:extLst>
              <a:ext uri="{FF2B5EF4-FFF2-40B4-BE49-F238E27FC236}">
                <a16:creationId xmlns:a16="http://schemas.microsoft.com/office/drawing/2014/main" id="{6EA101AC-B5F8-C91F-09A9-AC4009F9D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0670" y="4849409"/>
            <a:ext cx="2123728" cy="2123728"/>
          </a:xfrm>
          <a:prstGeom prst="rect">
            <a:avLst/>
          </a:prstGeom>
        </p:spPr>
      </p:pic>
      <p:pic>
        <p:nvPicPr>
          <p:cNvPr id="7" name="圖形 6" descr="教室 以實心填滿">
            <a:extLst>
              <a:ext uri="{FF2B5EF4-FFF2-40B4-BE49-F238E27FC236}">
                <a16:creationId xmlns:a16="http://schemas.microsoft.com/office/drawing/2014/main" id="{4A99AA44-7ACC-3F05-B4BA-CA94030A62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99216" y="4005064"/>
            <a:ext cx="2123728" cy="2123728"/>
          </a:xfrm>
          <a:prstGeom prst="rect">
            <a:avLst/>
          </a:prstGeom>
        </p:spPr>
      </p:pic>
      <p:pic>
        <p:nvPicPr>
          <p:cNvPr id="8" name="圖形 7" descr="教室 以實心填滿">
            <a:extLst>
              <a:ext uri="{FF2B5EF4-FFF2-40B4-BE49-F238E27FC236}">
                <a16:creationId xmlns:a16="http://schemas.microsoft.com/office/drawing/2014/main" id="{5EC17FE5-3C9C-FE58-D550-7D6EFE626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49409"/>
            <a:ext cx="2123728" cy="212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30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C31A3-B2E7-A7A8-D4CC-6166D08D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5" y="692696"/>
            <a:ext cx="8382000" cy="563562"/>
          </a:xfrm>
        </p:spPr>
        <p:txBody>
          <a:bodyPr/>
          <a:lstStyle/>
          <a:p>
            <a:r>
              <a:rPr lang="zh-TW" altLang="en-US" dirty="0">
                <a:solidFill>
                  <a:schemeClr val="bg2">
                    <a:lumMod val="10000"/>
                  </a:schemeClr>
                </a:solidFill>
              </a:rPr>
              <a:t>簡報完畢</a:t>
            </a:r>
          </a:p>
        </p:txBody>
      </p:sp>
      <p:pic>
        <p:nvPicPr>
          <p:cNvPr id="5" name="Picture 3" descr="F:\106照片\12.24-1.17焚\DSC00159.JPG">
            <a:extLst>
              <a:ext uri="{FF2B5EF4-FFF2-40B4-BE49-F238E27FC236}">
                <a16:creationId xmlns:a16="http://schemas.microsoft.com/office/drawing/2014/main" id="{05A6E0F7-B3F8-E878-3159-08EB934DB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0" y="1556792"/>
            <a:ext cx="8766720" cy="493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4293639"/>
      </p:ext>
    </p:extLst>
  </p:cSld>
  <p:clrMapOvr>
    <a:masterClrMapping/>
  </p:clrMapOvr>
</p:sld>
</file>

<file path=ppt/theme/theme1.xml><?xml version="1.0" encoding="utf-8"?>
<a:theme xmlns:a="http://schemas.openxmlformats.org/drawingml/2006/main" name="060TGp_figure_green_v3">
  <a:themeElements>
    <a:clrScheme name="Default Design 1">
      <a:dk1>
        <a:srgbClr val="024631"/>
      </a:dk1>
      <a:lt1>
        <a:srgbClr val="FFFFFF"/>
      </a:lt1>
      <a:dk2>
        <a:srgbClr val="33A97F"/>
      </a:dk2>
      <a:lt2>
        <a:srgbClr val="DDDDDD"/>
      </a:lt2>
      <a:accent1>
        <a:srgbClr val="C8E0B0"/>
      </a:accent1>
      <a:accent2>
        <a:srgbClr val="99CC00"/>
      </a:accent2>
      <a:accent3>
        <a:srgbClr val="FFFFFF"/>
      </a:accent3>
      <a:accent4>
        <a:srgbClr val="013A28"/>
      </a:accent4>
      <a:accent5>
        <a:srgbClr val="E0EDD4"/>
      </a:accent5>
      <a:accent6>
        <a:srgbClr val="8AB900"/>
      </a:accent6>
      <a:hlink>
        <a:srgbClr val="69AAB1"/>
      </a:hlink>
      <a:folHlink>
        <a:srgbClr val="386B2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24631"/>
        </a:dk1>
        <a:lt1>
          <a:srgbClr val="FFFFFF"/>
        </a:lt1>
        <a:dk2>
          <a:srgbClr val="33A97F"/>
        </a:dk2>
        <a:lt2>
          <a:srgbClr val="DDDDDD"/>
        </a:lt2>
        <a:accent1>
          <a:srgbClr val="C8E0B0"/>
        </a:accent1>
        <a:accent2>
          <a:srgbClr val="99CC00"/>
        </a:accent2>
        <a:accent3>
          <a:srgbClr val="FFFFFF"/>
        </a:accent3>
        <a:accent4>
          <a:srgbClr val="013A28"/>
        </a:accent4>
        <a:accent5>
          <a:srgbClr val="E0EDD4"/>
        </a:accent5>
        <a:accent6>
          <a:srgbClr val="8AB900"/>
        </a:accent6>
        <a:hlink>
          <a:srgbClr val="69AAB1"/>
        </a:hlink>
        <a:folHlink>
          <a:srgbClr val="386B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660033"/>
        </a:dk1>
        <a:lt1>
          <a:srgbClr val="FFFFFF"/>
        </a:lt1>
        <a:dk2>
          <a:srgbClr val="CCCC00"/>
        </a:dk2>
        <a:lt2>
          <a:srgbClr val="DDDDDD"/>
        </a:lt2>
        <a:accent1>
          <a:srgbClr val="B7B35F"/>
        </a:accent1>
        <a:accent2>
          <a:srgbClr val="D77F2F"/>
        </a:accent2>
        <a:accent3>
          <a:srgbClr val="FFFFFF"/>
        </a:accent3>
        <a:accent4>
          <a:srgbClr val="56002A"/>
        </a:accent4>
        <a:accent5>
          <a:srgbClr val="D8D6B6"/>
        </a:accent5>
        <a:accent6>
          <a:srgbClr val="C3722A"/>
        </a:accent6>
        <a:hlink>
          <a:srgbClr val="AEC258"/>
        </a:hlink>
        <a:folHlink>
          <a:srgbClr val="3672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66"/>
        </a:dk1>
        <a:lt1>
          <a:srgbClr val="FFFFFF"/>
        </a:lt1>
        <a:dk2>
          <a:srgbClr val="2937B7"/>
        </a:dk2>
        <a:lt2>
          <a:srgbClr val="DDDDDD"/>
        </a:lt2>
        <a:accent1>
          <a:srgbClr val="96DAF2"/>
        </a:accent1>
        <a:accent2>
          <a:srgbClr val="50A8E4"/>
        </a:accent2>
        <a:accent3>
          <a:srgbClr val="FFFFFF"/>
        </a:accent3>
        <a:accent4>
          <a:srgbClr val="000056"/>
        </a:accent4>
        <a:accent5>
          <a:srgbClr val="C9EAF7"/>
        </a:accent5>
        <a:accent6>
          <a:srgbClr val="4898CF"/>
        </a:accent6>
        <a:hlink>
          <a:srgbClr val="6847D3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4254</TotalTime>
  <Words>1522</Words>
  <Application>Microsoft Office PowerPoint</Application>
  <PresentationFormat>如螢幕大小 (4:3)</PresentationFormat>
  <Paragraphs>150</Paragraphs>
  <Slides>22</Slides>
  <Notes>0</Notes>
  <HiddenSlides>0</HiddenSlides>
  <MMClips>1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3" baseType="lpstr">
      <vt:lpstr>微軟正黑體</vt:lpstr>
      <vt:lpstr>新細明體</vt:lpstr>
      <vt:lpstr>新細明體</vt:lpstr>
      <vt:lpstr>標楷體</vt:lpstr>
      <vt:lpstr>Arial</vt:lpstr>
      <vt:lpstr>Calibri</vt:lpstr>
      <vt:lpstr>Verdana</vt:lpstr>
      <vt:lpstr>Wingdings</vt:lpstr>
      <vt:lpstr>060TGp_figure_green_v3</vt:lpstr>
      <vt:lpstr>Office 佈景主題</vt:lpstr>
      <vt:lpstr>Image</vt:lpstr>
      <vt:lpstr>認識福利化社區旗艦計畫</vt:lpstr>
      <vt:lpstr>PowerPoint 簡報</vt:lpstr>
      <vt:lpstr>  旗艦計畫的認識  </vt:lpstr>
      <vt:lpstr>旗艦計畫的認識</vt:lpstr>
      <vt:lpstr>補助計畫事項</vt:lpstr>
      <vt:lpstr>旗艦計畫特性</vt:lpstr>
      <vt:lpstr>旗艦計畫的認知</vt:lpstr>
      <vt:lpstr>旗艦計畫的常見內容與架構</vt:lpstr>
      <vt:lpstr>認識執行旗艦計畫內涵</vt:lpstr>
      <vt:lpstr>認識執行旗艦計畫內涵</vt:lpstr>
      <vt:lpstr>認識執行旗艦計畫內涵</vt:lpstr>
      <vt:lpstr>認識執行旗艦計畫內涵</vt:lpstr>
      <vt:lpstr>第一年計畫方向</vt:lpstr>
      <vt:lpstr>第二、三年計畫方向</vt:lpstr>
      <vt:lpstr>方案管理</vt:lpstr>
      <vt:lpstr>方案執行</vt:lpstr>
      <vt:lpstr>形成協力社區工作團隊</vt:lpstr>
      <vt:lpstr>政府人員的角色</vt:lpstr>
      <vt:lpstr> 計畫撰寫-問題及需求方面 </vt:lpstr>
      <vt:lpstr> 計畫撰寫-計畫方面 </vt:lpstr>
      <vt:lpstr> 計畫撰寫-評估方面 </vt:lpstr>
      <vt:lpstr>簡報完畢</vt:lpstr>
    </vt:vector>
  </TitlesOfParts>
  <Company>xp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富州</dc:creator>
  <cp:lastModifiedBy>Jun-zou Chen</cp:lastModifiedBy>
  <cp:revision>202</cp:revision>
  <dcterms:created xsi:type="dcterms:W3CDTF">2014-12-26T02:26:31Z</dcterms:created>
  <dcterms:modified xsi:type="dcterms:W3CDTF">2026-05-16T06:13:49Z</dcterms:modified>
</cp:coreProperties>
</file>